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0" r:id="rId3"/>
    <p:sldMasterId id="2147483664" r:id="rId4"/>
    <p:sldMasterId id="2147484132" r:id="rId5"/>
    <p:sldMasterId id="2147485969" r:id="rId6"/>
  </p:sldMasterIdLst>
  <p:notesMasterIdLst>
    <p:notesMasterId r:id="rId52"/>
  </p:notesMasterIdLst>
  <p:handoutMasterIdLst>
    <p:handoutMasterId r:id="rId53"/>
  </p:handoutMasterIdLst>
  <p:sldIdLst>
    <p:sldId id="256" r:id="rId7"/>
    <p:sldId id="541" r:id="rId8"/>
    <p:sldId id="527" r:id="rId9"/>
    <p:sldId id="539" r:id="rId10"/>
    <p:sldId id="540" r:id="rId11"/>
    <p:sldId id="533" r:id="rId12"/>
    <p:sldId id="511" r:id="rId13"/>
    <p:sldId id="542" r:id="rId14"/>
    <p:sldId id="536" r:id="rId15"/>
    <p:sldId id="490" r:id="rId16"/>
    <p:sldId id="499" r:id="rId17"/>
    <p:sldId id="507" r:id="rId18"/>
    <p:sldId id="535" r:id="rId19"/>
    <p:sldId id="516" r:id="rId20"/>
    <p:sldId id="530" r:id="rId21"/>
    <p:sldId id="517" r:id="rId22"/>
    <p:sldId id="515" r:id="rId23"/>
    <p:sldId id="480" r:id="rId24"/>
    <p:sldId id="504" r:id="rId25"/>
    <p:sldId id="498" r:id="rId26"/>
    <p:sldId id="493" r:id="rId27"/>
    <p:sldId id="508" r:id="rId28"/>
    <p:sldId id="523" r:id="rId29"/>
    <p:sldId id="495" r:id="rId30"/>
    <p:sldId id="494" r:id="rId31"/>
    <p:sldId id="534" r:id="rId32"/>
    <p:sldId id="525" r:id="rId33"/>
    <p:sldId id="520" r:id="rId34"/>
    <p:sldId id="537" r:id="rId35"/>
    <p:sldId id="529" r:id="rId36"/>
    <p:sldId id="519" r:id="rId37"/>
    <p:sldId id="496" r:id="rId38"/>
    <p:sldId id="532" r:id="rId39"/>
    <p:sldId id="488" r:id="rId40"/>
    <p:sldId id="543" r:id="rId41"/>
    <p:sldId id="544" r:id="rId42"/>
    <p:sldId id="545" r:id="rId43"/>
    <p:sldId id="546" r:id="rId44"/>
    <p:sldId id="547" r:id="rId45"/>
    <p:sldId id="531" r:id="rId46"/>
    <p:sldId id="528" r:id="rId47"/>
    <p:sldId id="482" r:id="rId48"/>
    <p:sldId id="481" r:id="rId49"/>
    <p:sldId id="513" r:id="rId50"/>
    <p:sldId id="524" r:id="rId51"/>
  </p:sldIdLst>
  <p:sldSz cx="12192000" cy="6858000"/>
  <p:notesSz cx="7010400" cy="9296400"/>
  <p:defaultTextStyle>
    <a:defPPr>
      <a:defRPr lang="en-US"/>
    </a:defPPr>
    <a:lvl1pPr algn="l" rtl="0" eaLnBrk="0" fontAlgn="base" hangingPunct="0">
      <a:spcBef>
        <a:spcPct val="0"/>
      </a:spcBef>
      <a:spcAft>
        <a:spcPct val="0"/>
      </a:spcAft>
      <a:defRPr sz="32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32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32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32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32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32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32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32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3200" kern="1200">
        <a:solidFill>
          <a:schemeClr val="tx1"/>
        </a:solidFill>
        <a:latin typeface="Times New Roman" panose="02020603050405020304" pitchFamily="18"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orient="horz" pos="3312">
          <p15:clr>
            <a:srgbClr val="A4A3A4"/>
          </p15:clr>
        </p15:guide>
        <p15:guide id="3" pos="192">
          <p15:clr>
            <a:srgbClr val="A4A3A4"/>
          </p15:clr>
        </p15:guide>
        <p15:guide id="4" pos="3840">
          <p15:clr>
            <a:srgbClr val="A4A3A4"/>
          </p15:clr>
        </p15:guide>
        <p15:guide id="5" pos="7424">
          <p15:clr>
            <a:srgbClr val="A4A3A4"/>
          </p15:clr>
        </p15:guide>
        <p15:guide id="6" pos="320">
          <p15:clr>
            <a:srgbClr val="A4A3A4"/>
          </p15:clr>
        </p15:guide>
      </p15:sldGuideLst>
    </p:ext>
    <p:ext uri="{2D200454-40CA-4A62-9FC3-DE9A4176ACB9}">
      <p15:notesGuideLst xmlns:p15="http://schemas.microsoft.com/office/powerpoint/2012/main">
        <p15:guide id="1" orient="horz" pos="2928">
          <p15:clr>
            <a:srgbClr val="A4A3A4"/>
          </p15:clr>
        </p15:guide>
        <p15:guide id="2" pos="220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FF99CC"/>
    <a:srgbClr val="FF66FF"/>
    <a:srgbClr val="66FF33"/>
    <a:srgbClr val="FF6600"/>
    <a:srgbClr val="2500C0"/>
    <a:srgbClr val="CC0000"/>
    <a:srgbClr val="FFCC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00" autoAdjust="0"/>
    <p:restoredTop sz="94505" autoAdjust="0"/>
  </p:normalViewPr>
  <p:slideViewPr>
    <p:cSldViewPr>
      <p:cViewPr varScale="1">
        <p:scale>
          <a:sx n="74" d="100"/>
          <a:sy n="74" d="100"/>
        </p:scale>
        <p:origin x="472" y="36"/>
      </p:cViewPr>
      <p:guideLst>
        <p:guide orient="horz" pos="2160"/>
        <p:guide orient="horz" pos="3312"/>
        <p:guide pos="192"/>
        <p:guide pos="3840"/>
        <p:guide pos="7424"/>
        <p:guide pos="320"/>
      </p:guideLst>
    </p:cSldViewPr>
  </p:slideViewPr>
  <p:notesTextViewPr>
    <p:cViewPr>
      <p:scale>
        <a:sx n="100" d="100"/>
        <a:sy n="100" d="100"/>
      </p:scale>
      <p:origin x="0" y="0"/>
    </p:cViewPr>
  </p:notesTextViewPr>
  <p:sorterViewPr>
    <p:cViewPr>
      <p:scale>
        <a:sx n="66" d="100"/>
        <a:sy n="66" d="100"/>
      </p:scale>
      <p:origin x="0" y="1038"/>
    </p:cViewPr>
  </p:sorterViewPr>
  <p:notesViewPr>
    <p:cSldViewPr>
      <p:cViewPr varScale="1">
        <p:scale>
          <a:sx n="89" d="100"/>
          <a:sy n="89" d="100"/>
        </p:scale>
        <p:origin x="-2904" y="-126"/>
      </p:cViewPr>
      <p:guideLst>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handoutMaster" Target="handoutMasters/handoutMaster1.xml"/><Relationship Id="rId58" Type="http://schemas.microsoft.com/office/2016/11/relationships/changesInfo" Target="changesInfos/changesInfo1.xml"/><Relationship Id="rId5" Type="http://schemas.openxmlformats.org/officeDocument/2006/relationships/slideMaster" Target="slideMasters/slideMaster3.xml"/><Relationship Id="rId19" Type="http://schemas.openxmlformats.org/officeDocument/2006/relationships/slide" Target="slides/slide13.xml"/><Relationship Id="rId4" Type="http://schemas.openxmlformats.org/officeDocument/2006/relationships/slideMaster" Target="slideMasters/slideMaster2.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theme" Target="theme/theme1.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slideMaster" Target="slideMasters/slideMaster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4.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tableStyles" Target="tableStyles.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Docter" userId="3b33a3a413540995" providerId="LiveId" clId="{D5AB9080-34EC-4162-A837-65A2E088D529}"/>
    <pc:docChg chg="modSld">
      <pc:chgData name="William Docter" userId="3b33a3a413540995" providerId="LiveId" clId="{D5AB9080-34EC-4162-A837-65A2E088D529}" dt="2026-08-19T07:27:45.224" v="0" actId="1036"/>
      <pc:docMkLst>
        <pc:docMk/>
      </pc:docMkLst>
      <pc:sldChg chg="modSp mod">
        <pc:chgData name="William Docter" userId="3b33a3a413540995" providerId="LiveId" clId="{D5AB9080-34EC-4162-A837-65A2E088D529}" dt="2026-08-19T07:27:45.224" v="0" actId="1036"/>
        <pc:sldMkLst>
          <pc:docMk/>
          <pc:sldMk cId="0" sldId="541"/>
        </pc:sldMkLst>
        <pc:spChg chg="mod">
          <ac:chgData name="William Docter" userId="3b33a3a413540995" providerId="LiveId" clId="{D5AB9080-34EC-4162-A837-65A2E088D529}" dt="2026-08-19T07:27:45.224" v="0" actId="1036"/>
          <ac:spMkLst>
            <pc:docMk/>
            <pc:sldMk cId="0" sldId="541"/>
            <ac:spMk id="6" creationId="{14404096-8BF3-7E27-5D93-A098C529597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2786" name="Rectangle 2">
            <a:extLst>
              <a:ext uri="{FF2B5EF4-FFF2-40B4-BE49-F238E27FC236}">
                <a16:creationId xmlns:a16="http://schemas.microsoft.com/office/drawing/2014/main" id="{4086345D-54CD-87DA-3725-973A951863CE}"/>
              </a:ext>
            </a:extLst>
          </p:cNvPr>
          <p:cNvSpPr>
            <a:spLocks noGrp="1" noChangeArrowheads="1"/>
          </p:cNvSpPr>
          <p:nvPr>
            <p:ph type="hdr" sz="quarter"/>
          </p:nvPr>
        </p:nvSpPr>
        <p:spPr bwMode="auto">
          <a:xfrm>
            <a:off x="0" y="0"/>
            <a:ext cx="3038475" cy="465138"/>
          </a:xfrm>
          <a:prstGeom prst="rect">
            <a:avLst/>
          </a:prstGeom>
          <a:noFill/>
          <a:ln>
            <a:noFill/>
          </a:ln>
          <a:effectLst/>
        </p:spPr>
        <p:txBody>
          <a:bodyPr vert="horz" wrap="square" lIns="91788" tIns="45894" rIns="91788" bIns="45894" numCol="1" anchor="t" anchorCtr="0" compatLnSpc="1">
            <a:prstTxWarp prst="textNoShape">
              <a:avLst/>
            </a:prstTxWarp>
          </a:bodyPr>
          <a:lstStyle>
            <a:lvl1pPr eaLnBrk="0" hangingPunct="0">
              <a:defRPr sz="1200">
                <a:cs typeface="+mn-cs"/>
              </a:defRPr>
            </a:lvl1pPr>
          </a:lstStyle>
          <a:p>
            <a:pPr>
              <a:defRPr/>
            </a:pPr>
            <a:endParaRPr lang="en-US"/>
          </a:p>
        </p:txBody>
      </p:sp>
      <p:sp>
        <p:nvSpPr>
          <p:cNvPr id="502787" name="Rectangle 3">
            <a:extLst>
              <a:ext uri="{FF2B5EF4-FFF2-40B4-BE49-F238E27FC236}">
                <a16:creationId xmlns:a16="http://schemas.microsoft.com/office/drawing/2014/main" id="{56072626-F285-4F0A-8945-481BE3667939}"/>
              </a:ext>
            </a:extLst>
          </p:cNvPr>
          <p:cNvSpPr>
            <a:spLocks noGrp="1" noChangeArrowheads="1"/>
          </p:cNvSpPr>
          <p:nvPr>
            <p:ph type="dt" sz="quarter" idx="1"/>
          </p:nvPr>
        </p:nvSpPr>
        <p:spPr bwMode="auto">
          <a:xfrm>
            <a:off x="3970338" y="0"/>
            <a:ext cx="3038475" cy="465138"/>
          </a:xfrm>
          <a:prstGeom prst="rect">
            <a:avLst/>
          </a:prstGeom>
          <a:noFill/>
          <a:ln>
            <a:noFill/>
          </a:ln>
          <a:effectLst/>
        </p:spPr>
        <p:txBody>
          <a:bodyPr vert="horz" wrap="square" lIns="91788" tIns="45894" rIns="91788" bIns="45894" numCol="1" anchor="t" anchorCtr="0" compatLnSpc="1">
            <a:prstTxWarp prst="textNoShape">
              <a:avLst/>
            </a:prstTxWarp>
          </a:bodyPr>
          <a:lstStyle>
            <a:lvl1pPr algn="r" eaLnBrk="0" hangingPunct="0">
              <a:defRPr sz="1200">
                <a:cs typeface="+mn-cs"/>
              </a:defRPr>
            </a:lvl1pPr>
          </a:lstStyle>
          <a:p>
            <a:pPr>
              <a:defRPr/>
            </a:pPr>
            <a:endParaRPr lang="en-US"/>
          </a:p>
        </p:txBody>
      </p:sp>
      <p:sp>
        <p:nvSpPr>
          <p:cNvPr id="502788" name="Rectangle 4">
            <a:extLst>
              <a:ext uri="{FF2B5EF4-FFF2-40B4-BE49-F238E27FC236}">
                <a16:creationId xmlns:a16="http://schemas.microsoft.com/office/drawing/2014/main" id="{F22EFA2E-E7FE-DBF2-7B58-BD59570193B9}"/>
              </a:ext>
            </a:extLst>
          </p:cNvPr>
          <p:cNvSpPr>
            <a:spLocks noGrp="1" noChangeArrowheads="1"/>
          </p:cNvSpPr>
          <p:nvPr>
            <p:ph type="ftr" sz="quarter" idx="2"/>
          </p:nvPr>
        </p:nvSpPr>
        <p:spPr bwMode="auto">
          <a:xfrm>
            <a:off x="0" y="8829675"/>
            <a:ext cx="3038475" cy="465138"/>
          </a:xfrm>
          <a:prstGeom prst="rect">
            <a:avLst/>
          </a:prstGeom>
          <a:noFill/>
          <a:ln>
            <a:noFill/>
          </a:ln>
          <a:effectLst/>
        </p:spPr>
        <p:txBody>
          <a:bodyPr vert="horz" wrap="square" lIns="91788" tIns="45894" rIns="91788" bIns="45894" numCol="1" anchor="b" anchorCtr="0" compatLnSpc="1">
            <a:prstTxWarp prst="textNoShape">
              <a:avLst/>
            </a:prstTxWarp>
          </a:bodyPr>
          <a:lstStyle>
            <a:lvl1pPr eaLnBrk="0" hangingPunct="0">
              <a:defRPr sz="1200">
                <a:cs typeface="+mn-cs"/>
              </a:defRPr>
            </a:lvl1pPr>
          </a:lstStyle>
          <a:p>
            <a:pPr>
              <a:defRPr/>
            </a:pPr>
            <a:endParaRPr lang="en-US"/>
          </a:p>
        </p:txBody>
      </p:sp>
      <p:sp>
        <p:nvSpPr>
          <p:cNvPr id="502789" name="Rectangle 5">
            <a:extLst>
              <a:ext uri="{FF2B5EF4-FFF2-40B4-BE49-F238E27FC236}">
                <a16:creationId xmlns:a16="http://schemas.microsoft.com/office/drawing/2014/main" id="{7A446100-AA36-65C4-F836-151B47783A8E}"/>
              </a:ext>
            </a:extLst>
          </p:cNvPr>
          <p:cNvSpPr>
            <a:spLocks noGrp="1" noChangeArrowheads="1"/>
          </p:cNvSpPr>
          <p:nvPr>
            <p:ph type="sldNum" sz="quarter" idx="3"/>
          </p:nvPr>
        </p:nvSpPr>
        <p:spPr bwMode="auto">
          <a:xfrm>
            <a:off x="3970338" y="8829675"/>
            <a:ext cx="3038475" cy="465138"/>
          </a:xfrm>
          <a:prstGeom prst="rect">
            <a:avLst/>
          </a:prstGeom>
          <a:noFill/>
          <a:ln>
            <a:noFill/>
          </a:ln>
          <a:effectLst/>
        </p:spPr>
        <p:txBody>
          <a:bodyPr vert="horz" wrap="square" lIns="91788" tIns="45894" rIns="91788" bIns="45894" numCol="1" anchor="b" anchorCtr="0" compatLnSpc="1">
            <a:prstTxWarp prst="textNoShape">
              <a:avLst/>
            </a:prstTxWarp>
          </a:bodyPr>
          <a:lstStyle>
            <a:lvl1pPr algn="r">
              <a:defRPr sz="1200"/>
            </a:lvl1pPr>
          </a:lstStyle>
          <a:p>
            <a:pPr>
              <a:defRPr/>
            </a:pPr>
            <a:fld id="{81A92323-4418-4397-BEA4-7FFE972E9D77}"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313CEF91-C31B-A241-96F8-2EC1000B06EE}"/>
              </a:ext>
            </a:extLst>
          </p:cNvPr>
          <p:cNvSpPr>
            <a:spLocks noGrp="1" noChangeArrowheads="1"/>
          </p:cNvSpPr>
          <p:nvPr>
            <p:ph type="hdr" sz="quarter"/>
          </p:nvPr>
        </p:nvSpPr>
        <p:spPr bwMode="auto">
          <a:xfrm>
            <a:off x="0" y="0"/>
            <a:ext cx="3062288" cy="457200"/>
          </a:xfrm>
          <a:prstGeom prst="rect">
            <a:avLst/>
          </a:prstGeom>
          <a:noFill/>
          <a:ln>
            <a:noFill/>
          </a:ln>
          <a:effectLst/>
        </p:spPr>
        <p:txBody>
          <a:bodyPr vert="horz" wrap="square" lIns="91357" tIns="45678" rIns="91357" bIns="45678" numCol="1" anchor="t" anchorCtr="0" compatLnSpc="1">
            <a:prstTxWarp prst="textNoShape">
              <a:avLst/>
            </a:prstTxWarp>
          </a:bodyPr>
          <a:lstStyle>
            <a:lvl1pPr defTabSz="913097" eaLnBrk="0" hangingPunct="0">
              <a:defRPr sz="1200">
                <a:cs typeface="+mn-cs"/>
              </a:defRPr>
            </a:lvl1pPr>
          </a:lstStyle>
          <a:p>
            <a:pPr>
              <a:defRPr/>
            </a:pPr>
            <a:endParaRPr lang="en-US"/>
          </a:p>
        </p:txBody>
      </p:sp>
      <p:sp>
        <p:nvSpPr>
          <p:cNvPr id="37891" name="Rectangle 3">
            <a:extLst>
              <a:ext uri="{FF2B5EF4-FFF2-40B4-BE49-F238E27FC236}">
                <a16:creationId xmlns:a16="http://schemas.microsoft.com/office/drawing/2014/main" id="{EED3747B-037C-5162-D3D5-395A36FC4370}"/>
              </a:ext>
            </a:extLst>
          </p:cNvPr>
          <p:cNvSpPr>
            <a:spLocks noGrp="1" noChangeArrowheads="1"/>
          </p:cNvSpPr>
          <p:nvPr>
            <p:ph type="dt" idx="1"/>
          </p:nvPr>
        </p:nvSpPr>
        <p:spPr bwMode="auto">
          <a:xfrm>
            <a:off x="3976688" y="0"/>
            <a:ext cx="3059112" cy="457200"/>
          </a:xfrm>
          <a:prstGeom prst="rect">
            <a:avLst/>
          </a:prstGeom>
          <a:noFill/>
          <a:ln>
            <a:noFill/>
          </a:ln>
          <a:effectLst/>
        </p:spPr>
        <p:txBody>
          <a:bodyPr vert="horz" wrap="square" lIns="91357" tIns="45678" rIns="91357" bIns="45678" numCol="1" anchor="t" anchorCtr="0" compatLnSpc="1">
            <a:prstTxWarp prst="textNoShape">
              <a:avLst/>
            </a:prstTxWarp>
          </a:bodyPr>
          <a:lstStyle>
            <a:lvl1pPr algn="r" defTabSz="913097" eaLnBrk="0" hangingPunct="0">
              <a:defRPr sz="1200">
                <a:cs typeface="+mn-cs"/>
              </a:defRPr>
            </a:lvl1pPr>
          </a:lstStyle>
          <a:p>
            <a:pPr>
              <a:defRPr/>
            </a:pPr>
            <a:endParaRPr lang="en-US"/>
          </a:p>
        </p:txBody>
      </p:sp>
      <p:sp>
        <p:nvSpPr>
          <p:cNvPr id="33796" name="Rectangle 4">
            <a:extLst>
              <a:ext uri="{FF2B5EF4-FFF2-40B4-BE49-F238E27FC236}">
                <a16:creationId xmlns:a16="http://schemas.microsoft.com/office/drawing/2014/main" id="{67BE51EB-817A-7D5F-C9B7-CB04A119F3E4}"/>
              </a:ext>
            </a:extLst>
          </p:cNvPr>
          <p:cNvSpPr>
            <a:spLocks noGrp="1" noRot="1" noChangeAspect="1" noChangeArrowheads="1" noTextEdit="1"/>
          </p:cNvSpPr>
          <p:nvPr>
            <p:ph type="sldImg" idx="2"/>
          </p:nvPr>
        </p:nvSpPr>
        <p:spPr bwMode="auto">
          <a:xfrm>
            <a:off x="355600" y="688975"/>
            <a:ext cx="6245225" cy="351313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7893" name="Rectangle 5">
            <a:extLst>
              <a:ext uri="{FF2B5EF4-FFF2-40B4-BE49-F238E27FC236}">
                <a16:creationId xmlns:a16="http://schemas.microsoft.com/office/drawing/2014/main" id="{EFCEBD63-F8D4-97E2-7F23-2323E961A1C8}"/>
              </a:ext>
            </a:extLst>
          </p:cNvPr>
          <p:cNvSpPr>
            <a:spLocks noGrp="1" noChangeArrowheads="1"/>
          </p:cNvSpPr>
          <p:nvPr>
            <p:ph type="body" sz="quarter" idx="3"/>
          </p:nvPr>
        </p:nvSpPr>
        <p:spPr bwMode="auto">
          <a:xfrm>
            <a:off x="917575" y="4430713"/>
            <a:ext cx="5124450" cy="4203700"/>
          </a:xfrm>
          <a:prstGeom prst="rect">
            <a:avLst/>
          </a:prstGeom>
          <a:noFill/>
          <a:ln>
            <a:noFill/>
          </a:ln>
          <a:effectLst/>
        </p:spPr>
        <p:txBody>
          <a:bodyPr vert="horz" wrap="square" lIns="91357" tIns="45678" rIns="91357" bIns="4567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7894" name="Rectangle 6">
            <a:extLst>
              <a:ext uri="{FF2B5EF4-FFF2-40B4-BE49-F238E27FC236}">
                <a16:creationId xmlns:a16="http://schemas.microsoft.com/office/drawing/2014/main" id="{76B9F5A6-2649-467E-2A44-AE92A6646AA1}"/>
              </a:ext>
            </a:extLst>
          </p:cNvPr>
          <p:cNvSpPr>
            <a:spLocks noGrp="1" noChangeArrowheads="1"/>
          </p:cNvSpPr>
          <p:nvPr>
            <p:ph type="ftr" sz="quarter" idx="4"/>
          </p:nvPr>
        </p:nvSpPr>
        <p:spPr bwMode="auto">
          <a:xfrm>
            <a:off x="0" y="8864600"/>
            <a:ext cx="3062288" cy="457200"/>
          </a:xfrm>
          <a:prstGeom prst="rect">
            <a:avLst/>
          </a:prstGeom>
          <a:noFill/>
          <a:ln>
            <a:noFill/>
          </a:ln>
          <a:effectLst/>
        </p:spPr>
        <p:txBody>
          <a:bodyPr vert="horz" wrap="square" lIns="91357" tIns="45678" rIns="91357" bIns="45678" numCol="1" anchor="b" anchorCtr="0" compatLnSpc="1">
            <a:prstTxWarp prst="textNoShape">
              <a:avLst/>
            </a:prstTxWarp>
          </a:bodyPr>
          <a:lstStyle>
            <a:lvl1pPr defTabSz="913097" eaLnBrk="0" hangingPunct="0">
              <a:defRPr sz="1200">
                <a:cs typeface="+mn-cs"/>
              </a:defRPr>
            </a:lvl1pPr>
          </a:lstStyle>
          <a:p>
            <a:pPr>
              <a:defRPr/>
            </a:pPr>
            <a:endParaRPr lang="en-US"/>
          </a:p>
        </p:txBody>
      </p:sp>
      <p:sp>
        <p:nvSpPr>
          <p:cNvPr id="37895" name="Rectangle 7">
            <a:extLst>
              <a:ext uri="{FF2B5EF4-FFF2-40B4-BE49-F238E27FC236}">
                <a16:creationId xmlns:a16="http://schemas.microsoft.com/office/drawing/2014/main" id="{FC4F995B-A124-01CE-617E-56D081FCE518}"/>
              </a:ext>
            </a:extLst>
          </p:cNvPr>
          <p:cNvSpPr>
            <a:spLocks noGrp="1" noChangeArrowheads="1"/>
          </p:cNvSpPr>
          <p:nvPr>
            <p:ph type="sldNum" sz="quarter" idx="5"/>
          </p:nvPr>
        </p:nvSpPr>
        <p:spPr bwMode="auto">
          <a:xfrm>
            <a:off x="3976688" y="8864600"/>
            <a:ext cx="3059112" cy="457200"/>
          </a:xfrm>
          <a:prstGeom prst="rect">
            <a:avLst/>
          </a:prstGeom>
          <a:noFill/>
          <a:ln>
            <a:noFill/>
          </a:ln>
          <a:effectLst/>
        </p:spPr>
        <p:txBody>
          <a:bodyPr vert="horz" wrap="square" lIns="91357" tIns="45678" rIns="91357" bIns="45678" numCol="1" anchor="b" anchorCtr="0" compatLnSpc="1">
            <a:prstTxWarp prst="textNoShape">
              <a:avLst/>
            </a:prstTxWarp>
          </a:bodyPr>
          <a:lstStyle>
            <a:lvl1pPr algn="r" defTabSz="911225">
              <a:defRPr sz="1200"/>
            </a:lvl1pPr>
          </a:lstStyle>
          <a:p>
            <a:pPr>
              <a:defRPr/>
            </a:pPr>
            <a:fld id="{D71E1044-3BD5-4914-986B-7C94744D90D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34E9558F-6792-946E-690D-145BAF45118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11225">
              <a:spcBef>
                <a:spcPct val="30000"/>
              </a:spcBef>
              <a:defRPr sz="1200">
                <a:solidFill>
                  <a:schemeClr val="tx1"/>
                </a:solidFill>
                <a:latin typeface="Times New Roman" panose="02020603050405020304" pitchFamily="18" charset="0"/>
              </a:defRPr>
            </a:lvl1pPr>
            <a:lvl2pPr marL="744538" indent="-285750" defTabSz="911225">
              <a:spcBef>
                <a:spcPct val="30000"/>
              </a:spcBef>
              <a:defRPr sz="1200">
                <a:solidFill>
                  <a:schemeClr val="tx1"/>
                </a:solidFill>
                <a:latin typeface="Times New Roman" panose="02020603050405020304" pitchFamily="18" charset="0"/>
              </a:defRPr>
            </a:lvl2pPr>
            <a:lvl3pPr marL="1144588" indent="-228600" defTabSz="911225">
              <a:spcBef>
                <a:spcPct val="30000"/>
              </a:spcBef>
              <a:defRPr sz="1200">
                <a:solidFill>
                  <a:schemeClr val="tx1"/>
                </a:solidFill>
                <a:latin typeface="Times New Roman" panose="02020603050405020304" pitchFamily="18" charset="0"/>
              </a:defRPr>
            </a:lvl3pPr>
            <a:lvl4pPr marL="1603375" indent="-228600" defTabSz="911225">
              <a:spcBef>
                <a:spcPct val="30000"/>
              </a:spcBef>
              <a:defRPr sz="1200">
                <a:solidFill>
                  <a:schemeClr val="tx1"/>
                </a:solidFill>
                <a:latin typeface="Times New Roman" panose="02020603050405020304" pitchFamily="18" charset="0"/>
              </a:defRPr>
            </a:lvl4pPr>
            <a:lvl5pPr marL="2060575" indent="-228600" defTabSz="911225">
              <a:spcBef>
                <a:spcPct val="30000"/>
              </a:spcBef>
              <a:defRPr sz="1200">
                <a:solidFill>
                  <a:schemeClr val="tx1"/>
                </a:solidFill>
                <a:latin typeface="Times New Roman" panose="02020603050405020304" pitchFamily="18" charset="0"/>
              </a:defRPr>
            </a:lvl5pPr>
            <a:lvl6pPr marL="2517775" indent="-228600" defTabSz="911225" eaLnBrk="0" fontAlgn="base" hangingPunct="0">
              <a:spcBef>
                <a:spcPct val="30000"/>
              </a:spcBef>
              <a:spcAft>
                <a:spcPct val="0"/>
              </a:spcAft>
              <a:defRPr sz="1200">
                <a:solidFill>
                  <a:schemeClr val="tx1"/>
                </a:solidFill>
                <a:latin typeface="Times New Roman" panose="02020603050405020304" pitchFamily="18" charset="0"/>
              </a:defRPr>
            </a:lvl6pPr>
            <a:lvl7pPr marL="2974975" indent="-228600" defTabSz="911225" eaLnBrk="0" fontAlgn="base" hangingPunct="0">
              <a:spcBef>
                <a:spcPct val="30000"/>
              </a:spcBef>
              <a:spcAft>
                <a:spcPct val="0"/>
              </a:spcAft>
              <a:defRPr sz="1200">
                <a:solidFill>
                  <a:schemeClr val="tx1"/>
                </a:solidFill>
                <a:latin typeface="Times New Roman" panose="02020603050405020304" pitchFamily="18" charset="0"/>
              </a:defRPr>
            </a:lvl7pPr>
            <a:lvl8pPr marL="3432175" indent="-228600" defTabSz="911225" eaLnBrk="0" fontAlgn="base" hangingPunct="0">
              <a:spcBef>
                <a:spcPct val="30000"/>
              </a:spcBef>
              <a:spcAft>
                <a:spcPct val="0"/>
              </a:spcAft>
              <a:defRPr sz="1200">
                <a:solidFill>
                  <a:schemeClr val="tx1"/>
                </a:solidFill>
                <a:latin typeface="Times New Roman" panose="02020603050405020304" pitchFamily="18" charset="0"/>
              </a:defRPr>
            </a:lvl8pPr>
            <a:lvl9pPr marL="3889375" indent="-228600" defTabSz="91122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C12E6EF-1967-4A0F-8F57-B16DFBB51949}" type="slidenum">
              <a:rPr lang="en-US" altLang="en-US" smtClean="0"/>
              <a:pPr>
                <a:spcBef>
                  <a:spcPct val="0"/>
                </a:spcBef>
              </a:pPr>
              <a:t>18</a:t>
            </a:fld>
            <a:endParaRPr lang="en-US" altLang="en-US"/>
          </a:p>
        </p:txBody>
      </p:sp>
      <p:sp>
        <p:nvSpPr>
          <p:cNvPr id="54275" name="Rectangle 2">
            <a:extLst>
              <a:ext uri="{FF2B5EF4-FFF2-40B4-BE49-F238E27FC236}">
                <a16:creationId xmlns:a16="http://schemas.microsoft.com/office/drawing/2014/main" id="{3661634C-F6AF-2538-BDE6-2B2CD01C93A6}"/>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111578D2-422C-039F-DDB3-69FAC0735B7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F9EBAE64-614F-6101-2833-FD2D5EDA972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11225">
              <a:spcBef>
                <a:spcPct val="30000"/>
              </a:spcBef>
              <a:defRPr sz="1200">
                <a:solidFill>
                  <a:schemeClr val="tx1"/>
                </a:solidFill>
                <a:latin typeface="Times New Roman" panose="02020603050405020304" pitchFamily="18" charset="0"/>
              </a:defRPr>
            </a:lvl1pPr>
            <a:lvl2pPr marL="744538" indent="-285750" defTabSz="911225">
              <a:spcBef>
                <a:spcPct val="30000"/>
              </a:spcBef>
              <a:defRPr sz="1200">
                <a:solidFill>
                  <a:schemeClr val="tx1"/>
                </a:solidFill>
                <a:latin typeface="Times New Roman" panose="02020603050405020304" pitchFamily="18" charset="0"/>
              </a:defRPr>
            </a:lvl2pPr>
            <a:lvl3pPr marL="1144588" indent="-228600" defTabSz="911225">
              <a:spcBef>
                <a:spcPct val="30000"/>
              </a:spcBef>
              <a:defRPr sz="1200">
                <a:solidFill>
                  <a:schemeClr val="tx1"/>
                </a:solidFill>
                <a:latin typeface="Times New Roman" panose="02020603050405020304" pitchFamily="18" charset="0"/>
              </a:defRPr>
            </a:lvl3pPr>
            <a:lvl4pPr marL="1603375" indent="-228600" defTabSz="911225">
              <a:spcBef>
                <a:spcPct val="30000"/>
              </a:spcBef>
              <a:defRPr sz="1200">
                <a:solidFill>
                  <a:schemeClr val="tx1"/>
                </a:solidFill>
                <a:latin typeface="Times New Roman" panose="02020603050405020304" pitchFamily="18" charset="0"/>
              </a:defRPr>
            </a:lvl4pPr>
            <a:lvl5pPr marL="2060575" indent="-228600" defTabSz="911225">
              <a:spcBef>
                <a:spcPct val="30000"/>
              </a:spcBef>
              <a:defRPr sz="1200">
                <a:solidFill>
                  <a:schemeClr val="tx1"/>
                </a:solidFill>
                <a:latin typeface="Times New Roman" panose="02020603050405020304" pitchFamily="18" charset="0"/>
              </a:defRPr>
            </a:lvl5pPr>
            <a:lvl6pPr marL="2517775" indent="-228600" defTabSz="911225" eaLnBrk="0" fontAlgn="base" hangingPunct="0">
              <a:spcBef>
                <a:spcPct val="30000"/>
              </a:spcBef>
              <a:spcAft>
                <a:spcPct val="0"/>
              </a:spcAft>
              <a:defRPr sz="1200">
                <a:solidFill>
                  <a:schemeClr val="tx1"/>
                </a:solidFill>
                <a:latin typeface="Times New Roman" panose="02020603050405020304" pitchFamily="18" charset="0"/>
              </a:defRPr>
            </a:lvl6pPr>
            <a:lvl7pPr marL="2974975" indent="-228600" defTabSz="911225" eaLnBrk="0" fontAlgn="base" hangingPunct="0">
              <a:spcBef>
                <a:spcPct val="30000"/>
              </a:spcBef>
              <a:spcAft>
                <a:spcPct val="0"/>
              </a:spcAft>
              <a:defRPr sz="1200">
                <a:solidFill>
                  <a:schemeClr val="tx1"/>
                </a:solidFill>
                <a:latin typeface="Times New Roman" panose="02020603050405020304" pitchFamily="18" charset="0"/>
              </a:defRPr>
            </a:lvl7pPr>
            <a:lvl8pPr marL="3432175" indent="-228600" defTabSz="911225" eaLnBrk="0" fontAlgn="base" hangingPunct="0">
              <a:spcBef>
                <a:spcPct val="30000"/>
              </a:spcBef>
              <a:spcAft>
                <a:spcPct val="0"/>
              </a:spcAft>
              <a:defRPr sz="1200">
                <a:solidFill>
                  <a:schemeClr val="tx1"/>
                </a:solidFill>
                <a:latin typeface="Times New Roman" panose="02020603050405020304" pitchFamily="18" charset="0"/>
              </a:defRPr>
            </a:lvl8pPr>
            <a:lvl9pPr marL="3889375" indent="-228600" defTabSz="91122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D5CC7BF-ED9F-4A69-B0B5-D28CCB7367F3}" type="slidenum">
              <a:rPr lang="en-US" altLang="en-US" smtClean="0"/>
              <a:pPr>
                <a:spcBef>
                  <a:spcPct val="0"/>
                </a:spcBef>
              </a:pPr>
              <a:t>28</a:t>
            </a:fld>
            <a:endParaRPr lang="en-US" altLang="en-US"/>
          </a:p>
        </p:txBody>
      </p:sp>
      <p:sp>
        <p:nvSpPr>
          <p:cNvPr id="65539" name="Rectangle 2">
            <a:extLst>
              <a:ext uri="{FF2B5EF4-FFF2-40B4-BE49-F238E27FC236}">
                <a16:creationId xmlns:a16="http://schemas.microsoft.com/office/drawing/2014/main" id="{DE05CBDB-98C4-3AC1-8AC1-210FE352E6D2}"/>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29AF384A-C366-AAFF-5858-2474BC3E381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03099C25-E5BE-EE98-75DC-C968B0AFB992}"/>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867EC67-BC50-4F2F-78F9-965DFEE16AE6}"/>
              </a:ext>
            </a:extLst>
          </p:cNvPr>
          <p:cNvSpPr>
            <a:spLocks noGrp="1" noChangeArrowheads="1"/>
          </p:cNvSpPr>
          <p:nvPr>
            <p:ph type="sldNum" sz="quarter" idx="11"/>
          </p:nvPr>
        </p:nvSpPr>
        <p:spPr>
          <a:ln/>
        </p:spPr>
        <p:txBody>
          <a:bodyPr/>
          <a:lstStyle>
            <a:lvl1pPr>
              <a:defRPr/>
            </a:lvl1pPr>
          </a:lstStyle>
          <a:p>
            <a:pPr>
              <a:defRPr/>
            </a:pPr>
            <a:fld id="{C3AAE40A-FA77-470E-8EF1-4B2BADDB21A6}" type="slidenum">
              <a:rPr lang="en-US" altLang="en-US"/>
              <a:pPr>
                <a:defRPr/>
              </a:pPr>
              <a:t>‹#›</a:t>
            </a:fld>
            <a:endParaRPr lang="en-US" altLang="en-US"/>
          </a:p>
        </p:txBody>
      </p:sp>
    </p:spTree>
    <p:extLst>
      <p:ext uri="{BB962C8B-B14F-4D97-AF65-F5344CB8AC3E}">
        <p14:creationId xmlns:p14="http://schemas.microsoft.com/office/powerpoint/2010/main" val="338169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60A7709-1928-C03A-E704-79965D56E16A}"/>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3A04C298-414C-1761-ACB7-A1782CBB3435}"/>
              </a:ext>
            </a:extLst>
          </p:cNvPr>
          <p:cNvSpPr>
            <a:spLocks noGrp="1" noChangeArrowheads="1"/>
          </p:cNvSpPr>
          <p:nvPr>
            <p:ph type="sldNum" sz="quarter" idx="11"/>
          </p:nvPr>
        </p:nvSpPr>
        <p:spPr>
          <a:ln/>
        </p:spPr>
        <p:txBody>
          <a:bodyPr/>
          <a:lstStyle>
            <a:lvl1pPr>
              <a:defRPr/>
            </a:lvl1pPr>
          </a:lstStyle>
          <a:p>
            <a:pPr>
              <a:defRPr/>
            </a:pPr>
            <a:fld id="{90494FE9-4416-4F3E-97F0-CB1F982A0E38}" type="slidenum">
              <a:rPr lang="en-US" altLang="en-US"/>
              <a:pPr>
                <a:defRPr/>
              </a:pPr>
              <a:t>‹#›</a:t>
            </a:fld>
            <a:endParaRPr lang="en-US" altLang="en-US"/>
          </a:p>
        </p:txBody>
      </p:sp>
    </p:spTree>
    <p:extLst>
      <p:ext uri="{BB962C8B-B14F-4D97-AF65-F5344CB8AC3E}">
        <p14:creationId xmlns:p14="http://schemas.microsoft.com/office/powerpoint/2010/main" val="42676671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B237E62B-494C-EDDC-7FEE-3AC19F2222E7}"/>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31177CC-8976-407E-BD41-F545C00C3C01}"/>
              </a:ext>
            </a:extLst>
          </p:cNvPr>
          <p:cNvSpPr>
            <a:spLocks noGrp="1" noChangeArrowheads="1"/>
          </p:cNvSpPr>
          <p:nvPr>
            <p:ph type="sldNum" sz="quarter" idx="11"/>
          </p:nvPr>
        </p:nvSpPr>
        <p:spPr>
          <a:ln/>
        </p:spPr>
        <p:txBody>
          <a:bodyPr/>
          <a:lstStyle>
            <a:lvl1pPr>
              <a:defRPr/>
            </a:lvl1pPr>
          </a:lstStyle>
          <a:p>
            <a:pPr>
              <a:defRPr/>
            </a:pPr>
            <a:fld id="{BAFC928B-F41F-4D8D-AAED-B0B3C9C048BF}" type="slidenum">
              <a:rPr lang="en-US" altLang="en-US"/>
              <a:pPr>
                <a:defRPr/>
              </a:pPr>
              <a:t>‹#›</a:t>
            </a:fld>
            <a:endParaRPr lang="en-US" altLang="en-US"/>
          </a:p>
        </p:txBody>
      </p:sp>
    </p:spTree>
    <p:extLst>
      <p:ext uri="{BB962C8B-B14F-4D97-AF65-F5344CB8AC3E}">
        <p14:creationId xmlns:p14="http://schemas.microsoft.com/office/powerpoint/2010/main" val="7132243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03200" y="1066800"/>
            <a:ext cx="5740400"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46800" y="1066800"/>
            <a:ext cx="5740400"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EE1320CA-971F-3D0A-048C-BD8577AF55D6}"/>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87D4E7DB-5BB7-D986-4883-34E208F25A1E}"/>
              </a:ext>
            </a:extLst>
          </p:cNvPr>
          <p:cNvSpPr>
            <a:spLocks noGrp="1" noChangeArrowheads="1"/>
          </p:cNvSpPr>
          <p:nvPr>
            <p:ph type="sldNum" sz="quarter" idx="11"/>
          </p:nvPr>
        </p:nvSpPr>
        <p:spPr>
          <a:ln/>
        </p:spPr>
        <p:txBody>
          <a:bodyPr/>
          <a:lstStyle>
            <a:lvl1pPr>
              <a:defRPr/>
            </a:lvl1pPr>
          </a:lstStyle>
          <a:p>
            <a:pPr>
              <a:defRPr/>
            </a:pPr>
            <a:fld id="{BEDE1C44-6F54-4BDE-83AD-B40AE7E10DFF}" type="slidenum">
              <a:rPr lang="en-US" altLang="en-US"/>
              <a:pPr>
                <a:defRPr/>
              </a:pPr>
              <a:t>‹#›</a:t>
            </a:fld>
            <a:endParaRPr lang="en-US" altLang="en-US"/>
          </a:p>
        </p:txBody>
      </p:sp>
    </p:spTree>
    <p:extLst>
      <p:ext uri="{BB962C8B-B14F-4D97-AF65-F5344CB8AC3E}">
        <p14:creationId xmlns:p14="http://schemas.microsoft.com/office/powerpoint/2010/main" val="31093246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6C97D4DA-37BD-1B40-EFB8-B9AC9DF48F83}"/>
              </a:ext>
            </a:extLst>
          </p:cNvPr>
          <p:cNvSpPr>
            <a:spLocks noGrp="1" noChangeArrowheads="1"/>
          </p:cNvSpPr>
          <p:nvPr>
            <p:ph type="ftr" sz="quarter"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DECEA1EB-7DC1-2F79-CA24-BF5DC542E2A9}"/>
              </a:ext>
            </a:extLst>
          </p:cNvPr>
          <p:cNvSpPr>
            <a:spLocks noGrp="1" noChangeArrowheads="1"/>
          </p:cNvSpPr>
          <p:nvPr>
            <p:ph type="sldNum" sz="quarter" idx="11"/>
          </p:nvPr>
        </p:nvSpPr>
        <p:spPr>
          <a:ln/>
        </p:spPr>
        <p:txBody>
          <a:bodyPr/>
          <a:lstStyle>
            <a:lvl1pPr>
              <a:defRPr/>
            </a:lvl1pPr>
          </a:lstStyle>
          <a:p>
            <a:pPr>
              <a:defRPr/>
            </a:pPr>
            <a:fld id="{83B4F6C4-2238-497A-9DA5-A59CE6C91880}" type="slidenum">
              <a:rPr lang="en-US" altLang="en-US"/>
              <a:pPr>
                <a:defRPr/>
              </a:pPr>
              <a:t>‹#›</a:t>
            </a:fld>
            <a:endParaRPr lang="en-US" altLang="en-US"/>
          </a:p>
        </p:txBody>
      </p:sp>
    </p:spTree>
    <p:extLst>
      <p:ext uri="{BB962C8B-B14F-4D97-AF65-F5344CB8AC3E}">
        <p14:creationId xmlns:p14="http://schemas.microsoft.com/office/powerpoint/2010/main" val="202292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BE4C2048-D913-391A-9A89-2B24549DDEBB}"/>
              </a:ext>
            </a:extLst>
          </p:cNvPr>
          <p:cNvSpPr>
            <a:spLocks noGrp="1" noChangeArrowheads="1"/>
          </p:cNvSpPr>
          <p:nvPr>
            <p:ph type="ftr" sz="quarter"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5497C1ED-8CA2-255D-0231-64DCD61A4097}"/>
              </a:ext>
            </a:extLst>
          </p:cNvPr>
          <p:cNvSpPr>
            <a:spLocks noGrp="1" noChangeArrowheads="1"/>
          </p:cNvSpPr>
          <p:nvPr>
            <p:ph type="sldNum" sz="quarter" idx="11"/>
          </p:nvPr>
        </p:nvSpPr>
        <p:spPr>
          <a:ln/>
        </p:spPr>
        <p:txBody>
          <a:bodyPr/>
          <a:lstStyle>
            <a:lvl1pPr>
              <a:defRPr/>
            </a:lvl1pPr>
          </a:lstStyle>
          <a:p>
            <a:pPr>
              <a:defRPr/>
            </a:pPr>
            <a:fld id="{A59095D4-F820-4DFE-8E6B-91E390FA3BF2}" type="slidenum">
              <a:rPr lang="en-US" altLang="en-US"/>
              <a:pPr>
                <a:defRPr/>
              </a:pPr>
              <a:t>‹#›</a:t>
            </a:fld>
            <a:endParaRPr lang="en-US" altLang="en-US"/>
          </a:p>
        </p:txBody>
      </p:sp>
    </p:spTree>
    <p:extLst>
      <p:ext uri="{BB962C8B-B14F-4D97-AF65-F5344CB8AC3E}">
        <p14:creationId xmlns:p14="http://schemas.microsoft.com/office/powerpoint/2010/main" val="1463646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ED3CB7F-BA5B-21C2-A1B1-B3DBF34404D3}"/>
              </a:ext>
            </a:extLst>
          </p:cNvPr>
          <p:cNvSpPr>
            <a:spLocks noGrp="1" noChangeArrowheads="1"/>
          </p:cNvSpPr>
          <p:nvPr>
            <p:ph type="ftr" sz="quarter"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274EBD32-76E3-C9F3-60A6-4C333F163B80}"/>
              </a:ext>
            </a:extLst>
          </p:cNvPr>
          <p:cNvSpPr>
            <a:spLocks noGrp="1" noChangeArrowheads="1"/>
          </p:cNvSpPr>
          <p:nvPr>
            <p:ph type="sldNum" sz="quarter" idx="11"/>
          </p:nvPr>
        </p:nvSpPr>
        <p:spPr>
          <a:ln/>
        </p:spPr>
        <p:txBody>
          <a:bodyPr/>
          <a:lstStyle>
            <a:lvl1pPr>
              <a:defRPr/>
            </a:lvl1pPr>
          </a:lstStyle>
          <a:p>
            <a:pPr>
              <a:defRPr/>
            </a:pPr>
            <a:fld id="{B03034AF-8F04-4D4D-943A-F0AB7C6C599D}" type="slidenum">
              <a:rPr lang="en-US" altLang="en-US"/>
              <a:pPr>
                <a:defRPr/>
              </a:pPr>
              <a:t>‹#›</a:t>
            </a:fld>
            <a:endParaRPr lang="en-US" altLang="en-US"/>
          </a:p>
        </p:txBody>
      </p:sp>
    </p:spTree>
    <p:extLst>
      <p:ext uri="{BB962C8B-B14F-4D97-AF65-F5344CB8AC3E}">
        <p14:creationId xmlns:p14="http://schemas.microsoft.com/office/powerpoint/2010/main" val="35466621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973E09A4-2429-0D0A-8512-38CE3B4F7AAD}"/>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30E32FF-A357-D6DA-05AC-235DDFFAEFC0}"/>
              </a:ext>
            </a:extLst>
          </p:cNvPr>
          <p:cNvSpPr>
            <a:spLocks noGrp="1" noChangeArrowheads="1"/>
          </p:cNvSpPr>
          <p:nvPr>
            <p:ph type="sldNum" sz="quarter" idx="11"/>
          </p:nvPr>
        </p:nvSpPr>
        <p:spPr>
          <a:ln/>
        </p:spPr>
        <p:txBody>
          <a:bodyPr/>
          <a:lstStyle>
            <a:lvl1pPr>
              <a:defRPr/>
            </a:lvl1pPr>
          </a:lstStyle>
          <a:p>
            <a:pPr>
              <a:defRPr/>
            </a:pPr>
            <a:fld id="{D03DB1DC-07E9-4AB0-A080-878966CDEA92}" type="slidenum">
              <a:rPr lang="en-US" altLang="en-US"/>
              <a:pPr>
                <a:defRPr/>
              </a:pPr>
              <a:t>‹#›</a:t>
            </a:fld>
            <a:endParaRPr lang="en-US" altLang="en-US"/>
          </a:p>
        </p:txBody>
      </p:sp>
    </p:spTree>
    <p:extLst>
      <p:ext uri="{BB962C8B-B14F-4D97-AF65-F5344CB8AC3E}">
        <p14:creationId xmlns:p14="http://schemas.microsoft.com/office/powerpoint/2010/main" val="3217630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43413505-EBF9-76C9-9FBC-60AA2A8BAAC0}"/>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031BDF9B-A7A2-CD53-4C1A-87AD3A32B7FA}"/>
              </a:ext>
            </a:extLst>
          </p:cNvPr>
          <p:cNvSpPr>
            <a:spLocks noGrp="1" noChangeArrowheads="1"/>
          </p:cNvSpPr>
          <p:nvPr>
            <p:ph type="sldNum" sz="quarter" idx="11"/>
          </p:nvPr>
        </p:nvSpPr>
        <p:spPr>
          <a:ln/>
        </p:spPr>
        <p:txBody>
          <a:bodyPr/>
          <a:lstStyle>
            <a:lvl1pPr>
              <a:defRPr/>
            </a:lvl1pPr>
          </a:lstStyle>
          <a:p>
            <a:pPr>
              <a:defRPr/>
            </a:pPr>
            <a:fld id="{A1F4AD52-3F66-496C-B3C5-E809216B72ED}" type="slidenum">
              <a:rPr lang="en-US" altLang="en-US"/>
              <a:pPr>
                <a:defRPr/>
              </a:pPr>
              <a:t>‹#›</a:t>
            </a:fld>
            <a:endParaRPr lang="en-US" altLang="en-US"/>
          </a:p>
        </p:txBody>
      </p:sp>
    </p:spTree>
    <p:extLst>
      <p:ext uri="{BB962C8B-B14F-4D97-AF65-F5344CB8AC3E}">
        <p14:creationId xmlns:p14="http://schemas.microsoft.com/office/powerpoint/2010/main" val="2607373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31203733-2080-7164-7E83-935CA298F558}"/>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B22B1BD-63FA-69AC-BEC9-EA60BC08C6EE}"/>
              </a:ext>
            </a:extLst>
          </p:cNvPr>
          <p:cNvSpPr>
            <a:spLocks noGrp="1" noChangeArrowheads="1"/>
          </p:cNvSpPr>
          <p:nvPr>
            <p:ph type="sldNum" sz="quarter" idx="11"/>
          </p:nvPr>
        </p:nvSpPr>
        <p:spPr>
          <a:ln/>
        </p:spPr>
        <p:txBody>
          <a:bodyPr/>
          <a:lstStyle>
            <a:lvl1pPr>
              <a:defRPr/>
            </a:lvl1pPr>
          </a:lstStyle>
          <a:p>
            <a:pPr>
              <a:defRPr/>
            </a:pPr>
            <a:fld id="{E33C209D-4C11-47AD-809F-4F15AE0D1E74}" type="slidenum">
              <a:rPr lang="en-US" altLang="en-US"/>
              <a:pPr>
                <a:defRPr/>
              </a:pPr>
              <a:t>‹#›</a:t>
            </a:fld>
            <a:endParaRPr lang="en-US" altLang="en-US"/>
          </a:p>
        </p:txBody>
      </p:sp>
    </p:spTree>
    <p:extLst>
      <p:ext uri="{BB962C8B-B14F-4D97-AF65-F5344CB8AC3E}">
        <p14:creationId xmlns:p14="http://schemas.microsoft.com/office/powerpoint/2010/main" val="4101888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66200" y="152400"/>
            <a:ext cx="2921000" cy="6172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03200" y="152400"/>
            <a:ext cx="8559800" cy="6172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9FDB5C81-717A-914F-5FDC-79047ACE1F8A}"/>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030E2F9-2FD5-F7EB-909A-1824DF81998B}"/>
              </a:ext>
            </a:extLst>
          </p:cNvPr>
          <p:cNvSpPr>
            <a:spLocks noGrp="1" noChangeArrowheads="1"/>
          </p:cNvSpPr>
          <p:nvPr>
            <p:ph type="sldNum" sz="quarter" idx="11"/>
          </p:nvPr>
        </p:nvSpPr>
        <p:spPr>
          <a:ln/>
        </p:spPr>
        <p:txBody>
          <a:bodyPr/>
          <a:lstStyle>
            <a:lvl1pPr>
              <a:defRPr/>
            </a:lvl1pPr>
          </a:lstStyle>
          <a:p>
            <a:pPr>
              <a:defRPr/>
            </a:pPr>
            <a:fld id="{89572631-2000-4786-80F5-A786532C430D}" type="slidenum">
              <a:rPr lang="en-US" altLang="en-US"/>
              <a:pPr>
                <a:defRPr/>
              </a:pPr>
              <a:t>‹#›</a:t>
            </a:fld>
            <a:endParaRPr lang="en-US" altLang="en-US"/>
          </a:p>
        </p:txBody>
      </p:sp>
    </p:spTree>
    <p:extLst>
      <p:ext uri="{BB962C8B-B14F-4D97-AF65-F5344CB8AC3E}">
        <p14:creationId xmlns:p14="http://schemas.microsoft.com/office/powerpoint/2010/main" val="26851402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203200" y="152400"/>
            <a:ext cx="11684000" cy="681038"/>
          </a:xfrm>
        </p:spPr>
        <p:txBody>
          <a:bodyPr/>
          <a:lstStyle/>
          <a:p>
            <a:r>
              <a:rPr lang="en-US"/>
              <a:t>Click to edit Master title style</a:t>
            </a:r>
          </a:p>
        </p:txBody>
      </p:sp>
      <p:sp>
        <p:nvSpPr>
          <p:cNvPr id="3" name="ClipArt Placeholder 2"/>
          <p:cNvSpPr>
            <a:spLocks noGrp="1"/>
          </p:cNvSpPr>
          <p:nvPr>
            <p:ph type="clipArt" sz="half" idx="1"/>
          </p:nvPr>
        </p:nvSpPr>
        <p:spPr>
          <a:xfrm>
            <a:off x="203200" y="1066800"/>
            <a:ext cx="5740400" cy="5257800"/>
          </a:xfrm>
        </p:spPr>
        <p:txBody>
          <a:bodyPr/>
          <a:lstStyle/>
          <a:p>
            <a:pPr lvl="0"/>
            <a:endParaRPr lang="en-US" noProof="0" dirty="0"/>
          </a:p>
        </p:txBody>
      </p:sp>
      <p:sp>
        <p:nvSpPr>
          <p:cNvPr id="4" name="Text Placeholder 3"/>
          <p:cNvSpPr>
            <a:spLocks noGrp="1"/>
          </p:cNvSpPr>
          <p:nvPr>
            <p:ph type="body" sz="half" idx="2"/>
          </p:nvPr>
        </p:nvSpPr>
        <p:spPr>
          <a:xfrm>
            <a:off x="6146800" y="1066800"/>
            <a:ext cx="574040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53117D17-9A77-536F-74FC-81BBB3CCAEB4}"/>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E5C93294-2964-DA04-8447-E7ED8410C17A}"/>
              </a:ext>
            </a:extLst>
          </p:cNvPr>
          <p:cNvSpPr>
            <a:spLocks noGrp="1" noChangeArrowheads="1"/>
          </p:cNvSpPr>
          <p:nvPr>
            <p:ph type="sldNum" sz="quarter" idx="11"/>
          </p:nvPr>
        </p:nvSpPr>
        <p:spPr>
          <a:ln/>
        </p:spPr>
        <p:txBody>
          <a:bodyPr/>
          <a:lstStyle>
            <a:lvl1pPr>
              <a:defRPr/>
            </a:lvl1pPr>
          </a:lstStyle>
          <a:p>
            <a:pPr>
              <a:defRPr/>
            </a:pPr>
            <a:fld id="{21FC0D7C-6FBF-4844-A5EA-7E34AB7215E4}" type="slidenum">
              <a:rPr lang="en-US" altLang="en-US"/>
              <a:pPr>
                <a:defRPr/>
              </a:pPr>
              <a:t>‹#›</a:t>
            </a:fld>
            <a:endParaRPr lang="en-US" altLang="en-US"/>
          </a:p>
        </p:txBody>
      </p:sp>
    </p:spTree>
    <p:extLst>
      <p:ext uri="{BB962C8B-B14F-4D97-AF65-F5344CB8AC3E}">
        <p14:creationId xmlns:p14="http://schemas.microsoft.com/office/powerpoint/2010/main" val="23745749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3200" y="152400"/>
            <a:ext cx="11684000" cy="681038"/>
          </a:xfrm>
        </p:spPr>
        <p:txBody>
          <a:bodyPr/>
          <a:lstStyle/>
          <a:p>
            <a:r>
              <a:rPr lang="en-US"/>
              <a:t>Click to edit Master title style</a:t>
            </a:r>
          </a:p>
        </p:txBody>
      </p:sp>
      <p:sp>
        <p:nvSpPr>
          <p:cNvPr id="3" name="Text Placeholder 2"/>
          <p:cNvSpPr>
            <a:spLocks noGrp="1"/>
          </p:cNvSpPr>
          <p:nvPr>
            <p:ph type="body" sz="half" idx="1"/>
          </p:nvPr>
        </p:nvSpPr>
        <p:spPr>
          <a:xfrm>
            <a:off x="203200" y="1066800"/>
            <a:ext cx="574040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46800" y="1066800"/>
            <a:ext cx="574040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91097850-8A64-E8FE-3098-0079C0917B56}"/>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D8AD2CE3-56BF-81D5-A5A9-92F85A6722E0}"/>
              </a:ext>
            </a:extLst>
          </p:cNvPr>
          <p:cNvSpPr>
            <a:spLocks noGrp="1" noChangeArrowheads="1"/>
          </p:cNvSpPr>
          <p:nvPr>
            <p:ph type="sldNum" sz="quarter" idx="11"/>
          </p:nvPr>
        </p:nvSpPr>
        <p:spPr>
          <a:ln/>
        </p:spPr>
        <p:txBody>
          <a:bodyPr/>
          <a:lstStyle>
            <a:lvl1pPr>
              <a:defRPr/>
            </a:lvl1pPr>
          </a:lstStyle>
          <a:p>
            <a:pPr>
              <a:defRPr/>
            </a:pPr>
            <a:fld id="{56D60567-26FF-45EE-ABB7-AD9B02FB9FCF}" type="slidenum">
              <a:rPr lang="en-US" altLang="en-US"/>
              <a:pPr>
                <a:defRPr/>
              </a:pPr>
              <a:t>‹#›</a:t>
            </a:fld>
            <a:endParaRPr lang="en-US" altLang="en-US"/>
          </a:p>
        </p:txBody>
      </p:sp>
    </p:spTree>
    <p:extLst>
      <p:ext uri="{BB962C8B-B14F-4D97-AF65-F5344CB8AC3E}">
        <p14:creationId xmlns:p14="http://schemas.microsoft.com/office/powerpoint/2010/main" val="9435810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Line 3">
            <a:extLst>
              <a:ext uri="{FF2B5EF4-FFF2-40B4-BE49-F238E27FC236}">
                <a16:creationId xmlns:a16="http://schemas.microsoft.com/office/drawing/2014/main" id="{54381BA0-A9AC-0441-4827-A840BA35A7C9}"/>
              </a:ext>
            </a:extLst>
          </p:cNvPr>
          <p:cNvSpPr>
            <a:spLocks noChangeShapeType="1"/>
          </p:cNvSpPr>
          <p:nvPr/>
        </p:nvSpPr>
        <p:spPr bwMode="auto">
          <a:xfrm>
            <a:off x="458788" y="2882900"/>
            <a:ext cx="11195050" cy="0"/>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 name="Rectangle 7">
            <a:extLst>
              <a:ext uri="{FF2B5EF4-FFF2-40B4-BE49-F238E27FC236}">
                <a16:creationId xmlns:a16="http://schemas.microsoft.com/office/drawing/2014/main" id="{3E477649-8B48-180B-4BF8-126BEC0D9DA6}"/>
              </a:ext>
            </a:extLst>
          </p:cNvPr>
          <p:cNvSpPr>
            <a:spLocks noChangeArrowheads="1"/>
          </p:cNvSpPr>
          <p:nvPr/>
        </p:nvSpPr>
        <p:spPr bwMode="auto">
          <a:xfrm>
            <a:off x="400050" y="2903538"/>
            <a:ext cx="11253788" cy="668337"/>
          </a:xfrm>
          <a:prstGeom prst="rect">
            <a:avLst/>
          </a:prstGeom>
          <a:noFill/>
          <a:ln>
            <a:noFill/>
          </a:ln>
          <a:effectLst/>
        </p:spPr>
        <p:txBody>
          <a:bodyPr lIns="93481" tIns="91398" rIns="93481" bIns="91398" anchor="ctr"/>
          <a:lstStyle>
            <a:lvl1pPr eaLnBrk="0" hangingPunct="0">
              <a:defRPr sz="3200">
                <a:solidFill>
                  <a:schemeClr val="tx1"/>
                </a:solidFill>
                <a:latin typeface="Times New Roman" panose="02020603050405020304" pitchFamily="18" charset="0"/>
                <a:cs typeface="Arial" panose="020B0604020202020204" pitchFamily="34" charset="0"/>
              </a:defRPr>
            </a:lvl1pPr>
            <a:lvl2pPr marL="742950" indent="-285750" eaLnBrk="0" hangingPunct="0">
              <a:defRPr sz="3200">
                <a:solidFill>
                  <a:schemeClr val="tx1"/>
                </a:solidFill>
                <a:latin typeface="Times New Roman" panose="02020603050405020304" pitchFamily="18" charset="0"/>
                <a:cs typeface="Arial" panose="020B0604020202020204" pitchFamily="34" charset="0"/>
              </a:defRPr>
            </a:lvl2pPr>
            <a:lvl3pPr marL="1143000" indent="-228600" eaLnBrk="0" hangingPunct="0">
              <a:defRPr sz="3200">
                <a:solidFill>
                  <a:schemeClr val="tx1"/>
                </a:solidFill>
                <a:latin typeface="Times New Roman" panose="02020603050405020304" pitchFamily="18" charset="0"/>
                <a:cs typeface="Arial" panose="020B0604020202020204" pitchFamily="34" charset="0"/>
              </a:defRPr>
            </a:lvl3pPr>
            <a:lvl4pPr marL="1600200" indent="-228600" eaLnBrk="0" hangingPunct="0">
              <a:defRPr sz="3200">
                <a:solidFill>
                  <a:schemeClr val="tx1"/>
                </a:solidFill>
                <a:latin typeface="Times New Roman" panose="02020603050405020304" pitchFamily="18" charset="0"/>
                <a:cs typeface="Arial" panose="020B0604020202020204" pitchFamily="34" charset="0"/>
              </a:defRPr>
            </a:lvl4pPr>
            <a:lvl5pPr marL="2057400" indent="-228600" eaLnBrk="0" hangingPunct="0">
              <a:defRPr sz="3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9pPr>
          </a:lstStyle>
          <a:p>
            <a:pPr eaLnBrk="1" hangingPunct="1">
              <a:defRPr/>
            </a:pPr>
            <a:endParaRPr kumimoji="1" lang="en-US" altLang="en-US" sz="1800">
              <a:solidFill>
                <a:srgbClr val="000000"/>
              </a:solidFill>
              <a:latin typeface="Arial" panose="020B0604020202020204" pitchFamily="34" charset="0"/>
            </a:endParaRPr>
          </a:p>
        </p:txBody>
      </p:sp>
      <p:sp>
        <p:nvSpPr>
          <p:cNvPr id="4100" name="Rectangle 4"/>
          <p:cNvSpPr>
            <a:spLocks noGrp="1" noChangeArrowheads="1"/>
          </p:cNvSpPr>
          <p:nvPr>
            <p:ph type="ctrTitle"/>
          </p:nvPr>
        </p:nvSpPr>
        <p:spPr>
          <a:xfrm>
            <a:off x="438152" y="2214564"/>
            <a:ext cx="11256433" cy="668337"/>
          </a:xfrm>
        </p:spPr>
        <p:txBody>
          <a:bodyPr lIns="93481" tIns="91398" rIns="93481" bIns="91398"/>
          <a:lstStyle>
            <a:lvl1pPr algn="ctr">
              <a:defRPr sz="2800"/>
            </a:lvl1pPr>
          </a:lstStyle>
          <a:p>
            <a:pPr lvl="0"/>
            <a:r>
              <a:rPr lang="en-US" altLang="ja-JP" noProof="0"/>
              <a:t>Click to edit title master style</a:t>
            </a:r>
          </a:p>
        </p:txBody>
      </p:sp>
      <p:sp>
        <p:nvSpPr>
          <p:cNvPr id="4101" name="Rectangle 5"/>
          <p:cNvSpPr>
            <a:spLocks noGrp="1" noChangeArrowheads="1"/>
          </p:cNvSpPr>
          <p:nvPr>
            <p:ph type="subTitle" idx="1"/>
          </p:nvPr>
        </p:nvSpPr>
        <p:spPr>
          <a:xfrm>
            <a:off x="478367" y="5341939"/>
            <a:ext cx="4284133" cy="668337"/>
          </a:xfrm>
        </p:spPr>
        <p:txBody>
          <a:bodyPr/>
          <a:lstStyle>
            <a:lvl1pPr marL="0" indent="0">
              <a:buFont typeface="Symbol" pitchFamily="18" charset="2"/>
              <a:buNone/>
              <a:defRPr sz="2400"/>
            </a:lvl1pPr>
          </a:lstStyle>
          <a:p>
            <a:pPr lvl="0"/>
            <a:r>
              <a:rPr lang="en-US" altLang="ja-JP" noProof="0"/>
              <a:t>Click to edit Master subtitle style</a:t>
            </a:r>
          </a:p>
        </p:txBody>
      </p:sp>
    </p:spTree>
    <p:extLst>
      <p:ext uri="{BB962C8B-B14F-4D97-AF65-F5344CB8AC3E}">
        <p14:creationId xmlns:p14="http://schemas.microsoft.com/office/powerpoint/2010/main" val="930741443"/>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34C12D0D-26CF-78ED-6CC2-9108A0925023}"/>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36AAFACB-ABDA-41B1-895C-84768F7E022F}" type="slidenum">
              <a:rPr lang="en-US" altLang="ja-JP" smtClean="0"/>
              <a:pPr>
                <a:defRPr/>
              </a:pPr>
              <a:t>‹#›</a:t>
            </a:fld>
            <a:endParaRPr lang="en-US" altLang="ja-JP"/>
          </a:p>
        </p:txBody>
      </p:sp>
      <p:sp>
        <p:nvSpPr>
          <p:cNvPr id="5" name="Rectangle 7">
            <a:extLst>
              <a:ext uri="{FF2B5EF4-FFF2-40B4-BE49-F238E27FC236}">
                <a16:creationId xmlns:a16="http://schemas.microsoft.com/office/drawing/2014/main" id="{C731673E-9013-583B-9934-518D3E9B2DC8}"/>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7FFF77FF-9954-482E-AF9B-175EB7AE927C}" type="datetime1">
              <a:rPr lang="en-US"/>
              <a:pPr>
                <a:defRPr/>
              </a:pPr>
              <a:t>8/19/2026</a:t>
            </a:fld>
            <a:r>
              <a:rPr lang="en-US" altLang="ja-JP" dirty="0"/>
              <a:t> </a:t>
            </a:r>
          </a:p>
        </p:txBody>
      </p:sp>
    </p:spTree>
    <p:extLst>
      <p:ext uri="{BB962C8B-B14F-4D97-AF65-F5344CB8AC3E}">
        <p14:creationId xmlns:p14="http://schemas.microsoft.com/office/powerpoint/2010/main" val="2186531254"/>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CFDAF577-23E7-0A2E-DF72-88615C5A2AE7}"/>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3C7E1B8C-CE57-458A-B76E-C2A592D6BF4B}" type="slidenum">
              <a:rPr lang="en-US" altLang="ja-JP" smtClean="0"/>
              <a:pPr>
                <a:defRPr/>
              </a:pPr>
              <a:t>‹#›</a:t>
            </a:fld>
            <a:endParaRPr lang="en-US" altLang="ja-JP"/>
          </a:p>
        </p:txBody>
      </p:sp>
      <p:sp>
        <p:nvSpPr>
          <p:cNvPr id="5" name="Rectangle 7">
            <a:extLst>
              <a:ext uri="{FF2B5EF4-FFF2-40B4-BE49-F238E27FC236}">
                <a16:creationId xmlns:a16="http://schemas.microsoft.com/office/drawing/2014/main" id="{A2ACA938-A0F9-55F8-3889-2ABEBB41EC3D}"/>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37484A33-D8C4-40DF-A1D9-491F08D52AD7}" type="datetime1">
              <a:rPr lang="en-US"/>
              <a:pPr>
                <a:defRPr/>
              </a:pPr>
              <a:t>8/19/2026</a:t>
            </a:fld>
            <a:r>
              <a:rPr lang="en-US" altLang="ja-JP" dirty="0"/>
              <a:t> </a:t>
            </a:r>
          </a:p>
        </p:txBody>
      </p:sp>
    </p:spTree>
    <p:extLst>
      <p:ext uri="{BB962C8B-B14F-4D97-AF65-F5344CB8AC3E}">
        <p14:creationId xmlns:p14="http://schemas.microsoft.com/office/powerpoint/2010/main" val="2762185916"/>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76251" y="890588"/>
            <a:ext cx="5503333" cy="5567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2784" y="890588"/>
            <a:ext cx="5503333" cy="5567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DC57254D-57EA-CF23-0B42-10FEC521C33E}"/>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F928C824-5CD8-462B-B118-705ED269FFC6}" type="slidenum">
              <a:rPr lang="en-US" altLang="ja-JP" smtClean="0"/>
              <a:pPr>
                <a:defRPr/>
              </a:pPr>
              <a:t>‹#›</a:t>
            </a:fld>
            <a:endParaRPr lang="en-US" altLang="ja-JP"/>
          </a:p>
        </p:txBody>
      </p:sp>
      <p:sp>
        <p:nvSpPr>
          <p:cNvPr id="6" name="Rectangle 7">
            <a:extLst>
              <a:ext uri="{FF2B5EF4-FFF2-40B4-BE49-F238E27FC236}">
                <a16:creationId xmlns:a16="http://schemas.microsoft.com/office/drawing/2014/main" id="{5A6C671F-50D3-4770-244D-D341F09B352D}"/>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2BFDBC56-BFC7-4EB3-AD9D-8EE88AB4F935}" type="datetime1">
              <a:rPr lang="en-US"/>
              <a:pPr>
                <a:defRPr/>
              </a:pPr>
              <a:t>8/19/2026</a:t>
            </a:fld>
            <a:r>
              <a:rPr lang="en-US" altLang="ja-JP" dirty="0"/>
              <a:t> </a:t>
            </a:r>
          </a:p>
        </p:txBody>
      </p:sp>
    </p:spTree>
    <p:extLst>
      <p:ext uri="{BB962C8B-B14F-4D97-AF65-F5344CB8AC3E}">
        <p14:creationId xmlns:p14="http://schemas.microsoft.com/office/powerpoint/2010/main" val="3122021495"/>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55FD3091-9E1E-815E-FBAE-E762690FD3A9}"/>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0DA44026-D661-47BC-B116-C6A777571D2C}" type="slidenum">
              <a:rPr lang="en-US" altLang="ja-JP" smtClean="0"/>
              <a:pPr>
                <a:defRPr/>
              </a:pPr>
              <a:t>‹#›</a:t>
            </a:fld>
            <a:endParaRPr lang="en-US" altLang="ja-JP"/>
          </a:p>
        </p:txBody>
      </p:sp>
      <p:sp>
        <p:nvSpPr>
          <p:cNvPr id="8" name="Date Placeholder 7">
            <a:extLst>
              <a:ext uri="{FF2B5EF4-FFF2-40B4-BE49-F238E27FC236}">
                <a16:creationId xmlns:a16="http://schemas.microsoft.com/office/drawing/2014/main" id="{AE36B8AF-F322-68A1-422E-998C5323D965}"/>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CBE0B475-4918-4A5A-8565-58130DFA51EF}" type="datetime1">
              <a:rPr lang="en-US"/>
              <a:pPr>
                <a:defRPr/>
              </a:pPr>
              <a:t>8/19/2026</a:t>
            </a:fld>
            <a:r>
              <a:rPr lang="en-US" altLang="ja-JP" dirty="0"/>
              <a:t> </a:t>
            </a:r>
          </a:p>
        </p:txBody>
      </p:sp>
    </p:spTree>
    <p:extLst>
      <p:ext uri="{BB962C8B-B14F-4D97-AF65-F5344CB8AC3E}">
        <p14:creationId xmlns:p14="http://schemas.microsoft.com/office/powerpoint/2010/main" val="3204061155"/>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id="{06F52866-3186-86CE-9F2A-FA90D6BA9FA3}"/>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2F84EEB0-0E82-4F3A-BD99-F701210919DA}" type="slidenum">
              <a:rPr lang="en-US" altLang="ja-JP" smtClean="0"/>
              <a:pPr>
                <a:defRPr/>
              </a:pPr>
              <a:t>‹#›</a:t>
            </a:fld>
            <a:endParaRPr lang="en-US" altLang="ja-JP"/>
          </a:p>
        </p:txBody>
      </p:sp>
      <p:sp>
        <p:nvSpPr>
          <p:cNvPr id="4" name="Rectangle 7">
            <a:extLst>
              <a:ext uri="{FF2B5EF4-FFF2-40B4-BE49-F238E27FC236}">
                <a16:creationId xmlns:a16="http://schemas.microsoft.com/office/drawing/2014/main" id="{F7F0628B-C745-7FD8-0FDC-DC93966F9B2E}"/>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F1052340-1415-4A64-85B6-B7704C8D2457}" type="datetime1">
              <a:rPr lang="en-US"/>
              <a:pPr>
                <a:defRPr/>
              </a:pPr>
              <a:t>8/19/2026</a:t>
            </a:fld>
            <a:r>
              <a:rPr lang="en-US" altLang="ja-JP" dirty="0"/>
              <a:t> </a:t>
            </a:r>
          </a:p>
        </p:txBody>
      </p:sp>
    </p:spTree>
    <p:extLst>
      <p:ext uri="{BB962C8B-B14F-4D97-AF65-F5344CB8AC3E}">
        <p14:creationId xmlns:p14="http://schemas.microsoft.com/office/powerpoint/2010/main" val="2296988141"/>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E523F438-A4D0-E5F3-634C-CBB2FC782B31}"/>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9775BE7D-AC0F-4DE4-998E-4DE97635E99D}" type="slidenum">
              <a:rPr lang="en-US" altLang="ja-JP" smtClean="0"/>
              <a:pPr>
                <a:defRPr/>
              </a:pPr>
              <a:t>‹#›</a:t>
            </a:fld>
            <a:endParaRPr lang="en-US" altLang="ja-JP"/>
          </a:p>
        </p:txBody>
      </p:sp>
      <p:sp>
        <p:nvSpPr>
          <p:cNvPr id="3" name="Rectangle 7">
            <a:extLst>
              <a:ext uri="{FF2B5EF4-FFF2-40B4-BE49-F238E27FC236}">
                <a16:creationId xmlns:a16="http://schemas.microsoft.com/office/drawing/2014/main" id="{64DB650B-586E-9352-B7FF-6A73D8F4301B}"/>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647412E3-0ED7-4C08-892C-147A2AAC6481}" type="datetime1">
              <a:rPr lang="en-US"/>
              <a:pPr>
                <a:defRPr/>
              </a:pPr>
              <a:t>8/19/2026</a:t>
            </a:fld>
            <a:r>
              <a:rPr lang="en-US" altLang="ja-JP" dirty="0"/>
              <a:t> </a:t>
            </a:r>
          </a:p>
        </p:txBody>
      </p:sp>
    </p:spTree>
    <p:extLst>
      <p:ext uri="{BB962C8B-B14F-4D97-AF65-F5344CB8AC3E}">
        <p14:creationId xmlns:p14="http://schemas.microsoft.com/office/powerpoint/2010/main" val="2652646170"/>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C8B7B68B-E0C1-96AE-FE1A-472D62431840}"/>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5271BBE3-8861-4910-9E82-D3CB9273A1FF}" type="slidenum">
              <a:rPr lang="en-US" altLang="ja-JP" smtClean="0"/>
              <a:pPr>
                <a:defRPr/>
              </a:pPr>
              <a:t>‹#›</a:t>
            </a:fld>
            <a:endParaRPr lang="en-US" altLang="ja-JP"/>
          </a:p>
        </p:txBody>
      </p:sp>
      <p:sp>
        <p:nvSpPr>
          <p:cNvPr id="6" name="Rectangle 7">
            <a:extLst>
              <a:ext uri="{FF2B5EF4-FFF2-40B4-BE49-F238E27FC236}">
                <a16:creationId xmlns:a16="http://schemas.microsoft.com/office/drawing/2014/main" id="{A28979E2-4309-9B0C-3E4D-7B9720D7AE54}"/>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1B220965-29B0-4EC3-821B-460E6FCCCD21}" type="datetime1">
              <a:rPr lang="en-US"/>
              <a:pPr>
                <a:defRPr/>
              </a:pPr>
              <a:t>8/19/2026</a:t>
            </a:fld>
            <a:r>
              <a:rPr lang="en-US" altLang="ja-JP" dirty="0"/>
              <a:t> </a:t>
            </a:r>
          </a:p>
        </p:txBody>
      </p:sp>
    </p:spTree>
    <p:extLst>
      <p:ext uri="{BB962C8B-B14F-4D97-AF65-F5344CB8AC3E}">
        <p14:creationId xmlns:p14="http://schemas.microsoft.com/office/powerpoint/2010/main" val="2706887137"/>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3015C473-4C6C-E6D8-A0B0-C2BEB6D36526}"/>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FEFC4B09-65B1-4DFE-98D8-61AE99566C3F}" type="slidenum">
              <a:rPr lang="en-US" altLang="ja-JP" smtClean="0"/>
              <a:pPr>
                <a:defRPr/>
              </a:pPr>
              <a:t>‹#›</a:t>
            </a:fld>
            <a:endParaRPr lang="en-US" altLang="ja-JP"/>
          </a:p>
        </p:txBody>
      </p:sp>
      <p:sp>
        <p:nvSpPr>
          <p:cNvPr id="6" name="Rectangle 7">
            <a:extLst>
              <a:ext uri="{FF2B5EF4-FFF2-40B4-BE49-F238E27FC236}">
                <a16:creationId xmlns:a16="http://schemas.microsoft.com/office/drawing/2014/main" id="{F1FCC39A-E82F-A8B8-1B5A-7EAC62A921E4}"/>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18FCFC37-948D-4B2C-AA2F-1B317E3D097F}" type="datetime1">
              <a:rPr lang="en-US"/>
              <a:pPr>
                <a:defRPr/>
              </a:pPr>
              <a:t>8/19/2026</a:t>
            </a:fld>
            <a:r>
              <a:rPr lang="en-US" altLang="ja-JP" dirty="0"/>
              <a:t> </a:t>
            </a:r>
          </a:p>
        </p:txBody>
      </p:sp>
    </p:spTree>
    <p:extLst>
      <p:ext uri="{BB962C8B-B14F-4D97-AF65-F5344CB8AC3E}">
        <p14:creationId xmlns:p14="http://schemas.microsoft.com/office/powerpoint/2010/main" val="3354046024"/>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B163FC27-DAE9-C57E-9389-DFC94DEE8DB4}"/>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BF0D01ED-0326-487D-8409-AC2D60349C65}" type="slidenum">
              <a:rPr lang="en-US" altLang="ja-JP" smtClean="0"/>
              <a:pPr>
                <a:defRPr/>
              </a:pPr>
              <a:t>‹#›</a:t>
            </a:fld>
            <a:endParaRPr lang="en-US" altLang="ja-JP"/>
          </a:p>
        </p:txBody>
      </p:sp>
      <p:sp>
        <p:nvSpPr>
          <p:cNvPr id="5" name="Rectangle 7">
            <a:extLst>
              <a:ext uri="{FF2B5EF4-FFF2-40B4-BE49-F238E27FC236}">
                <a16:creationId xmlns:a16="http://schemas.microsoft.com/office/drawing/2014/main" id="{2101CC19-A28F-957F-0CBB-628620F9FEC6}"/>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27FC7C8A-885C-48A0-8B08-0A9258A47B76}" type="datetime1">
              <a:rPr lang="en-US"/>
              <a:pPr>
                <a:defRPr/>
              </a:pPr>
              <a:t>8/19/2026</a:t>
            </a:fld>
            <a:r>
              <a:rPr lang="en-US" altLang="ja-JP" dirty="0"/>
              <a:t> </a:t>
            </a:r>
          </a:p>
        </p:txBody>
      </p:sp>
    </p:spTree>
    <p:extLst>
      <p:ext uri="{BB962C8B-B14F-4D97-AF65-F5344CB8AC3E}">
        <p14:creationId xmlns:p14="http://schemas.microsoft.com/office/powerpoint/2010/main" val="569445777"/>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75184" y="271464"/>
            <a:ext cx="2810933" cy="61864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40267" y="271464"/>
            <a:ext cx="8231717" cy="61864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E8F52033-766B-9186-0365-AE494C1420C2}"/>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5C8D5B1B-13CD-466F-A689-82ED3BF513DB}" type="slidenum">
              <a:rPr lang="en-US" altLang="ja-JP" smtClean="0"/>
              <a:pPr>
                <a:defRPr/>
              </a:pPr>
              <a:t>‹#›</a:t>
            </a:fld>
            <a:endParaRPr lang="en-US" altLang="ja-JP"/>
          </a:p>
        </p:txBody>
      </p:sp>
      <p:sp>
        <p:nvSpPr>
          <p:cNvPr id="5" name="Rectangle 7">
            <a:extLst>
              <a:ext uri="{FF2B5EF4-FFF2-40B4-BE49-F238E27FC236}">
                <a16:creationId xmlns:a16="http://schemas.microsoft.com/office/drawing/2014/main" id="{4202D4E3-441B-8663-B062-848D02162D73}"/>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FED846F2-25F6-4E4F-98E0-26E5F644DA7F}" type="datetime1">
              <a:rPr lang="en-US"/>
              <a:pPr>
                <a:defRPr/>
              </a:pPr>
              <a:t>8/19/2026</a:t>
            </a:fld>
            <a:r>
              <a:rPr lang="en-US" altLang="ja-JP" dirty="0"/>
              <a:t> </a:t>
            </a:r>
          </a:p>
        </p:txBody>
      </p:sp>
    </p:spTree>
    <p:extLst>
      <p:ext uri="{BB962C8B-B14F-4D97-AF65-F5344CB8AC3E}">
        <p14:creationId xmlns:p14="http://schemas.microsoft.com/office/powerpoint/2010/main" val="2370395689"/>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0267" y="271463"/>
            <a:ext cx="9139767" cy="520700"/>
          </a:xfrm>
        </p:spPr>
        <p:txBody>
          <a:bodyPr/>
          <a:lstStyle/>
          <a:p>
            <a:r>
              <a:rPr lang="en-US"/>
              <a:t>Click to edit Master title style</a:t>
            </a:r>
          </a:p>
        </p:txBody>
      </p:sp>
      <p:sp>
        <p:nvSpPr>
          <p:cNvPr id="3" name="Text Placeholder 2"/>
          <p:cNvSpPr>
            <a:spLocks noGrp="1"/>
          </p:cNvSpPr>
          <p:nvPr>
            <p:ph type="body" sz="half" idx="1"/>
          </p:nvPr>
        </p:nvSpPr>
        <p:spPr>
          <a:xfrm>
            <a:off x="476251" y="890588"/>
            <a:ext cx="5503333" cy="5567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2784" y="890588"/>
            <a:ext cx="5503333" cy="5567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9AA47403-0FC3-7F0C-7080-34471B360A5B}"/>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89F711F4-9AE9-42C3-BAB8-61BDBE9F88C8}" type="slidenum">
              <a:rPr lang="en-US" altLang="ja-JP" smtClean="0"/>
              <a:pPr>
                <a:defRPr/>
              </a:pPr>
              <a:t>‹#›</a:t>
            </a:fld>
            <a:endParaRPr lang="en-US" altLang="ja-JP"/>
          </a:p>
        </p:txBody>
      </p:sp>
      <p:sp>
        <p:nvSpPr>
          <p:cNvPr id="6" name="Rectangle 7">
            <a:extLst>
              <a:ext uri="{FF2B5EF4-FFF2-40B4-BE49-F238E27FC236}">
                <a16:creationId xmlns:a16="http://schemas.microsoft.com/office/drawing/2014/main" id="{6C4BC70B-FA8E-3756-931A-9988DB350F29}"/>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E719E718-6648-4AA1-A90D-463FA9A34EBB}" type="datetime1">
              <a:rPr lang="en-US"/>
              <a:pPr>
                <a:defRPr/>
              </a:pPr>
              <a:t>8/19/2026</a:t>
            </a:fld>
            <a:r>
              <a:rPr lang="en-US" altLang="ja-JP" dirty="0"/>
              <a:t> </a:t>
            </a:r>
          </a:p>
        </p:txBody>
      </p:sp>
    </p:spTree>
    <p:extLst>
      <p:ext uri="{BB962C8B-B14F-4D97-AF65-F5344CB8AC3E}">
        <p14:creationId xmlns:p14="http://schemas.microsoft.com/office/powerpoint/2010/main" val="815188943"/>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40267" y="271463"/>
            <a:ext cx="9139767" cy="520700"/>
          </a:xfrm>
        </p:spPr>
        <p:txBody>
          <a:bodyPr/>
          <a:lstStyle/>
          <a:p>
            <a:r>
              <a:rPr lang="en-US"/>
              <a:t>Click to edit Master title style</a:t>
            </a:r>
          </a:p>
        </p:txBody>
      </p:sp>
      <p:sp>
        <p:nvSpPr>
          <p:cNvPr id="3" name="Table Placeholder 2"/>
          <p:cNvSpPr>
            <a:spLocks noGrp="1"/>
          </p:cNvSpPr>
          <p:nvPr>
            <p:ph type="tbl" idx="1"/>
          </p:nvPr>
        </p:nvSpPr>
        <p:spPr>
          <a:xfrm>
            <a:off x="476251" y="890588"/>
            <a:ext cx="11209867" cy="5567362"/>
          </a:xfrm>
        </p:spPr>
        <p:txBody>
          <a:bodyPr/>
          <a:lstStyle/>
          <a:p>
            <a:pPr lvl="0"/>
            <a:endParaRPr lang="en-US" noProof="0" dirty="0"/>
          </a:p>
        </p:txBody>
      </p:sp>
      <p:sp>
        <p:nvSpPr>
          <p:cNvPr id="4" name="Rectangle 6">
            <a:extLst>
              <a:ext uri="{FF2B5EF4-FFF2-40B4-BE49-F238E27FC236}">
                <a16:creationId xmlns:a16="http://schemas.microsoft.com/office/drawing/2014/main" id="{E780E12B-E01B-A74C-C54D-C68EA7FAF358}"/>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72D2ABE9-6A45-4B91-A637-4F99DD178ABD}" type="slidenum">
              <a:rPr lang="en-US" altLang="ja-JP" smtClean="0"/>
              <a:pPr>
                <a:defRPr/>
              </a:pPr>
              <a:t>‹#›</a:t>
            </a:fld>
            <a:endParaRPr lang="en-US" altLang="ja-JP"/>
          </a:p>
        </p:txBody>
      </p:sp>
      <p:sp>
        <p:nvSpPr>
          <p:cNvPr id="5" name="Rectangle 7">
            <a:extLst>
              <a:ext uri="{FF2B5EF4-FFF2-40B4-BE49-F238E27FC236}">
                <a16:creationId xmlns:a16="http://schemas.microsoft.com/office/drawing/2014/main" id="{81ABABC6-9172-2CE4-0257-51CC9AD2F3E2}"/>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D55D7007-FEB3-4AB6-9B3B-533A8F7AA437}" type="datetime1">
              <a:rPr lang="en-US"/>
              <a:pPr>
                <a:defRPr/>
              </a:pPr>
              <a:t>8/19/2026</a:t>
            </a:fld>
            <a:r>
              <a:rPr lang="en-US" altLang="ja-JP" dirty="0"/>
              <a:t> </a:t>
            </a:r>
          </a:p>
        </p:txBody>
      </p:sp>
    </p:spTree>
    <p:extLst>
      <p:ext uri="{BB962C8B-B14F-4D97-AF65-F5344CB8AC3E}">
        <p14:creationId xmlns:p14="http://schemas.microsoft.com/office/powerpoint/2010/main" val="1408783661"/>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40267" y="271463"/>
            <a:ext cx="9139767" cy="520700"/>
          </a:xfrm>
        </p:spPr>
        <p:txBody>
          <a:bodyPr/>
          <a:lstStyle/>
          <a:p>
            <a:r>
              <a:rPr lang="en-US"/>
              <a:t>Click to edit Master title style</a:t>
            </a:r>
          </a:p>
        </p:txBody>
      </p:sp>
      <p:sp>
        <p:nvSpPr>
          <p:cNvPr id="3" name="Content Placeholder 2"/>
          <p:cNvSpPr>
            <a:spLocks noGrp="1"/>
          </p:cNvSpPr>
          <p:nvPr>
            <p:ph sz="quarter" idx="1"/>
          </p:nvPr>
        </p:nvSpPr>
        <p:spPr>
          <a:xfrm>
            <a:off x="476251" y="890589"/>
            <a:ext cx="5503333" cy="2706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82784" y="890589"/>
            <a:ext cx="5503333" cy="2706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76251" y="3749676"/>
            <a:ext cx="5503333" cy="270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82784" y="3749676"/>
            <a:ext cx="5503333" cy="270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EDBABE5B-C2DA-F337-6D6C-CB7BBF50558B}"/>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B9D956C8-1790-4A4C-9F98-34B85EA94D47}" type="slidenum">
              <a:rPr lang="en-US" altLang="ja-JP" smtClean="0"/>
              <a:pPr>
                <a:defRPr/>
              </a:pPr>
              <a:t>‹#›</a:t>
            </a:fld>
            <a:endParaRPr lang="en-US" altLang="ja-JP"/>
          </a:p>
        </p:txBody>
      </p:sp>
      <p:sp>
        <p:nvSpPr>
          <p:cNvPr id="8" name="Date Placeholder 7">
            <a:extLst>
              <a:ext uri="{FF2B5EF4-FFF2-40B4-BE49-F238E27FC236}">
                <a16:creationId xmlns:a16="http://schemas.microsoft.com/office/drawing/2014/main" id="{C1F97BC4-6B5E-3C54-63B4-797FB56F182E}"/>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C28EA82E-EE91-45ED-8913-BA28C499FD8C}" type="datetime1">
              <a:rPr lang="en-US"/>
              <a:pPr>
                <a:defRPr/>
              </a:pPr>
              <a:t>8/19/2026</a:t>
            </a:fld>
            <a:r>
              <a:rPr lang="en-US" altLang="ja-JP" dirty="0"/>
              <a:t> </a:t>
            </a:r>
          </a:p>
        </p:txBody>
      </p:sp>
    </p:spTree>
    <p:extLst>
      <p:ext uri="{BB962C8B-B14F-4D97-AF65-F5344CB8AC3E}">
        <p14:creationId xmlns:p14="http://schemas.microsoft.com/office/powerpoint/2010/main" val="3765841898"/>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2" name="Picture 2" descr="R&amp;S Logo - Smooth Med Res">
            <a:extLst>
              <a:ext uri="{FF2B5EF4-FFF2-40B4-BE49-F238E27FC236}">
                <a16:creationId xmlns:a16="http://schemas.microsoft.com/office/drawing/2014/main" id="{AAA970FE-9D6E-4F43-DE0B-2C2E819947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4800" y="5407025"/>
            <a:ext cx="4960938"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Line 3">
            <a:extLst>
              <a:ext uri="{FF2B5EF4-FFF2-40B4-BE49-F238E27FC236}">
                <a16:creationId xmlns:a16="http://schemas.microsoft.com/office/drawing/2014/main" id="{81DEF323-78E5-2AD0-5CDD-08D8531E7F89}"/>
              </a:ext>
            </a:extLst>
          </p:cNvPr>
          <p:cNvSpPr>
            <a:spLocks noChangeShapeType="1"/>
          </p:cNvSpPr>
          <p:nvPr/>
        </p:nvSpPr>
        <p:spPr bwMode="auto">
          <a:xfrm>
            <a:off x="458788" y="2882900"/>
            <a:ext cx="11195050" cy="0"/>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 name="Rectangle 7">
            <a:extLst>
              <a:ext uri="{FF2B5EF4-FFF2-40B4-BE49-F238E27FC236}">
                <a16:creationId xmlns:a16="http://schemas.microsoft.com/office/drawing/2014/main" id="{26846136-CD69-6539-D06E-2297F450282D}"/>
              </a:ext>
            </a:extLst>
          </p:cNvPr>
          <p:cNvSpPr>
            <a:spLocks noChangeArrowheads="1"/>
          </p:cNvSpPr>
          <p:nvPr/>
        </p:nvSpPr>
        <p:spPr bwMode="auto">
          <a:xfrm>
            <a:off x="400050" y="2903538"/>
            <a:ext cx="11253788" cy="668337"/>
          </a:xfrm>
          <a:prstGeom prst="rect">
            <a:avLst/>
          </a:prstGeom>
          <a:noFill/>
          <a:ln>
            <a:noFill/>
          </a:ln>
          <a:effectLst/>
        </p:spPr>
        <p:txBody>
          <a:bodyPr lIns="93481" tIns="91398" rIns="93481" bIns="91398" anchor="ctr"/>
          <a:lstStyle>
            <a:lvl1pPr eaLnBrk="0" hangingPunct="0">
              <a:defRPr sz="3200">
                <a:solidFill>
                  <a:schemeClr val="tx1"/>
                </a:solidFill>
                <a:latin typeface="Times New Roman" panose="02020603050405020304" pitchFamily="18" charset="0"/>
                <a:cs typeface="Arial" panose="020B0604020202020204" pitchFamily="34" charset="0"/>
              </a:defRPr>
            </a:lvl1pPr>
            <a:lvl2pPr marL="742950" indent="-285750" eaLnBrk="0" hangingPunct="0">
              <a:defRPr sz="3200">
                <a:solidFill>
                  <a:schemeClr val="tx1"/>
                </a:solidFill>
                <a:latin typeface="Times New Roman" panose="02020603050405020304" pitchFamily="18" charset="0"/>
                <a:cs typeface="Arial" panose="020B0604020202020204" pitchFamily="34" charset="0"/>
              </a:defRPr>
            </a:lvl2pPr>
            <a:lvl3pPr marL="1143000" indent="-228600" eaLnBrk="0" hangingPunct="0">
              <a:defRPr sz="3200">
                <a:solidFill>
                  <a:schemeClr val="tx1"/>
                </a:solidFill>
                <a:latin typeface="Times New Roman" panose="02020603050405020304" pitchFamily="18" charset="0"/>
                <a:cs typeface="Arial" panose="020B0604020202020204" pitchFamily="34" charset="0"/>
              </a:defRPr>
            </a:lvl3pPr>
            <a:lvl4pPr marL="1600200" indent="-228600" eaLnBrk="0" hangingPunct="0">
              <a:defRPr sz="3200">
                <a:solidFill>
                  <a:schemeClr val="tx1"/>
                </a:solidFill>
                <a:latin typeface="Times New Roman" panose="02020603050405020304" pitchFamily="18" charset="0"/>
                <a:cs typeface="Arial" panose="020B0604020202020204" pitchFamily="34" charset="0"/>
              </a:defRPr>
            </a:lvl4pPr>
            <a:lvl5pPr marL="2057400" indent="-228600" eaLnBrk="0" hangingPunct="0">
              <a:defRPr sz="3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9pPr>
          </a:lstStyle>
          <a:p>
            <a:pPr eaLnBrk="1" hangingPunct="1">
              <a:defRPr/>
            </a:pPr>
            <a:endParaRPr kumimoji="1" lang="en-US" altLang="en-US" sz="1800">
              <a:solidFill>
                <a:srgbClr val="000000"/>
              </a:solidFill>
              <a:latin typeface="Arial" panose="020B0604020202020204" pitchFamily="34" charset="0"/>
            </a:endParaRPr>
          </a:p>
        </p:txBody>
      </p:sp>
      <p:sp>
        <p:nvSpPr>
          <p:cNvPr id="4100" name="Rectangle 4"/>
          <p:cNvSpPr>
            <a:spLocks noGrp="1" noChangeArrowheads="1"/>
          </p:cNvSpPr>
          <p:nvPr>
            <p:ph type="ctrTitle"/>
          </p:nvPr>
        </p:nvSpPr>
        <p:spPr>
          <a:xfrm>
            <a:off x="438152" y="2214564"/>
            <a:ext cx="11256433" cy="668337"/>
          </a:xfrm>
        </p:spPr>
        <p:txBody>
          <a:bodyPr lIns="93481" tIns="91398" rIns="93481" bIns="91398"/>
          <a:lstStyle>
            <a:lvl1pPr algn="ctr">
              <a:defRPr sz="2800"/>
            </a:lvl1pPr>
          </a:lstStyle>
          <a:p>
            <a:pPr lvl="0"/>
            <a:r>
              <a:rPr lang="en-US" altLang="ja-JP" noProof="0"/>
              <a:t>Click to edit title master style</a:t>
            </a:r>
          </a:p>
        </p:txBody>
      </p:sp>
      <p:sp>
        <p:nvSpPr>
          <p:cNvPr id="4101" name="Rectangle 5"/>
          <p:cNvSpPr>
            <a:spLocks noGrp="1" noChangeArrowheads="1"/>
          </p:cNvSpPr>
          <p:nvPr>
            <p:ph type="subTitle" idx="1"/>
          </p:nvPr>
        </p:nvSpPr>
        <p:spPr>
          <a:xfrm>
            <a:off x="478367" y="5341939"/>
            <a:ext cx="4284133" cy="668337"/>
          </a:xfrm>
        </p:spPr>
        <p:txBody>
          <a:bodyPr/>
          <a:lstStyle>
            <a:lvl1pPr marL="0" indent="0">
              <a:buFont typeface="Symbol" pitchFamily="18" charset="2"/>
              <a:buNone/>
              <a:defRPr sz="2400"/>
            </a:lvl1pPr>
          </a:lstStyle>
          <a:p>
            <a:pPr lvl="0"/>
            <a:r>
              <a:rPr lang="en-US" altLang="ja-JP" noProof="0"/>
              <a:t>Click to edit Master subtitle style</a:t>
            </a:r>
          </a:p>
        </p:txBody>
      </p:sp>
    </p:spTree>
    <p:extLst>
      <p:ext uri="{BB962C8B-B14F-4D97-AF65-F5344CB8AC3E}">
        <p14:creationId xmlns:p14="http://schemas.microsoft.com/office/powerpoint/2010/main" val="173368702"/>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B3284D90-34DC-EB6F-C0D7-AE923748A7A0}"/>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D8DD2477-1B04-4A09-9D5F-39A27EC4D01E}" type="slidenum">
              <a:rPr lang="en-US" altLang="ja-JP" smtClean="0"/>
              <a:pPr>
                <a:defRPr/>
              </a:pPr>
              <a:t>‹#›</a:t>
            </a:fld>
            <a:endParaRPr lang="en-US" altLang="ja-JP"/>
          </a:p>
        </p:txBody>
      </p:sp>
      <p:sp>
        <p:nvSpPr>
          <p:cNvPr id="5" name="Rectangle 7">
            <a:extLst>
              <a:ext uri="{FF2B5EF4-FFF2-40B4-BE49-F238E27FC236}">
                <a16:creationId xmlns:a16="http://schemas.microsoft.com/office/drawing/2014/main" id="{C9800CAA-7E88-F0F7-1133-B7CBD075E321}"/>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28CDFFDB-B569-41D9-9DEB-E6EF9A43F4CF}" type="datetime1">
              <a:rPr lang="en-US"/>
              <a:pPr>
                <a:defRPr/>
              </a:pPr>
              <a:t>8/19/2026</a:t>
            </a:fld>
            <a:r>
              <a:rPr lang="en-US" altLang="ja-JP" dirty="0"/>
              <a:t> </a:t>
            </a:r>
          </a:p>
        </p:txBody>
      </p:sp>
    </p:spTree>
    <p:extLst>
      <p:ext uri="{BB962C8B-B14F-4D97-AF65-F5344CB8AC3E}">
        <p14:creationId xmlns:p14="http://schemas.microsoft.com/office/powerpoint/2010/main" val="653249237"/>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4C6FBD22-9C3E-A99C-069A-736CC3AD3287}"/>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91A4664D-C734-4E41-8D83-DFB521CB4999}" type="slidenum">
              <a:rPr lang="en-US" altLang="ja-JP" smtClean="0"/>
              <a:pPr>
                <a:defRPr/>
              </a:pPr>
              <a:t>‹#›</a:t>
            </a:fld>
            <a:endParaRPr lang="en-US" altLang="ja-JP"/>
          </a:p>
        </p:txBody>
      </p:sp>
      <p:sp>
        <p:nvSpPr>
          <p:cNvPr id="5" name="Rectangle 7">
            <a:extLst>
              <a:ext uri="{FF2B5EF4-FFF2-40B4-BE49-F238E27FC236}">
                <a16:creationId xmlns:a16="http://schemas.microsoft.com/office/drawing/2014/main" id="{6F401FB8-60FA-B00E-6DCA-46CD56BC3B2A}"/>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BD7A8B76-D867-4286-81FC-31B593DAFB93}" type="datetime1">
              <a:rPr lang="en-US"/>
              <a:pPr>
                <a:defRPr/>
              </a:pPr>
              <a:t>8/19/2026</a:t>
            </a:fld>
            <a:r>
              <a:rPr lang="en-US" altLang="ja-JP" dirty="0"/>
              <a:t> </a:t>
            </a:r>
          </a:p>
        </p:txBody>
      </p:sp>
    </p:spTree>
    <p:extLst>
      <p:ext uri="{BB962C8B-B14F-4D97-AF65-F5344CB8AC3E}">
        <p14:creationId xmlns:p14="http://schemas.microsoft.com/office/powerpoint/2010/main" val="972794298"/>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76251" y="890588"/>
            <a:ext cx="5503333" cy="5567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2784" y="890588"/>
            <a:ext cx="5503333" cy="5567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E1466B87-C6AD-AE8E-30F5-6E45D2697072}"/>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01655DB4-6AAA-461B-91EB-9FABA8A9982B}" type="slidenum">
              <a:rPr lang="en-US" altLang="ja-JP" smtClean="0"/>
              <a:pPr>
                <a:defRPr/>
              </a:pPr>
              <a:t>‹#›</a:t>
            </a:fld>
            <a:endParaRPr lang="en-US" altLang="ja-JP"/>
          </a:p>
        </p:txBody>
      </p:sp>
      <p:sp>
        <p:nvSpPr>
          <p:cNvPr id="6" name="Rectangle 7">
            <a:extLst>
              <a:ext uri="{FF2B5EF4-FFF2-40B4-BE49-F238E27FC236}">
                <a16:creationId xmlns:a16="http://schemas.microsoft.com/office/drawing/2014/main" id="{E5FD3E4D-8608-9EFC-92C1-E0A941C38BBD}"/>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1EFC923D-4143-4189-9FC9-E8969AB0344B}" type="datetime1">
              <a:rPr lang="en-US"/>
              <a:pPr>
                <a:defRPr/>
              </a:pPr>
              <a:t>8/19/2026</a:t>
            </a:fld>
            <a:r>
              <a:rPr lang="en-US" altLang="ja-JP" dirty="0"/>
              <a:t> </a:t>
            </a:r>
          </a:p>
        </p:txBody>
      </p:sp>
    </p:spTree>
    <p:extLst>
      <p:ext uri="{BB962C8B-B14F-4D97-AF65-F5344CB8AC3E}">
        <p14:creationId xmlns:p14="http://schemas.microsoft.com/office/powerpoint/2010/main" val="1314385653"/>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41F902FC-B648-5C1E-7BFD-90950BDA57C6}"/>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9461392B-77F4-4F7C-8367-3EB22AA99BEB}" type="slidenum">
              <a:rPr lang="en-US" altLang="ja-JP" smtClean="0"/>
              <a:pPr>
                <a:defRPr/>
              </a:pPr>
              <a:t>‹#›</a:t>
            </a:fld>
            <a:endParaRPr lang="en-US" altLang="ja-JP"/>
          </a:p>
        </p:txBody>
      </p:sp>
      <p:sp>
        <p:nvSpPr>
          <p:cNvPr id="8" name="Date Placeholder 7">
            <a:extLst>
              <a:ext uri="{FF2B5EF4-FFF2-40B4-BE49-F238E27FC236}">
                <a16:creationId xmlns:a16="http://schemas.microsoft.com/office/drawing/2014/main" id="{8043247B-067A-6F40-EE65-E762CDAD7651}"/>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BB5943B6-AEAA-440F-A77C-850948F4BFC2}" type="datetime1">
              <a:rPr lang="en-US"/>
              <a:pPr>
                <a:defRPr/>
              </a:pPr>
              <a:t>8/19/2026</a:t>
            </a:fld>
            <a:r>
              <a:rPr lang="en-US" altLang="ja-JP" dirty="0"/>
              <a:t> </a:t>
            </a:r>
          </a:p>
        </p:txBody>
      </p:sp>
    </p:spTree>
    <p:extLst>
      <p:ext uri="{BB962C8B-B14F-4D97-AF65-F5344CB8AC3E}">
        <p14:creationId xmlns:p14="http://schemas.microsoft.com/office/powerpoint/2010/main" val="1271328102"/>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id="{041411E1-5971-9FDD-BB78-A3F959D2894E}"/>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F317A0E5-F510-43E8-B12F-1C9AEC16506B}" type="slidenum">
              <a:rPr lang="en-US" altLang="ja-JP" smtClean="0"/>
              <a:pPr>
                <a:defRPr/>
              </a:pPr>
              <a:t>‹#›</a:t>
            </a:fld>
            <a:endParaRPr lang="en-US" altLang="ja-JP"/>
          </a:p>
        </p:txBody>
      </p:sp>
      <p:sp>
        <p:nvSpPr>
          <p:cNvPr id="4" name="Rectangle 7">
            <a:extLst>
              <a:ext uri="{FF2B5EF4-FFF2-40B4-BE49-F238E27FC236}">
                <a16:creationId xmlns:a16="http://schemas.microsoft.com/office/drawing/2014/main" id="{80E2A645-133F-EC88-CD29-82364BF2D262}"/>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A89B5F47-395E-4B63-A9B0-C61F229B4F8F}" type="datetime1">
              <a:rPr lang="en-US"/>
              <a:pPr>
                <a:defRPr/>
              </a:pPr>
              <a:t>8/19/2026</a:t>
            </a:fld>
            <a:r>
              <a:rPr lang="en-US" altLang="ja-JP" dirty="0"/>
              <a:t> </a:t>
            </a:r>
          </a:p>
        </p:txBody>
      </p:sp>
    </p:spTree>
    <p:extLst>
      <p:ext uri="{BB962C8B-B14F-4D97-AF65-F5344CB8AC3E}">
        <p14:creationId xmlns:p14="http://schemas.microsoft.com/office/powerpoint/2010/main" val="1494520407"/>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E5BAD23D-F3DD-9D35-8CC7-9DBA4A182889}"/>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06CB86B0-4BD6-471C-95FE-4C977F7D55EC}" type="slidenum">
              <a:rPr lang="en-US" altLang="ja-JP" smtClean="0"/>
              <a:pPr>
                <a:defRPr/>
              </a:pPr>
              <a:t>‹#›</a:t>
            </a:fld>
            <a:endParaRPr lang="en-US" altLang="ja-JP"/>
          </a:p>
        </p:txBody>
      </p:sp>
      <p:sp>
        <p:nvSpPr>
          <p:cNvPr id="3" name="Rectangle 7">
            <a:extLst>
              <a:ext uri="{FF2B5EF4-FFF2-40B4-BE49-F238E27FC236}">
                <a16:creationId xmlns:a16="http://schemas.microsoft.com/office/drawing/2014/main" id="{679F3F16-E4A4-2978-CB24-790FD2DB30D3}"/>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4FF6F19C-DD9E-4047-B0F6-A06B8E8485C9}" type="datetime1">
              <a:rPr lang="en-US"/>
              <a:pPr>
                <a:defRPr/>
              </a:pPr>
              <a:t>8/19/2026</a:t>
            </a:fld>
            <a:r>
              <a:rPr lang="en-US" altLang="ja-JP" dirty="0"/>
              <a:t> </a:t>
            </a:r>
          </a:p>
        </p:txBody>
      </p:sp>
    </p:spTree>
    <p:extLst>
      <p:ext uri="{BB962C8B-B14F-4D97-AF65-F5344CB8AC3E}">
        <p14:creationId xmlns:p14="http://schemas.microsoft.com/office/powerpoint/2010/main" val="2577459873"/>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A8542A8E-C7F3-3DF0-8DC2-497D2F51C001}"/>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E42E75EE-6D0D-4445-97FF-C3FF3EBABEB8}" type="slidenum">
              <a:rPr lang="en-US" altLang="ja-JP" smtClean="0"/>
              <a:pPr>
                <a:defRPr/>
              </a:pPr>
              <a:t>‹#›</a:t>
            </a:fld>
            <a:endParaRPr lang="en-US" altLang="ja-JP"/>
          </a:p>
        </p:txBody>
      </p:sp>
      <p:sp>
        <p:nvSpPr>
          <p:cNvPr id="6" name="Rectangle 7">
            <a:extLst>
              <a:ext uri="{FF2B5EF4-FFF2-40B4-BE49-F238E27FC236}">
                <a16:creationId xmlns:a16="http://schemas.microsoft.com/office/drawing/2014/main" id="{BBF527EB-20BE-24F3-83D6-B0820C4A5A4F}"/>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DBE9FE74-B793-4D59-BE58-29F39C10A483}" type="datetime1">
              <a:rPr lang="en-US"/>
              <a:pPr>
                <a:defRPr/>
              </a:pPr>
              <a:t>8/19/2026</a:t>
            </a:fld>
            <a:r>
              <a:rPr lang="en-US" altLang="ja-JP" dirty="0"/>
              <a:t> </a:t>
            </a:r>
          </a:p>
        </p:txBody>
      </p:sp>
    </p:spTree>
    <p:extLst>
      <p:ext uri="{BB962C8B-B14F-4D97-AF65-F5344CB8AC3E}">
        <p14:creationId xmlns:p14="http://schemas.microsoft.com/office/powerpoint/2010/main" val="858618880"/>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2FCC25CF-ABC7-8C1E-40CB-79B626A13F85}"/>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EB58C81C-97CF-4C87-A8BE-ED2E6BD6CAAD}" type="slidenum">
              <a:rPr lang="en-US" altLang="ja-JP" smtClean="0"/>
              <a:pPr>
                <a:defRPr/>
              </a:pPr>
              <a:t>‹#›</a:t>
            </a:fld>
            <a:endParaRPr lang="en-US" altLang="ja-JP"/>
          </a:p>
        </p:txBody>
      </p:sp>
      <p:sp>
        <p:nvSpPr>
          <p:cNvPr id="6" name="Rectangle 7">
            <a:extLst>
              <a:ext uri="{FF2B5EF4-FFF2-40B4-BE49-F238E27FC236}">
                <a16:creationId xmlns:a16="http://schemas.microsoft.com/office/drawing/2014/main" id="{267DC7B9-12BA-39D7-AF9D-F8E557085C0B}"/>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ED6B546E-B474-4DC6-8825-84826CD40B4D}" type="datetime1">
              <a:rPr lang="en-US"/>
              <a:pPr>
                <a:defRPr/>
              </a:pPr>
              <a:t>8/19/2026</a:t>
            </a:fld>
            <a:r>
              <a:rPr lang="en-US" altLang="ja-JP" dirty="0"/>
              <a:t> </a:t>
            </a:r>
          </a:p>
        </p:txBody>
      </p:sp>
    </p:spTree>
    <p:extLst>
      <p:ext uri="{BB962C8B-B14F-4D97-AF65-F5344CB8AC3E}">
        <p14:creationId xmlns:p14="http://schemas.microsoft.com/office/powerpoint/2010/main" val="2183167669"/>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DC1356EC-0425-7D37-D08E-280ED4F76115}"/>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658E90CC-1405-4DA0-843B-400869FE37B1}" type="slidenum">
              <a:rPr lang="en-US" altLang="ja-JP" smtClean="0"/>
              <a:pPr>
                <a:defRPr/>
              </a:pPr>
              <a:t>‹#›</a:t>
            </a:fld>
            <a:endParaRPr lang="en-US" altLang="ja-JP"/>
          </a:p>
        </p:txBody>
      </p:sp>
      <p:sp>
        <p:nvSpPr>
          <p:cNvPr id="5" name="Rectangle 7">
            <a:extLst>
              <a:ext uri="{FF2B5EF4-FFF2-40B4-BE49-F238E27FC236}">
                <a16:creationId xmlns:a16="http://schemas.microsoft.com/office/drawing/2014/main" id="{F34C1096-F418-8FA2-13A5-769F0A56E849}"/>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169E7FCF-4B7B-4ECE-B10F-1C664055D46D}" type="datetime1">
              <a:rPr lang="en-US"/>
              <a:pPr>
                <a:defRPr/>
              </a:pPr>
              <a:t>8/19/2026</a:t>
            </a:fld>
            <a:r>
              <a:rPr lang="en-US" altLang="ja-JP" dirty="0"/>
              <a:t> </a:t>
            </a:r>
          </a:p>
        </p:txBody>
      </p:sp>
    </p:spTree>
    <p:extLst>
      <p:ext uri="{BB962C8B-B14F-4D97-AF65-F5344CB8AC3E}">
        <p14:creationId xmlns:p14="http://schemas.microsoft.com/office/powerpoint/2010/main" val="2939754630"/>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75184" y="271464"/>
            <a:ext cx="2810933" cy="61864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40267" y="271464"/>
            <a:ext cx="8231717" cy="61864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4F8C7409-1168-7168-CDBE-AD6A009554AE}"/>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4C8C61D2-98EF-4F69-96D7-A258B1CA4F4A}" type="slidenum">
              <a:rPr lang="en-US" altLang="ja-JP" smtClean="0"/>
              <a:pPr>
                <a:defRPr/>
              </a:pPr>
              <a:t>‹#›</a:t>
            </a:fld>
            <a:endParaRPr lang="en-US" altLang="ja-JP"/>
          </a:p>
        </p:txBody>
      </p:sp>
      <p:sp>
        <p:nvSpPr>
          <p:cNvPr id="5" name="Rectangle 7">
            <a:extLst>
              <a:ext uri="{FF2B5EF4-FFF2-40B4-BE49-F238E27FC236}">
                <a16:creationId xmlns:a16="http://schemas.microsoft.com/office/drawing/2014/main" id="{F79087A4-8AED-28DA-A0F0-1E7040898E5E}"/>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7FFA717C-2957-47D1-A19C-A6AC66889B56}" type="datetime1">
              <a:rPr lang="en-US"/>
              <a:pPr>
                <a:defRPr/>
              </a:pPr>
              <a:t>8/19/2026</a:t>
            </a:fld>
            <a:r>
              <a:rPr lang="en-US" altLang="ja-JP" dirty="0"/>
              <a:t> </a:t>
            </a:r>
          </a:p>
        </p:txBody>
      </p:sp>
    </p:spTree>
    <p:extLst>
      <p:ext uri="{BB962C8B-B14F-4D97-AF65-F5344CB8AC3E}">
        <p14:creationId xmlns:p14="http://schemas.microsoft.com/office/powerpoint/2010/main" val="3038136768"/>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0267" y="271463"/>
            <a:ext cx="9139767" cy="520700"/>
          </a:xfrm>
        </p:spPr>
        <p:txBody>
          <a:bodyPr/>
          <a:lstStyle/>
          <a:p>
            <a:r>
              <a:rPr lang="en-US"/>
              <a:t>Click to edit Master title style</a:t>
            </a:r>
          </a:p>
        </p:txBody>
      </p:sp>
      <p:sp>
        <p:nvSpPr>
          <p:cNvPr id="3" name="Text Placeholder 2"/>
          <p:cNvSpPr>
            <a:spLocks noGrp="1"/>
          </p:cNvSpPr>
          <p:nvPr>
            <p:ph type="body" sz="half" idx="1"/>
          </p:nvPr>
        </p:nvSpPr>
        <p:spPr>
          <a:xfrm>
            <a:off x="476251" y="890588"/>
            <a:ext cx="5503333" cy="5567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2784" y="890588"/>
            <a:ext cx="5503333" cy="5567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B8C1A770-2F83-1534-3AC4-E065A9038217}"/>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06900AB4-B2E8-4295-8737-E35B3DABA6CE}" type="slidenum">
              <a:rPr lang="en-US" altLang="ja-JP" smtClean="0"/>
              <a:pPr>
                <a:defRPr/>
              </a:pPr>
              <a:t>‹#›</a:t>
            </a:fld>
            <a:endParaRPr lang="en-US" altLang="ja-JP"/>
          </a:p>
        </p:txBody>
      </p:sp>
      <p:sp>
        <p:nvSpPr>
          <p:cNvPr id="6" name="Rectangle 7">
            <a:extLst>
              <a:ext uri="{FF2B5EF4-FFF2-40B4-BE49-F238E27FC236}">
                <a16:creationId xmlns:a16="http://schemas.microsoft.com/office/drawing/2014/main" id="{F3D85F18-84C1-E0C0-F24A-1D03FB95F560}"/>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D57684B7-363E-43A2-B6A2-1619EF38C15A}" type="datetime1">
              <a:rPr lang="en-US"/>
              <a:pPr>
                <a:defRPr/>
              </a:pPr>
              <a:t>8/19/2026</a:t>
            </a:fld>
            <a:r>
              <a:rPr lang="en-US" altLang="ja-JP" dirty="0"/>
              <a:t> </a:t>
            </a:r>
          </a:p>
        </p:txBody>
      </p:sp>
    </p:spTree>
    <p:extLst>
      <p:ext uri="{BB962C8B-B14F-4D97-AF65-F5344CB8AC3E}">
        <p14:creationId xmlns:p14="http://schemas.microsoft.com/office/powerpoint/2010/main" val="454427262"/>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40267" y="271463"/>
            <a:ext cx="9139767" cy="520700"/>
          </a:xfrm>
        </p:spPr>
        <p:txBody>
          <a:bodyPr/>
          <a:lstStyle/>
          <a:p>
            <a:r>
              <a:rPr lang="en-US"/>
              <a:t>Click to edit Master title style</a:t>
            </a:r>
          </a:p>
        </p:txBody>
      </p:sp>
      <p:sp>
        <p:nvSpPr>
          <p:cNvPr id="3" name="Table Placeholder 2"/>
          <p:cNvSpPr>
            <a:spLocks noGrp="1"/>
          </p:cNvSpPr>
          <p:nvPr>
            <p:ph type="tbl" idx="1"/>
          </p:nvPr>
        </p:nvSpPr>
        <p:spPr>
          <a:xfrm>
            <a:off x="476251" y="890588"/>
            <a:ext cx="11209867" cy="5567362"/>
          </a:xfrm>
        </p:spPr>
        <p:txBody>
          <a:bodyPr/>
          <a:lstStyle/>
          <a:p>
            <a:pPr lvl="0"/>
            <a:endParaRPr lang="en-US" noProof="0" dirty="0"/>
          </a:p>
        </p:txBody>
      </p:sp>
      <p:sp>
        <p:nvSpPr>
          <p:cNvPr id="4" name="Rectangle 6">
            <a:extLst>
              <a:ext uri="{FF2B5EF4-FFF2-40B4-BE49-F238E27FC236}">
                <a16:creationId xmlns:a16="http://schemas.microsoft.com/office/drawing/2014/main" id="{E56E9419-37AB-9F91-5793-D9C993D00906}"/>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35A310EF-EE10-4DEC-8474-94FF12D65975}" type="slidenum">
              <a:rPr lang="en-US" altLang="ja-JP" smtClean="0"/>
              <a:pPr>
                <a:defRPr/>
              </a:pPr>
              <a:t>‹#›</a:t>
            </a:fld>
            <a:endParaRPr lang="en-US" altLang="ja-JP"/>
          </a:p>
        </p:txBody>
      </p:sp>
      <p:sp>
        <p:nvSpPr>
          <p:cNvPr id="5" name="Rectangle 7">
            <a:extLst>
              <a:ext uri="{FF2B5EF4-FFF2-40B4-BE49-F238E27FC236}">
                <a16:creationId xmlns:a16="http://schemas.microsoft.com/office/drawing/2014/main" id="{787C12B8-BE0E-E4A6-25F4-1E531EA9A6C6}"/>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1AF099ED-C4C9-4FA7-B335-28B952E89F20}" type="datetime1">
              <a:rPr lang="en-US"/>
              <a:pPr>
                <a:defRPr/>
              </a:pPr>
              <a:t>8/19/2026</a:t>
            </a:fld>
            <a:r>
              <a:rPr lang="en-US" altLang="ja-JP" dirty="0"/>
              <a:t> </a:t>
            </a:r>
          </a:p>
        </p:txBody>
      </p:sp>
    </p:spTree>
    <p:extLst>
      <p:ext uri="{BB962C8B-B14F-4D97-AF65-F5344CB8AC3E}">
        <p14:creationId xmlns:p14="http://schemas.microsoft.com/office/powerpoint/2010/main" val="1269069336"/>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40267" y="271463"/>
            <a:ext cx="9139767" cy="520700"/>
          </a:xfrm>
        </p:spPr>
        <p:txBody>
          <a:bodyPr/>
          <a:lstStyle/>
          <a:p>
            <a:r>
              <a:rPr lang="en-US"/>
              <a:t>Click to edit Master title style</a:t>
            </a:r>
          </a:p>
        </p:txBody>
      </p:sp>
      <p:sp>
        <p:nvSpPr>
          <p:cNvPr id="3" name="Content Placeholder 2"/>
          <p:cNvSpPr>
            <a:spLocks noGrp="1"/>
          </p:cNvSpPr>
          <p:nvPr>
            <p:ph sz="quarter" idx="1"/>
          </p:nvPr>
        </p:nvSpPr>
        <p:spPr>
          <a:xfrm>
            <a:off x="476251" y="890589"/>
            <a:ext cx="5503333" cy="2706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82784" y="890589"/>
            <a:ext cx="5503333" cy="2706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76251" y="3749676"/>
            <a:ext cx="5503333" cy="270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82784" y="3749676"/>
            <a:ext cx="5503333" cy="270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59E28AD1-6D14-84DE-E14E-5426951760C9}"/>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DA3B1239-DDBA-43F1-AAEE-5A7E843B6F00}" type="slidenum">
              <a:rPr lang="en-US" altLang="ja-JP" smtClean="0"/>
              <a:pPr>
                <a:defRPr/>
              </a:pPr>
              <a:t>‹#›</a:t>
            </a:fld>
            <a:endParaRPr lang="en-US" altLang="ja-JP"/>
          </a:p>
        </p:txBody>
      </p:sp>
      <p:sp>
        <p:nvSpPr>
          <p:cNvPr id="8" name="Date Placeholder 7">
            <a:extLst>
              <a:ext uri="{FF2B5EF4-FFF2-40B4-BE49-F238E27FC236}">
                <a16:creationId xmlns:a16="http://schemas.microsoft.com/office/drawing/2014/main" id="{EFDCEADF-E006-51F0-1186-CE0205141F0D}"/>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7D1060EC-AB1C-4433-AE35-8602DC7842B9}" type="datetime1">
              <a:rPr lang="en-US"/>
              <a:pPr>
                <a:defRPr/>
              </a:pPr>
              <a:t>8/19/2026</a:t>
            </a:fld>
            <a:r>
              <a:rPr lang="en-US" altLang="ja-JP" dirty="0"/>
              <a:t> </a:t>
            </a:r>
          </a:p>
        </p:txBody>
      </p:sp>
    </p:spTree>
    <p:extLst>
      <p:ext uri="{BB962C8B-B14F-4D97-AF65-F5344CB8AC3E}">
        <p14:creationId xmlns:p14="http://schemas.microsoft.com/office/powerpoint/2010/main" val="2521648184"/>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910499"/>
            <a:ext cx="12192000" cy="967819"/>
          </a:xfrm>
        </p:spPr>
        <p:txBody>
          <a:bodyPr anchor="b">
            <a:noAutofit/>
          </a:bodyPr>
          <a:lstStyle>
            <a:lvl1pPr algn="ctr">
              <a:defRPr sz="5333"/>
            </a:lvl1pPr>
          </a:lstStyle>
          <a:p>
            <a:r>
              <a:rPr lang="en-US" dirty="0"/>
              <a:t>Click to edit Master title style</a:t>
            </a:r>
          </a:p>
        </p:txBody>
      </p:sp>
      <p:sp>
        <p:nvSpPr>
          <p:cNvPr id="3" name="Subtitle 2"/>
          <p:cNvSpPr>
            <a:spLocks noGrp="1"/>
          </p:cNvSpPr>
          <p:nvPr>
            <p:ph type="subTitle" idx="1"/>
          </p:nvPr>
        </p:nvSpPr>
        <p:spPr>
          <a:xfrm>
            <a:off x="1524000" y="2998721"/>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0A61152E-1F62-C6D4-4A47-714147DA2508}"/>
              </a:ext>
            </a:extLst>
          </p:cNvPr>
          <p:cNvSpPr>
            <a:spLocks noGrp="1"/>
          </p:cNvSpPr>
          <p:nvPr>
            <p:ph type="dt" sz="half" idx="10"/>
          </p:nvPr>
        </p:nvSpPr>
        <p:spPr/>
        <p:txBody>
          <a:bodyPr/>
          <a:lstStyle>
            <a:lvl1pPr>
              <a:defRPr/>
            </a:lvl1pPr>
          </a:lstStyle>
          <a:p>
            <a:pPr>
              <a:defRPr/>
            </a:pPr>
            <a:fld id="{2AFA8A10-4C29-6245-9ABB-B8C52547EF77}" type="datetimeFigureOut">
              <a:rPr lang="en-US"/>
              <a:pPr>
                <a:defRPr/>
              </a:pPr>
              <a:t>8/19/2026</a:t>
            </a:fld>
            <a:endParaRPr lang="en-US"/>
          </a:p>
        </p:txBody>
      </p:sp>
      <p:sp>
        <p:nvSpPr>
          <p:cNvPr id="5" name="Footer Placeholder 4">
            <a:extLst>
              <a:ext uri="{FF2B5EF4-FFF2-40B4-BE49-F238E27FC236}">
                <a16:creationId xmlns:a16="http://schemas.microsoft.com/office/drawing/2014/main" id="{428EDDEC-4B35-A914-9875-62C25651F87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0ADC201-16EC-D24D-9711-118FE5F9CAC5}"/>
              </a:ext>
            </a:extLst>
          </p:cNvPr>
          <p:cNvSpPr>
            <a:spLocks noGrp="1"/>
          </p:cNvSpPr>
          <p:nvPr>
            <p:ph type="sldNum" sz="quarter" idx="12"/>
          </p:nvPr>
        </p:nvSpPr>
        <p:spPr/>
        <p:txBody>
          <a:bodyPr/>
          <a:lstStyle>
            <a:lvl1pPr>
              <a:defRPr/>
            </a:lvl1pPr>
          </a:lstStyle>
          <a:p>
            <a:pPr>
              <a:defRPr/>
            </a:pPr>
            <a:fld id="{2C9ACA02-749D-43E5-B270-230B8676D8D8}" type="slidenum">
              <a:rPr lang="en-US" altLang="en-US"/>
              <a:pPr>
                <a:defRPr/>
              </a:pPr>
              <a:t>‹#›</a:t>
            </a:fld>
            <a:endParaRPr lang="en-US" altLang="en-US"/>
          </a:p>
        </p:txBody>
      </p:sp>
    </p:spTree>
    <p:extLst>
      <p:ext uri="{BB962C8B-B14F-4D97-AF65-F5344CB8AC3E}">
        <p14:creationId xmlns:p14="http://schemas.microsoft.com/office/powerpoint/2010/main" val="33567958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35DE5D0-EAD6-4FF5-F327-3344D456C045}"/>
              </a:ext>
            </a:extLst>
          </p:cNvPr>
          <p:cNvSpPr>
            <a:spLocks noGrp="1"/>
          </p:cNvSpPr>
          <p:nvPr>
            <p:ph type="dt" sz="half" idx="10"/>
          </p:nvPr>
        </p:nvSpPr>
        <p:spPr/>
        <p:txBody>
          <a:bodyPr/>
          <a:lstStyle>
            <a:lvl1pPr>
              <a:defRPr/>
            </a:lvl1pPr>
          </a:lstStyle>
          <a:p>
            <a:pPr>
              <a:defRPr/>
            </a:pPr>
            <a:fld id="{2AFA8A10-4C29-6245-9ABB-B8C52547EF77}" type="datetimeFigureOut">
              <a:rPr lang="en-US"/>
              <a:pPr>
                <a:defRPr/>
              </a:pPr>
              <a:t>8/19/2026</a:t>
            </a:fld>
            <a:endParaRPr lang="en-US"/>
          </a:p>
        </p:txBody>
      </p:sp>
      <p:sp>
        <p:nvSpPr>
          <p:cNvPr id="5" name="Footer Placeholder 4">
            <a:extLst>
              <a:ext uri="{FF2B5EF4-FFF2-40B4-BE49-F238E27FC236}">
                <a16:creationId xmlns:a16="http://schemas.microsoft.com/office/drawing/2014/main" id="{98222501-CE44-38BC-B597-D1BFCE644B0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39952DC-37A6-723F-6509-00398315BD0B}"/>
              </a:ext>
            </a:extLst>
          </p:cNvPr>
          <p:cNvSpPr>
            <a:spLocks noGrp="1"/>
          </p:cNvSpPr>
          <p:nvPr>
            <p:ph type="sldNum" sz="quarter" idx="12"/>
          </p:nvPr>
        </p:nvSpPr>
        <p:spPr/>
        <p:txBody>
          <a:bodyPr/>
          <a:lstStyle>
            <a:lvl1pPr>
              <a:defRPr/>
            </a:lvl1pPr>
          </a:lstStyle>
          <a:p>
            <a:pPr>
              <a:defRPr/>
            </a:pPr>
            <a:fld id="{CEA228C4-C787-4753-AC15-3092AFB5C874}" type="slidenum">
              <a:rPr lang="en-US" altLang="en-US"/>
              <a:pPr>
                <a:defRPr/>
              </a:pPr>
              <a:t>‹#›</a:t>
            </a:fld>
            <a:endParaRPr lang="en-US" altLang="en-US"/>
          </a:p>
        </p:txBody>
      </p:sp>
    </p:spTree>
    <p:extLst>
      <p:ext uri="{BB962C8B-B14F-4D97-AF65-F5344CB8AC3E}">
        <p14:creationId xmlns:p14="http://schemas.microsoft.com/office/powerpoint/2010/main" val="407285381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normAutofit/>
          </a:bodyPr>
          <a:lstStyle>
            <a:lvl1pPr>
              <a:defRPr sz="5333"/>
            </a:lvl1pPr>
          </a:lstStyle>
          <a:p>
            <a:r>
              <a:rPr lang="en-US" dirty="0"/>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B88CC92-AFEC-852B-B221-76CB159543A0}"/>
              </a:ext>
            </a:extLst>
          </p:cNvPr>
          <p:cNvSpPr>
            <a:spLocks noGrp="1"/>
          </p:cNvSpPr>
          <p:nvPr>
            <p:ph type="dt" sz="half" idx="10"/>
          </p:nvPr>
        </p:nvSpPr>
        <p:spPr/>
        <p:txBody>
          <a:bodyPr/>
          <a:lstStyle>
            <a:lvl1pPr>
              <a:defRPr/>
            </a:lvl1pPr>
          </a:lstStyle>
          <a:p>
            <a:pPr>
              <a:defRPr/>
            </a:pPr>
            <a:fld id="{2AFA8A10-4C29-6245-9ABB-B8C52547EF77}" type="datetimeFigureOut">
              <a:rPr lang="en-US"/>
              <a:pPr>
                <a:defRPr/>
              </a:pPr>
              <a:t>8/19/2026</a:t>
            </a:fld>
            <a:endParaRPr lang="en-US"/>
          </a:p>
        </p:txBody>
      </p:sp>
      <p:sp>
        <p:nvSpPr>
          <p:cNvPr id="5" name="Footer Placeholder 4">
            <a:extLst>
              <a:ext uri="{FF2B5EF4-FFF2-40B4-BE49-F238E27FC236}">
                <a16:creationId xmlns:a16="http://schemas.microsoft.com/office/drawing/2014/main" id="{7CF79A1D-E513-3B64-B960-2F4C5370D8B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EB7FE4B-E184-0905-47B2-26A7D40EBBC0}"/>
              </a:ext>
            </a:extLst>
          </p:cNvPr>
          <p:cNvSpPr>
            <a:spLocks noGrp="1"/>
          </p:cNvSpPr>
          <p:nvPr>
            <p:ph type="sldNum" sz="quarter" idx="12"/>
          </p:nvPr>
        </p:nvSpPr>
        <p:spPr/>
        <p:txBody>
          <a:bodyPr/>
          <a:lstStyle>
            <a:lvl1pPr>
              <a:defRPr/>
            </a:lvl1pPr>
          </a:lstStyle>
          <a:p>
            <a:pPr>
              <a:defRPr/>
            </a:pPr>
            <a:fld id="{194B952F-6CFB-4AFA-ABF7-F7B5D80C0940}" type="slidenum">
              <a:rPr lang="en-US" altLang="en-US"/>
              <a:pPr>
                <a:defRPr/>
              </a:pPr>
              <a:t>‹#›</a:t>
            </a:fld>
            <a:endParaRPr lang="en-US" altLang="en-US"/>
          </a:p>
        </p:txBody>
      </p:sp>
    </p:spTree>
    <p:extLst>
      <p:ext uri="{BB962C8B-B14F-4D97-AF65-F5344CB8AC3E}">
        <p14:creationId xmlns:p14="http://schemas.microsoft.com/office/powerpoint/2010/main" val="97412198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3170825"/>
            <a:ext cx="5181600" cy="300613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3170825"/>
            <a:ext cx="5181600" cy="300613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a:extLst>
              <a:ext uri="{FF2B5EF4-FFF2-40B4-BE49-F238E27FC236}">
                <a16:creationId xmlns:a16="http://schemas.microsoft.com/office/drawing/2014/main" id="{820214D5-CF69-A244-DC4F-F2F71B2527D7}"/>
              </a:ext>
            </a:extLst>
          </p:cNvPr>
          <p:cNvSpPr>
            <a:spLocks noGrp="1"/>
          </p:cNvSpPr>
          <p:nvPr>
            <p:ph type="dt" sz="half" idx="10"/>
          </p:nvPr>
        </p:nvSpPr>
        <p:spPr/>
        <p:txBody>
          <a:bodyPr/>
          <a:lstStyle>
            <a:lvl1pPr>
              <a:defRPr/>
            </a:lvl1pPr>
          </a:lstStyle>
          <a:p>
            <a:pPr>
              <a:defRPr/>
            </a:pPr>
            <a:fld id="{2AFA8A10-4C29-6245-9ABB-B8C52547EF77}" type="datetimeFigureOut">
              <a:rPr lang="en-US"/>
              <a:pPr>
                <a:defRPr/>
              </a:pPr>
              <a:t>8/19/2026</a:t>
            </a:fld>
            <a:endParaRPr lang="en-US"/>
          </a:p>
        </p:txBody>
      </p:sp>
      <p:sp>
        <p:nvSpPr>
          <p:cNvPr id="6" name="Footer Placeholder 4">
            <a:extLst>
              <a:ext uri="{FF2B5EF4-FFF2-40B4-BE49-F238E27FC236}">
                <a16:creationId xmlns:a16="http://schemas.microsoft.com/office/drawing/2014/main" id="{8AFF5107-5EC8-C8A3-E873-B8BDB00E452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99158ED0-142F-78B0-A184-96490DA9E12A}"/>
              </a:ext>
            </a:extLst>
          </p:cNvPr>
          <p:cNvSpPr>
            <a:spLocks noGrp="1"/>
          </p:cNvSpPr>
          <p:nvPr>
            <p:ph type="sldNum" sz="quarter" idx="12"/>
          </p:nvPr>
        </p:nvSpPr>
        <p:spPr/>
        <p:txBody>
          <a:bodyPr/>
          <a:lstStyle>
            <a:lvl1pPr>
              <a:defRPr/>
            </a:lvl1pPr>
          </a:lstStyle>
          <a:p>
            <a:pPr>
              <a:defRPr/>
            </a:pPr>
            <a:fld id="{90592D6F-A7FC-4944-A475-D0375F1E1262}" type="slidenum">
              <a:rPr lang="en-US" altLang="en-US"/>
              <a:pPr>
                <a:defRPr/>
              </a:pPr>
              <a:t>‹#›</a:t>
            </a:fld>
            <a:endParaRPr lang="en-US" altLang="en-US"/>
          </a:p>
        </p:txBody>
      </p:sp>
    </p:spTree>
    <p:extLst>
      <p:ext uri="{BB962C8B-B14F-4D97-AF65-F5344CB8AC3E}">
        <p14:creationId xmlns:p14="http://schemas.microsoft.com/office/powerpoint/2010/main" val="9032807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2465DD25-AA74-2E30-BFC1-FA61382E8235}"/>
              </a:ext>
            </a:extLst>
          </p:cNvPr>
          <p:cNvSpPr>
            <a:spLocks noGrp="1"/>
          </p:cNvSpPr>
          <p:nvPr>
            <p:ph type="dt" sz="half" idx="10"/>
          </p:nvPr>
        </p:nvSpPr>
        <p:spPr/>
        <p:txBody>
          <a:bodyPr/>
          <a:lstStyle>
            <a:lvl1pPr>
              <a:defRPr/>
            </a:lvl1pPr>
          </a:lstStyle>
          <a:p>
            <a:pPr>
              <a:defRPr/>
            </a:pPr>
            <a:fld id="{2AFA8A10-4C29-6245-9ABB-B8C52547EF77}" type="datetimeFigureOut">
              <a:rPr lang="en-US"/>
              <a:pPr>
                <a:defRPr/>
              </a:pPr>
              <a:t>8/19/2026</a:t>
            </a:fld>
            <a:endParaRPr lang="en-US"/>
          </a:p>
        </p:txBody>
      </p:sp>
      <p:sp>
        <p:nvSpPr>
          <p:cNvPr id="8" name="Footer Placeholder 4">
            <a:extLst>
              <a:ext uri="{FF2B5EF4-FFF2-40B4-BE49-F238E27FC236}">
                <a16:creationId xmlns:a16="http://schemas.microsoft.com/office/drawing/2014/main" id="{3398350E-11CC-9642-FD52-84F9483EDA53}"/>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B65E46AB-8423-0845-3503-BB05C4045A1A}"/>
              </a:ext>
            </a:extLst>
          </p:cNvPr>
          <p:cNvSpPr>
            <a:spLocks noGrp="1"/>
          </p:cNvSpPr>
          <p:nvPr>
            <p:ph type="sldNum" sz="quarter" idx="12"/>
          </p:nvPr>
        </p:nvSpPr>
        <p:spPr/>
        <p:txBody>
          <a:bodyPr/>
          <a:lstStyle>
            <a:lvl1pPr>
              <a:defRPr/>
            </a:lvl1pPr>
          </a:lstStyle>
          <a:p>
            <a:pPr>
              <a:defRPr/>
            </a:pPr>
            <a:fld id="{2F9EA477-F534-4D7F-BC44-AE48E0613655}" type="slidenum">
              <a:rPr lang="en-US" altLang="en-US"/>
              <a:pPr>
                <a:defRPr/>
              </a:pPr>
              <a:t>‹#›</a:t>
            </a:fld>
            <a:endParaRPr lang="en-US" altLang="en-US"/>
          </a:p>
        </p:txBody>
      </p:sp>
    </p:spTree>
    <p:extLst>
      <p:ext uri="{BB962C8B-B14F-4D97-AF65-F5344CB8AC3E}">
        <p14:creationId xmlns:p14="http://schemas.microsoft.com/office/powerpoint/2010/main" val="306833611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153C6AAD-3A4E-AD91-0156-425109F1F9F4}"/>
              </a:ext>
            </a:extLst>
          </p:cNvPr>
          <p:cNvSpPr>
            <a:spLocks noGrp="1"/>
          </p:cNvSpPr>
          <p:nvPr>
            <p:ph type="dt" sz="half" idx="10"/>
          </p:nvPr>
        </p:nvSpPr>
        <p:spPr/>
        <p:txBody>
          <a:bodyPr/>
          <a:lstStyle>
            <a:lvl1pPr>
              <a:defRPr/>
            </a:lvl1pPr>
          </a:lstStyle>
          <a:p>
            <a:pPr>
              <a:defRPr/>
            </a:pPr>
            <a:fld id="{2AFA8A10-4C29-6245-9ABB-B8C52547EF77}" type="datetimeFigureOut">
              <a:rPr lang="en-US"/>
              <a:pPr>
                <a:defRPr/>
              </a:pPr>
              <a:t>8/19/2026</a:t>
            </a:fld>
            <a:endParaRPr lang="en-US"/>
          </a:p>
        </p:txBody>
      </p:sp>
      <p:sp>
        <p:nvSpPr>
          <p:cNvPr id="4" name="Footer Placeholder 4">
            <a:extLst>
              <a:ext uri="{FF2B5EF4-FFF2-40B4-BE49-F238E27FC236}">
                <a16:creationId xmlns:a16="http://schemas.microsoft.com/office/drawing/2014/main" id="{FFD4458B-EAFD-9209-E04E-86F9E9CB4986}"/>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FC039C32-8779-FFC3-8F38-039F159A19CB}"/>
              </a:ext>
            </a:extLst>
          </p:cNvPr>
          <p:cNvSpPr>
            <a:spLocks noGrp="1"/>
          </p:cNvSpPr>
          <p:nvPr>
            <p:ph type="sldNum" sz="quarter" idx="12"/>
          </p:nvPr>
        </p:nvSpPr>
        <p:spPr/>
        <p:txBody>
          <a:bodyPr/>
          <a:lstStyle>
            <a:lvl1pPr>
              <a:defRPr/>
            </a:lvl1pPr>
          </a:lstStyle>
          <a:p>
            <a:pPr>
              <a:defRPr/>
            </a:pPr>
            <a:fld id="{51B43C25-BBF1-4B14-9A6D-5AFAE3D227DB}" type="slidenum">
              <a:rPr lang="en-US" altLang="en-US"/>
              <a:pPr>
                <a:defRPr/>
              </a:pPr>
              <a:t>‹#›</a:t>
            </a:fld>
            <a:endParaRPr lang="en-US" altLang="en-US"/>
          </a:p>
        </p:txBody>
      </p:sp>
    </p:spTree>
    <p:extLst>
      <p:ext uri="{BB962C8B-B14F-4D97-AF65-F5344CB8AC3E}">
        <p14:creationId xmlns:p14="http://schemas.microsoft.com/office/powerpoint/2010/main" val="152851912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BC62A0CA-F448-6BA5-EF08-277CDBD4B3F1}"/>
              </a:ext>
            </a:extLst>
          </p:cNvPr>
          <p:cNvSpPr>
            <a:spLocks noGrp="1"/>
          </p:cNvSpPr>
          <p:nvPr>
            <p:ph type="dt" sz="half" idx="10"/>
          </p:nvPr>
        </p:nvSpPr>
        <p:spPr/>
        <p:txBody>
          <a:bodyPr/>
          <a:lstStyle>
            <a:lvl1pPr>
              <a:defRPr/>
            </a:lvl1pPr>
          </a:lstStyle>
          <a:p>
            <a:pPr>
              <a:defRPr/>
            </a:pPr>
            <a:fld id="{2AFA8A10-4C29-6245-9ABB-B8C52547EF77}" type="datetimeFigureOut">
              <a:rPr lang="en-US"/>
              <a:pPr>
                <a:defRPr/>
              </a:pPr>
              <a:t>8/19/2026</a:t>
            </a:fld>
            <a:endParaRPr lang="en-US"/>
          </a:p>
        </p:txBody>
      </p:sp>
      <p:sp>
        <p:nvSpPr>
          <p:cNvPr id="3" name="Footer Placeholder 4">
            <a:extLst>
              <a:ext uri="{FF2B5EF4-FFF2-40B4-BE49-F238E27FC236}">
                <a16:creationId xmlns:a16="http://schemas.microsoft.com/office/drawing/2014/main" id="{2B20DAB7-3006-6A20-7696-3298C4AA9981}"/>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2193B9BB-9E11-CB66-9920-09A048E0C778}"/>
              </a:ext>
            </a:extLst>
          </p:cNvPr>
          <p:cNvSpPr>
            <a:spLocks noGrp="1"/>
          </p:cNvSpPr>
          <p:nvPr>
            <p:ph type="sldNum" sz="quarter" idx="12"/>
          </p:nvPr>
        </p:nvSpPr>
        <p:spPr/>
        <p:txBody>
          <a:bodyPr/>
          <a:lstStyle>
            <a:lvl1pPr>
              <a:defRPr/>
            </a:lvl1pPr>
          </a:lstStyle>
          <a:p>
            <a:pPr>
              <a:defRPr/>
            </a:pPr>
            <a:fld id="{16AF5914-24F3-4872-8CCA-FF429BBCB2E2}" type="slidenum">
              <a:rPr lang="en-US" altLang="en-US"/>
              <a:pPr>
                <a:defRPr/>
              </a:pPr>
              <a:t>‹#›</a:t>
            </a:fld>
            <a:endParaRPr lang="en-US" altLang="en-US"/>
          </a:p>
        </p:txBody>
      </p:sp>
    </p:spTree>
    <p:extLst>
      <p:ext uri="{BB962C8B-B14F-4D97-AF65-F5344CB8AC3E}">
        <p14:creationId xmlns:p14="http://schemas.microsoft.com/office/powerpoint/2010/main" val="64991944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1265548"/>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1772239"/>
            <a:ext cx="6172200" cy="408881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865748"/>
            <a:ext cx="3932237" cy="3003240"/>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Edit Master text styles</a:t>
            </a:r>
          </a:p>
        </p:txBody>
      </p:sp>
      <p:sp>
        <p:nvSpPr>
          <p:cNvPr id="5" name="Date Placeholder 3">
            <a:extLst>
              <a:ext uri="{FF2B5EF4-FFF2-40B4-BE49-F238E27FC236}">
                <a16:creationId xmlns:a16="http://schemas.microsoft.com/office/drawing/2014/main" id="{5FDEDD9B-6EB5-98C8-36A0-13225B2E1D47}"/>
              </a:ext>
            </a:extLst>
          </p:cNvPr>
          <p:cNvSpPr>
            <a:spLocks noGrp="1"/>
          </p:cNvSpPr>
          <p:nvPr>
            <p:ph type="dt" sz="half" idx="10"/>
          </p:nvPr>
        </p:nvSpPr>
        <p:spPr/>
        <p:txBody>
          <a:bodyPr/>
          <a:lstStyle>
            <a:lvl1pPr>
              <a:defRPr/>
            </a:lvl1pPr>
          </a:lstStyle>
          <a:p>
            <a:pPr>
              <a:defRPr/>
            </a:pPr>
            <a:fld id="{2AFA8A10-4C29-6245-9ABB-B8C52547EF77}" type="datetimeFigureOut">
              <a:rPr lang="en-US"/>
              <a:pPr>
                <a:defRPr/>
              </a:pPr>
              <a:t>8/19/2026</a:t>
            </a:fld>
            <a:endParaRPr lang="en-US"/>
          </a:p>
        </p:txBody>
      </p:sp>
      <p:sp>
        <p:nvSpPr>
          <p:cNvPr id="6" name="Footer Placeholder 4">
            <a:extLst>
              <a:ext uri="{FF2B5EF4-FFF2-40B4-BE49-F238E27FC236}">
                <a16:creationId xmlns:a16="http://schemas.microsoft.com/office/drawing/2014/main" id="{A9FB8F73-0DEB-C61E-63C7-387452F95B2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EE66BC1-0B3E-1398-DA4C-900938A2AEAC}"/>
              </a:ext>
            </a:extLst>
          </p:cNvPr>
          <p:cNvSpPr>
            <a:spLocks noGrp="1"/>
          </p:cNvSpPr>
          <p:nvPr>
            <p:ph type="sldNum" sz="quarter" idx="12"/>
          </p:nvPr>
        </p:nvSpPr>
        <p:spPr/>
        <p:txBody>
          <a:bodyPr/>
          <a:lstStyle>
            <a:lvl1pPr>
              <a:defRPr/>
            </a:lvl1pPr>
          </a:lstStyle>
          <a:p>
            <a:pPr>
              <a:defRPr/>
            </a:pPr>
            <a:fld id="{92AAB2D9-87A0-4D75-935C-7BA605B13400}" type="slidenum">
              <a:rPr lang="en-US" altLang="en-US"/>
              <a:pPr>
                <a:defRPr/>
              </a:pPr>
              <a:t>‹#›</a:t>
            </a:fld>
            <a:endParaRPr lang="en-US" altLang="en-US"/>
          </a:p>
        </p:txBody>
      </p:sp>
    </p:spTree>
    <p:extLst>
      <p:ext uri="{BB962C8B-B14F-4D97-AF65-F5344CB8AC3E}">
        <p14:creationId xmlns:p14="http://schemas.microsoft.com/office/powerpoint/2010/main" val="4020200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image" Target="../media/image3.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image" Target="../media/image2.png"/><Relationship Id="rId2" Type="http://schemas.openxmlformats.org/officeDocument/2006/relationships/slideLayout" Target="../slideLayouts/slideLayout15.xml"/><Relationship Id="rId16" Type="http://schemas.openxmlformats.org/officeDocument/2006/relationships/image" Target="../media/image1.png"/><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image" Target="../media/image3.png"/><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image" Target="../media/image2.png"/><Relationship Id="rId2" Type="http://schemas.openxmlformats.org/officeDocument/2006/relationships/slideLayout" Target="../slideLayouts/slideLayout29.xml"/><Relationship Id="rId16" Type="http://schemas.openxmlformats.org/officeDocument/2006/relationships/image" Target="../media/image1.png"/><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theme" Target="../theme/theme3.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9.xml"/><Relationship Id="rId3" Type="http://schemas.openxmlformats.org/officeDocument/2006/relationships/slideLayout" Target="../slideLayouts/slideLayout44.xml"/><Relationship Id="rId7" Type="http://schemas.openxmlformats.org/officeDocument/2006/relationships/slideLayout" Target="../slideLayouts/slideLayout48.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5" Type="http://schemas.openxmlformats.org/officeDocument/2006/relationships/slideLayout" Target="../slideLayouts/slideLayout46.xml"/><Relationship Id="rId4" Type="http://schemas.openxmlformats.org/officeDocument/2006/relationships/slideLayout" Target="../slideLayouts/slideLayout45.xml"/><Relationship Id="rId9"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44" name="Rectangle 4">
            <a:extLst>
              <a:ext uri="{FF2B5EF4-FFF2-40B4-BE49-F238E27FC236}">
                <a16:creationId xmlns:a16="http://schemas.microsoft.com/office/drawing/2014/main" id="{748EE5EE-2360-0B80-53ED-FFFB67B6FAEF}"/>
              </a:ext>
            </a:extLst>
          </p:cNvPr>
          <p:cNvSpPr>
            <a:spLocks noGrp="1" noChangeArrowheads="1"/>
          </p:cNvSpPr>
          <p:nvPr>
            <p:ph type="ftr" sz="quarter" idx="3"/>
          </p:nvPr>
        </p:nvSpPr>
        <p:spPr bwMode="auto">
          <a:xfrm>
            <a:off x="4148138" y="6565900"/>
            <a:ext cx="3860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0" hangingPunct="0">
              <a:defRPr sz="1400">
                <a:latin typeface="+mn-lt"/>
                <a:cs typeface="+mn-cs"/>
              </a:defRPr>
            </a:lvl1pPr>
          </a:lstStyle>
          <a:p>
            <a:pPr>
              <a:defRPr/>
            </a:pPr>
            <a:endParaRPr lang="en-US"/>
          </a:p>
        </p:txBody>
      </p:sp>
      <p:sp>
        <p:nvSpPr>
          <p:cNvPr id="317445" name="Rectangle 5">
            <a:extLst>
              <a:ext uri="{FF2B5EF4-FFF2-40B4-BE49-F238E27FC236}">
                <a16:creationId xmlns:a16="http://schemas.microsoft.com/office/drawing/2014/main" id="{0E91CC70-9950-247C-C332-0BFB33DD5D05}"/>
              </a:ext>
            </a:extLst>
          </p:cNvPr>
          <p:cNvSpPr>
            <a:spLocks noGrp="1" noChangeArrowheads="1"/>
          </p:cNvSpPr>
          <p:nvPr>
            <p:ph type="sldNum" sz="quarter" idx="4"/>
          </p:nvPr>
        </p:nvSpPr>
        <p:spPr bwMode="auto">
          <a:xfrm>
            <a:off x="9753600" y="6591300"/>
            <a:ext cx="2540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400">
                <a:latin typeface="Arial" panose="020B0604020202020204" pitchFamily="34" charset="0"/>
              </a:defRPr>
            </a:lvl1pPr>
          </a:lstStyle>
          <a:p>
            <a:pPr>
              <a:defRPr/>
            </a:pPr>
            <a:fld id="{259AFB0A-4E89-43D8-8C9A-874A3C7279DB}" type="slidenum">
              <a:rPr lang="en-US" altLang="en-US"/>
              <a:pPr>
                <a:defRPr/>
              </a:pPr>
              <a:t>‹#›</a:t>
            </a:fld>
            <a:endParaRPr lang="en-US" altLang="en-US"/>
          </a:p>
        </p:txBody>
      </p:sp>
      <p:sp>
        <p:nvSpPr>
          <p:cNvPr id="1028" name="Line 6">
            <a:extLst>
              <a:ext uri="{FF2B5EF4-FFF2-40B4-BE49-F238E27FC236}">
                <a16:creationId xmlns:a16="http://schemas.microsoft.com/office/drawing/2014/main" id="{014C6A9E-2C55-F6CA-877E-0DDDF100C494}"/>
              </a:ext>
            </a:extLst>
          </p:cNvPr>
          <p:cNvSpPr>
            <a:spLocks noChangeShapeType="1"/>
          </p:cNvSpPr>
          <p:nvPr/>
        </p:nvSpPr>
        <p:spPr bwMode="auto">
          <a:xfrm flipV="1">
            <a:off x="0" y="1312863"/>
            <a:ext cx="12192000" cy="4445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9" name="Rectangle 10">
            <a:extLst>
              <a:ext uri="{FF2B5EF4-FFF2-40B4-BE49-F238E27FC236}">
                <a16:creationId xmlns:a16="http://schemas.microsoft.com/office/drawing/2014/main" id="{4170537C-AADF-7ED4-9060-C41BA09FC31E}"/>
              </a:ext>
            </a:extLst>
          </p:cNvPr>
          <p:cNvSpPr>
            <a:spLocks noGrp="1" noChangeArrowheads="1"/>
          </p:cNvSpPr>
          <p:nvPr>
            <p:ph type="title"/>
          </p:nvPr>
        </p:nvSpPr>
        <p:spPr bwMode="auto">
          <a:xfrm>
            <a:off x="203200" y="152400"/>
            <a:ext cx="11150600" cy="68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0" name="Rectangle 11">
            <a:extLst>
              <a:ext uri="{FF2B5EF4-FFF2-40B4-BE49-F238E27FC236}">
                <a16:creationId xmlns:a16="http://schemas.microsoft.com/office/drawing/2014/main" id="{E5D1C332-6DB2-B3FF-B65E-20A74F1441EF}"/>
              </a:ext>
            </a:extLst>
          </p:cNvPr>
          <p:cNvSpPr>
            <a:spLocks noGrp="1" noChangeArrowheads="1"/>
          </p:cNvSpPr>
          <p:nvPr>
            <p:ph type="body" idx="1"/>
          </p:nvPr>
        </p:nvSpPr>
        <p:spPr bwMode="auto">
          <a:xfrm>
            <a:off x="203200" y="1066800"/>
            <a:ext cx="116840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cSld>
  <p:clrMap bg1="lt1" tx1="dk1" bg2="lt2" tx2="dk2" accent1="accent1" accent2="accent2" accent3="accent3" accent4="accent4" accent5="accent5" accent6="accent6" hlink="hlink" folHlink="folHlink"/>
  <p:sldLayoutIdLst>
    <p:sldLayoutId id="2147487700" r:id="rId1"/>
    <p:sldLayoutId id="2147487701" r:id="rId2"/>
    <p:sldLayoutId id="2147487702" r:id="rId3"/>
    <p:sldLayoutId id="2147487703" r:id="rId4"/>
    <p:sldLayoutId id="2147487704" r:id="rId5"/>
    <p:sldLayoutId id="2147487705" r:id="rId6"/>
    <p:sldLayoutId id="2147487706" r:id="rId7"/>
    <p:sldLayoutId id="2147487707" r:id="rId8"/>
    <p:sldLayoutId id="2147487708" r:id="rId9"/>
    <p:sldLayoutId id="2147487709" r:id="rId10"/>
    <p:sldLayoutId id="2147487710" r:id="rId11"/>
    <p:sldLayoutId id="2147487711" r:id="rId12"/>
    <p:sldLayoutId id="2147487712" r:id="rId13"/>
  </p:sldLayoutIdLst>
  <p:hf hdr="0" ftr="0" dt="0"/>
  <p:txStyles>
    <p:titleStyle>
      <a:lvl1pPr algn="l" rtl="0" eaLnBrk="0" fontAlgn="base" hangingPunct="0">
        <a:spcBef>
          <a:spcPct val="0"/>
        </a:spcBef>
        <a:spcAft>
          <a:spcPct val="0"/>
        </a:spcAft>
        <a:defRPr sz="2800" b="1">
          <a:solidFill>
            <a:schemeClr val="tx2"/>
          </a:solidFill>
          <a:latin typeface="+mj-lt"/>
          <a:ea typeface="+mj-ea"/>
          <a:cs typeface="+mj-cs"/>
        </a:defRPr>
      </a:lvl1pPr>
      <a:lvl2pPr algn="l" rtl="0" eaLnBrk="0" fontAlgn="base" hangingPunct="0">
        <a:spcBef>
          <a:spcPct val="0"/>
        </a:spcBef>
        <a:spcAft>
          <a:spcPct val="0"/>
        </a:spcAft>
        <a:defRPr sz="2800" b="1">
          <a:solidFill>
            <a:schemeClr val="tx2"/>
          </a:solidFill>
          <a:latin typeface="Arial" charset="0"/>
        </a:defRPr>
      </a:lvl2pPr>
      <a:lvl3pPr algn="l" rtl="0" eaLnBrk="0" fontAlgn="base" hangingPunct="0">
        <a:spcBef>
          <a:spcPct val="0"/>
        </a:spcBef>
        <a:spcAft>
          <a:spcPct val="0"/>
        </a:spcAft>
        <a:defRPr sz="2800" b="1">
          <a:solidFill>
            <a:schemeClr val="tx2"/>
          </a:solidFill>
          <a:latin typeface="Arial" charset="0"/>
        </a:defRPr>
      </a:lvl3pPr>
      <a:lvl4pPr algn="l" rtl="0" eaLnBrk="0" fontAlgn="base" hangingPunct="0">
        <a:spcBef>
          <a:spcPct val="0"/>
        </a:spcBef>
        <a:spcAft>
          <a:spcPct val="0"/>
        </a:spcAft>
        <a:defRPr sz="2800" b="1">
          <a:solidFill>
            <a:schemeClr val="tx2"/>
          </a:solidFill>
          <a:latin typeface="Arial" charset="0"/>
        </a:defRPr>
      </a:lvl4pPr>
      <a:lvl5pPr algn="l" rtl="0" eaLnBrk="0" fontAlgn="base" hangingPunct="0">
        <a:spcBef>
          <a:spcPct val="0"/>
        </a:spcBef>
        <a:spcAft>
          <a:spcPct val="0"/>
        </a:spcAft>
        <a:defRPr sz="2800" b="1">
          <a:solidFill>
            <a:schemeClr val="tx2"/>
          </a:solidFill>
          <a:latin typeface="Arial" charset="0"/>
        </a:defRPr>
      </a:lvl5pPr>
      <a:lvl6pPr marL="457200" algn="l" rtl="0" fontAlgn="base">
        <a:spcBef>
          <a:spcPct val="0"/>
        </a:spcBef>
        <a:spcAft>
          <a:spcPct val="0"/>
        </a:spcAft>
        <a:defRPr sz="2800" b="1">
          <a:solidFill>
            <a:schemeClr val="tx2"/>
          </a:solidFill>
          <a:latin typeface="Arial" charset="0"/>
        </a:defRPr>
      </a:lvl6pPr>
      <a:lvl7pPr marL="914400" algn="l" rtl="0" fontAlgn="base">
        <a:spcBef>
          <a:spcPct val="0"/>
        </a:spcBef>
        <a:spcAft>
          <a:spcPct val="0"/>
        </a:spcAft>
        <a:defRPr sz="2800" b="1">
          <a:solidFill>
            <a:schemeClr val="tx2"/>
          </a:solidFill>
          <a:latin typeface="Arial" charset="0"/>
        </a:defRPr>
      </a:lvl7pPr>
      <a:lvl8pPr marL="1371600" algn="l" rtl="0" fontAlgn="base">
        <a:spcBef>
          <a:spcPct val="0"/>
        </a:spcBef>
        <a:spcAft>
          <a:spcPct val="0"/>
        </a:spcAft>
        <a:defRPr sz="2800" b="1">
          <a:solidFill>
            <a:schemeClr val="tx2"/>
          </a:solidFill>
          <a:latin typeface="Arial" charset="0"/>
        </a:defRPr>
      </a:lvl8pPr>
      <a:lvl9pPr marL="1828800" algn="l" rtl="0" fontAlgn="base">
        <a:spcBef>
          <a:spcPct val="0"/>
        </a:spcBef>
        <a:spcAft>
          <a:spcPct val="0"/>
        </a:spcAft>
        <a:defRPr sz="2800" b="1">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050" name="Rectangle 3">
            <a:extLst>
              <a:ext uri="{FF2B5EF4-FFF2-40B4-BE49-F238E27FC236}">
                <a16:creationId xmlns:a16="http://schemas.microsoft.com/office/drawing/2014/main" id="{8B8AD7B1-F2C4-F460-C191-A7E12CF1A7B7}"/>
              </a:ext>
            </a:extLst>
          </p:cNvPr>
          <p:cNvSpPr>
            <a:spLocks noGrp="1" noChangeArrowheads="1"/>
          </p:cNvSpPr>
          <p:nvPr>
            <p:ph type="body" idx="1"/>
          </p:nvPr>
        </p:nvSpPr>
        <p:spPr bwMode="auto">
          <a:xfrm>
            <a:off x="476250" y="890588"/>
            <a:ext cx="11209338" cy="5567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481" tIns="46740" rIns="93481" bIns="46740" numCol="1" anchor="t" anchorCtr="0" compatLnSpc="1">
            <a:prstTxWarp prst="textNoShape">
              <a:avLst/>
            </a:prstTxWarp>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p>
        </p:txBody>
      </p:sp>
      <p:sp>
        <p:nvSpPr>
          <p:cNvPr id="3077" name="Rectangle 5">
            <a:extLst>
              <a:ext uri="{FF2B5EF4-FFF2-40B4-BE49-F238E27FC236}">
                <a16:creationId xmlns:a16="http://schemas.microsoft.com/office/drawing/2014/main" id="{614F1CE0-7A96-7401-0843-92CDA4912FFA}"/>
              </a:ext>
            </a:extLst>
          </p:cNvPr>
          <p:cNvSpPr>
            <a:spLocks noGrp="1" noChangeArrowheads="1"/>
          </p:cNvSpPr>
          <p:nvPr>
            <p:ph type="title"/>
          </p:nvPr>
        </p:nvSpPr>
        <p:spPr bwMode="auto">
          <a:xfrm>
            <a:off x="439738" y="271463"/>
            <a:ext cx="9140825" cy="520700"/>
          </a:xfrm>
          <a:prstGeom prst="rect">
            <a:avLst/>
          </a:prstGeom>
          <a:noFill/>
          <a:ln>
            <a:noFill/>
          </a:ln>
          <a:effectLst/>
        </p:spPr>
        <p:txBody>
          <a:bodyPr vert="horz" wrap="square" lIns="89361" tIns="44679" rIns="89361" bIns="44679" numCol="1" anchor="ctr" anchorCtr="0" compatLnSpc="1">
            <a:prstTxWarp prst="textNoShape">
              <a:avLst/>
            </a:prstTxWarp>
          </a:bodyPr>
          <a:lstStyle/>
          <a:p>
            <a:pPr lvl="0"/>
            <a:r>
              <a:rPr lang="en-US" altLang="ja-JP"/>
              <a:t>Click to edit Master title style</a:t>
            </a:r>
          </a:p>
        </p:txBody>
      </p:sp>
      <p:sp>
        <p:nvSpPr>
          <p:cNvPr id="3078" name="Rectangle 6">
            <a:extLst>
              <a:ext uri="{FF2B5EF4-FFF2-40B4-BE49-F238E27FC236}">
                <a16:creationId xmlns:a16="http://schemas.microsoft.com/office/drawing/2014/main" id="{1DD49375-3B5C-90CD-C2B2-ECB4F792F3BE}"/>
              </a:ext>
            </a:extLst>
          </p:cNvPr>
          <p:cNvSpPr>
            <a:spLocks noGrp="1" noChangeArrowheads="1"/>
          </p:cNvSpPr>
          <p:nvPr>
            <p:ph type="sldNum" sz="quarter" idx="4"/>
          </p:nvPr>
        </p:nvSpPr>
        <p:spPr bwMode="auto">
          <a:xfrm>
            <a:off x="5327650" y="6592888"/>
            <a:ext cx="1484313" cy="265112"/>
          </a:xfrm>
          <a:prstGeom prst="rect">
            <a:avLst/>
          </a:prstGeom>
          <a:noFill/>
          <a:ln>
            <a:noFill/>
          </a:ln>
          <a:effectLst/>
        </p:spPr>
        <p:txBody>
          <a:bodyPr vert="horz" wrap="square" lIns="89374" tIns="89374" rIns="89374" bIns="89374" numCol="1" anchor="ctr" anchorCtr="0" compatLnSpc="1">
            <a:prstTxWarp prst="textNoShape">
              <a:avLst/>
            </a:prstTxWarp>
          </a:bodyPr>
          <a:lstStyle>
            <a:lvl1pPr algn="ctr" defTabSz="996950">
              <a:defRPr sz="800">
                <a:solidFill>
                  <a:srgbClr val="000000"/>
                </a:solidFill>
                <a:latin typeface="Arial" panose="020B0604020202020204" pitchFamily="34" charset="0"/>
              </a:defRPr>
            </a:lvl1pPr>
          </a:lstStyle>
          <a:p>
            <a:pPr>
              <a:defRPr/>
            </a:pPr>
            <a:r>
              <a:rPr lang="en-US" altLang="ja-JP"/>
              <a:t>VG - </a:t>
            </a:r>
            <a:fld id="{A6B92187-A36F-44C0-AFE1-CC2329227D91}" type="slidenum">
              <a:rPr lang="en-US" altLang="ja-JP" smtClean="0"/>
              <a:pPr>
                <a:defRPr/>
              </a:pPr>
              <a:t>‹#›</a:t>
            </a:fld>
            <a:endParaRPr lang="en-US" altLang="ja-JP"/>
          </a:p>
        </p:txBody>
      </p:sp>
      <p:sp>
        <p:nvSpPr>
          <p:cNvPr id="3079" name="Rectangle 7">
            <a:extLst>
              <a:ext uri="{FF2B5EF4-FFF2-40B4-BE49-F238E27FC236}">
                <a16:creationId xmlns:a16="http://schemas.microsoft.com/office/drawing/2014/main" id="{EA388AF1-C87A-AA2F-7293-2BFB5FD09FE9}"/>
              </a:ext>
            </a:extLst>
          </p:cNvPr>
          <p:cNvSpPr>
            <a:spLocks noGrp="1" noChangeArrowheads="1"/>
          </p:cNvSpPr>
          <p:nvPr>
            <p:ph type="dt" sz="half" idx="2"/>
          </p:nvPr>
        </p:nvSpPr>
        <p:spPr bwMode="auto">
          <a:xfrm>
            <a:off x="496888" y="6594475"/>
            <a:ext cx="1714500" cy="263525"/>
          </a:xfrm>
          <a:prstGeom prst="rect">
            <a:avLst/>
          </a:prstGeom>
          <a:noFill/>
          <a:ln>
            <a:noFill/>
          </a:ln>
          <a:effectLst/>
        </p:spPr>
        <p:txBody>
          <a:bodyPr vert="horz" wrap="square" lIns="89374" tIns="89374" rIns="89374" bIns="89374" numCol="1" anchor="ctr" anchorCtr="0" compatLnSpc="1">
            <a:prstTxWarp prst="textNoShape">
              <a:avLst/>
            </a:prstTxWarp>
          </a:bodyPr>
          <a:lstStyle>
            <a:lvl1pPr algn="l" defTabSz="933450" eaLnBrk="0" hangingPunct="0">
              <a:defRPr kumimoji="0" sz="600">
                <a:solidFill>
                  <a:srgbClr val="000000"/>
                </a:solidFill>
                <a:latin typeface="Arial" charset="0"/>
                <a:cs typeface="+mn-cs"/>
              </a:defRPr>
            </a:lvl1pPr>
          </a:lstStyle>
          <a:p>
            <a:pPr>
              <a:defRPr/>
            </a:pPr>
            <a:fld id="{3740E86B-A4F5-4FF2-956A-EA441959FD55}" type="datetime1">
              <a:rPr lang="en-US"/>
              <a:pPr>
                <a:defRPr/>
              </a:pPr>
              <a:t>8/19/2026</a:t>
            </a:fld>
            <a:r>
              <a:rPr lang="en-US" altLang="ja-JP" dirty="0"/>
              <a:t> </a:t>
            </a:r>
          </a:p>
        </p:txBody>
      </p:sp>
    </p:spTree>
  </p:cSld>
  <p:clrMap bg1="lt1" tx1="dk1" bg2="lt2" tx2="dk2" accent1="accent1" accent2="accent2" accent3="accent3" accent4="accent4" accent5="accent5" accent6="accent6" hlink="hlink" folHlink="folHlink"/>
  <p:sldLayoutIdLst>
    <p:sldLayoutId id="2147487721" r:id="rId1"/>
    <p:sldLayoutId id="2147487722" r:id="rId2"/>
    <p:sldLayoutId id="2147487723" r:id="rId3"/>
    <p:sldLayoutId id="2147487724" r:id="rId4"/>
    <p:sldLayoutId id="2147487725" r:id="rId5"/>
    <p:sldLayoutId id="2147487726" r:id="rId6"/>
    <p:sldLayoutId id="2147487727" r:id="rId7"/>
    <p:sldLayoutId id="2147487728" r:id="rId8"/>
    <p:sldLayoutId id="2147487729" r:id="rId9"/>
    <p:sldLayoutId id="2147487730" r:id="rId10"/>
    <p:sldLayoutId id="2147487731" r:id="rId11"/>
    <p:sldLayoutId id="2147487732" r:id="rId12"/>
    <p:sldLayoutId id="2147487733" r:id="rId13"/>
    <p:sldLayoutId id="2147487734" r:id="rId14"/>
  </p:sldLayoutIdLst>
  <p:transition/>
  <p:hf hdr="0" ftr="0" dt="0"/>
  <p:txStyles>
    <p:titleStyle>
      <a:lvl1pPr algn="l" defTabSz="865188" rtl="0" eaLnBrk="0" fontAlgn="base" hangingPunct="0">
        <a:spcBef>
          <a:spcPct val="0"/>
        </a:spcBef>
        <a:spcAft>
          <a:spcPct val="0"/>
        </a:spcAft>
        <a:defRPr kumimoji="1" sz="2600" b="1" i="1">
          <a:solidFill>
            <a:srgbClr val="3366CC"/>
          </a:solidFill>
          <a:effectLst>
            <a:outerShdw blurRad="38100" dist="38100" dir="2700000" algn="tl">
              <a:srgbClr val="C0C0C0"/>
            </a:outerShdw>
          </a:effectLst>
          <a:latin typeface="+mj-lt"/>
          <a:ea typeface="ＭＳ Ｐゴシック" panose="020B0600070205080204" pitchFamily="34" charset="-128"/>
          <a:cs typeface="+mj-cs"/>
        </a:defRPr>
      </a:lvl1pPr>
      <a:lvl2pPr algn="l" defTabSz="865188" rtl="0" eaLnBrk="0" fontAlgn="base" hangingPunct="0">
        <a:spcBef>
          <a:spcPct val="0"/>
        </a:spcBef>
        <a:spcAft>
          <a:spcPct val="0"/>
        </a:spcAft>
        <a:defRPr kumimoji="1" sz="2600" b="1" i="1">
          <a:solidFill>
            <a:srgbClr val="3366CC"/>
          </a:solidFill>
          <a:effectLst>
            <a:outerShdw blurRad="38100" dist="38100" dir="2700000" algn="tl">
              <a:srgbClr val="C0C0C0"/>
            </a:outerShdw>
          </a:effectLst>
          <a:latin typeface="Arial" charset="0"/>
          <a:ea typeface="ＭＳ Ｐゴシック" panose="020B0600070205080204" pitchFamily="34" charset="-128"/>
        </a:defRPr>
      </a:lvl2pPr>
      <a:lvl3pPr algn="l" defTabSz="865188" rtl="0" eaLnBrk="0" fontAlgn="base" hangingPunct="0">
        <a:spcBef>
          <a:spcPct val="0"/>
        </a:spcBef>
        <a:spcAft>
          <a:spcPct val="0"/>
        </a:spcAft>
        <a:defRPr kumimoji="1" sz="2600" b="1" i="1">
          <a:solidFill>
            <a:srgbClr val="3366CC"/>
          </a:solidFill>
          <a:effectLst>
            <a:outerShdw blurRad="38100" dist="38100" dir="2700000" algn="tl">
              <a:srgbClr val="C0C0C0"/>
            </a:outerShdw>
          </a:effectLst>
          <a:latin typeface="Arial" charset="0"/>
          <a:ea typeface="ＭＳ Ｐゴシック" panose="020B0600070205080204" pitchFamily="34" charset="-128"/>
        </a:defRPr>
      </a:lvl3pPr>
      <a:lvl4pPr algn="l" defTabSz="865188" rtl="0" eaLnBrk="0" fontAlgn="base" hangingPunct="0">
        <a:spcBef>
          <a:spcPct val="0"/>
        </a:spcBef>
        <a:spcAft>
          <a:spcPct val="0"/>
        </a:spcAft>
        <a:defRPr kumimoji="1" sz="2600" b="1" i="1">
          <a:solidFill>
            <a:srgbClr val="3366CC"/>
          </a:solidFill>
          <a:effectLst>
            <a:outerShdw blurRad="38100" dist="38100" dir="2700000" algn="tl">
              <a:srgbClr val="C0C0C0"/>
            </a:outerShdw>
          </a:effectLst>
          <a:latin typeface="Arial" charset="0"/>
          <a:ea typeface="ＭＳ Ｐゴシック" panose="020B0600070205080204" pitchFamily="34" charset="-128"/>
        </a:defRPr>
      </a:lvl4pPr>
      <a:lvl5pPr algn="l" defTabSz="865188" rtl="0" eaLnBrk="0" fontAlgn="base" hangingPunct="0">
        <a:spcBef>
          <a:spcPct val="0"/>
        </a:spcBef>
        <a:spcAft>
          <a:spcPct val="0"/>
        </a:spcAft>
        <a:defRPr kumimoji="1" sz="2600" b="1" i="1">
          <a:solidFill>
            <a:srgbClr val="3366CC"/>
          </a:solidFill>
          <a:effectLst>
            <a:outerShdw blurRad="38100" dist="38100" dir="2700000" algn="tl">
              <a:srgbClr val="C0C0C0"/>
            </a:outerShdw>
          </a:effectLst>
          <a:latin typeface="Arial" charset="0"/>
          <a:ea typeface="ＭＳ Ｐゴシック" panose="020B0600070205080204" pitchFamily="34" charset="-128"/>
        </a:defRPr>
      </a:lvl5pPr>
      <a:lvl6pPr marL="457200" algn="l" defTabSz="865188" rtl="0" fontAlgn="base">
        <a:spcBef>
          <a:spcPct val="0"/>
        </a:spcBef>
        <a:spcAft>
          <a:spcPct val="0"/>
        </a:spcAft>
        <a:defRPr kumimoji="1" sz="2600" b="1" i="1">
          <a:solidFill>
            <a:srgbClr val="3366CC"/>
          </a:solidFill>
          <a:effectLst>
            <a:outerShdw blurRad="38100" dist="38100" dir="2700000" algn="tl">
              <a:srgbClr val="C0C0C0"/>
            </a:outerShdw>
          </a:effectLst>
          <a:latin typeface="Arial" charset="0"/>
          <a:ea typeface="MS PGothic" pitchFamily="34" charset="-128"/>
        </a:defRPr>
      </a:lvl6pPr>
      <a:lvl7pPr marL="914400" algn="l" defTabSz="865188" rtl="0" fontAlgn="base">
        <a:spcBef>
          <a:spcPct val="0"/>
        </a:spcBef>
        <a:spcAft>
          <a:spcPct val="0"/>
        </a:spcAft>
        <a:defRPr kumimoji="1" sz="2600" b="1" i="1">
          <a:solidFill>
            <a:srgbClr val="3366CC"/>
          </a:solidFill>
          <a:effectLst>
            <a:outerShdw blurRad="38100" dist="38100" dir="2700000" algn="tl">
              <a:srgbClr val="C0C0C0"/>
            </a:outerShdw>
          </a:effectLst>
          <a:latin typeface="Arial" charset="0"/>
          <a:ea typeface="MS PGothic" pitchFamily="34" charset="-128"/>
        </a:defRPr>
      </a:lvl7pPr>
      <a:lvl8pPr marL="1371600" algn="l" defTabSz="865188" rtl="0" fontAlgn="base">
        <a:spcBef>
          <a:spcPct val="0"/>
        </a:spcBef>
        <a:spcAft>
          <a:spcPct val="0"/>
        </a:spcAft>
        <a:defRPr kumimoji="1" sz="2600" b="1" i="1">
          <a:solidFill>
            <a:srgbClr val="3366CC"/>
          </a:solidFill>
          <a:effectLst>
            <a:outerShdw blurRad="38100" dist="38100" dir="2700000" algn="tl">
              <a:srgbClr val="C0C0C0"/>
            </a:outerShdw>
          </a:effectLst>
          <a:latin typeface="Arial" charset="0"/>
          <a:ea typeface="MS PGothic" pitchFamily="34" charset="-128"/>
        </a:defRPr>
      </a:lvl8pPr>
      <a:lvl9pPr marL="1828800" algn="l" defTabSz="865188" rtl="0" fontAlgn="base">
        <a:spcBef>
          <a:spcPct val="0"/>
        </a:spcBef>
        <a:spcAft>
          <a:spcPct val="0"/>
        </a:spcAft>
        <a:defRPr kumimoji="1" sz="2600" b="1" i="1">
          <a:solidFill>
            <a:srgbClr val="3366CC"/>
          </a:solidFill>
          <a:effectLst>
            <a:outerShdw blurRad="38100" dist="38100" dir="2700000" algn="tl">
              <a:srgbClr val="C0C0C0"/>
            </a:outerShdw>
          </a:effectLst>
          <a:latin typeface="Arial" charset="0"/>
          <a:ea typeface="MS PGothic" pitchFamily="34" charset="-128"/>
        </a:defRPr>
      </a:lvl9pPr>
    </p:titleStyle>
    <p:bodyStyle>
      <a:lvl1pPr marL="342900" indent="-342900" algn="l" rtl="0" eaLnBrk="0" fontAlgn="base" hangingPunct="0">
        <a:spcBef>
          <a:spcPct val="80000"/>
        </a:spcBef>
        <a:spcAft>
          <a:spcPct val="35000"/>
        </a:spcAft>
        <a:buFont typeface="Symbol" panose="05050102010706020507" pitchFamily="18" charset="2"/>
        <a:buBlip>
          <a:blip r:embed="rId16"/>
        </a:buBlip>
        <a:defRPr kumimoji="1" b="1">
          <a:solidFill>
            <a:schemeClr val="tx1"/>
          </a:solidFill>
          <a:latin typeface="+mn-lt"/>
          <a:ea typeface="ＭＳ Ｐゴシック" panose="020B0600070205080204" pitchFamily="34" charset="-128"/>
          <a:cs typeface="+mn-cs"/>
        </a:defRPr>
      </a:lvl1pPr>
      <a:lvl2pPr marL="736600" indent="-279400" algn="l" rtl="0" eaLnBrk="0" fontAlgn="base" hangingPunct="0">
        <a:spcBef>
          <a:spcPct val="20000"/>
        </a:spcBef>
        <a:spcAft>
          <a:spcPct val="30000"/>
        </a:spcAft>
        <a:buBlip>
          <a:blip r:embed="rId17"/>
        </a:buBlip>
        <a:defRPr kumimoji="1" sz="1600" b="1">
          <a:solidFill>
            <a:schemeClr val="tx1"/>
          </a:solidFill>
          <a:latin typeface="+mn-lt"/>
          <a:ea typeface="ＭＳ Ｐゴシック" panose="020B0600070205080204" pitchFamily="34" charset="-128"/>
        </a:defRPr>
      </a:lvl2pPr>
      <a:lvl3pPr marL="1073150" indent="-222250" algn="l" rtl="0" eaLnBrk="0" fontAlgn="base" hangingPunct="0">
        <a:spcBef>
          <a:spcPct val="10000"/>
        </a:spcBef>
        <a:spcAft>
          <a:spcPct val="20000"/>
        </a:spcAft>
        <a:buBlip>
          <a:blip r:embed="rId18"/>
        </a:buBlip>
        <a:defRPr kumimoji="1" sz="1500" b="1">
          <a:solidFill>
            <a:schemeClr val="tx1"/>
          </a:solidFill>
          <a:latin typeface="+mn-lt"/>
          <a:ea typeface="ＭＳ Ｐゴシック" panose="020B0600070205080204" pitchFamily="34" charset="-128"/>
        </a:defRPr>
      </a:lvl3pPr>
      <a:lvl4pPr marL="1412875" indent="-225425" algn="l" rtl="0" eaLnBrk="0" fontAlgn="base" hangingPunct="0">
        <a:spcBef>
          <a:spcPct val="0"/>
        </a:spcBef>
        <a:spcAft>
          <a:spcPct val="0"/>
        </a:spcAft>
        <a:buChar char="·"/>
        <a:defRPr kumimoji="1" sz="1400" b="1">
          <a:solidFill>
            <a:schemeClr val="tx1"/>
          </a:solidFill>
          <a:latin typeface="+mn-lt"/>
          <a:ea typeface="ＭＳ Ｐゴシック" panose="020B0600070205080204" pitchFamily="34" charset="-128"/>
        </a:defRPr>
      </a:lvl4pPr>
      <a:lvl5pPr marL="1749425" indent="-222250" algn="l" rtl="0" eaLnBrk="0" fontAlgn="base" hangingPunct="0">
        <a:spcBef>
          <a:spcPct val="0"/>
        </a:spcBef>
        <a:spcAft>
          <a:spcPct val="0"/>
        </a:spcAft>
        <a:buChar char="­"/>
        <a:defRPr kumimoji="1" sz="1200" b="1">
          <a:solidFill>
            <a:schemeClr val="tx1"/>
          </a:solidFill>
          <a:latin typeface="+mn-lt"/>
          <a:ea typeface="ＭＳ Ｐゴシック" panose="020B0600070205080204" pitchFamily="34" charset="-128"/>
        </a:defRPr>
      </a:lvl5pPr>
      <a:lvl6pPr marL="2206625" indent="-222250" algn="l" rtl="0" fontAlgn="base">
        <a:spcBef>
          <a:spcPct val="0"/>
        </a:spcBef>
        <a:spcAft>
          <a:spcPct val="0"/>
        </a:spcAft>
        <a:buChar char="­"/>
        <a:defRPr kumimoji="1" sz="1200" b="1">
          <a:solidFill>
            <a:schemeClr val="tx1"/>
          </a:solidFill>
          <a:latin typeface="+mn-lt"/>
          <a:ea typeface="+mn-ea"/>
        </a:defRPr>
      </a:lvl6pPr>
      <a:lvl7pPr marL="2663825" indent="-222250" algn="l" rtl="0" fontAlgn="base">
        <a:spcBef>
          <a:spcPct val="0"/>
        </a:spcBef>
        <a:spcAft>
          <a:spcPct val="0"/>
        </a:spcAft>
        <a:buChar char="­"/>
        <a:defRPr kumimoji="1" sz="1200" b="1">
          <a:solidFill>
            <a:schemeClr val="tx1"/>
          </a:solidFill>
          <a:latin typeface="+mn-lt"/>
          <a:ea typeface="+mn-ea"/>
        </a:defRPr>
      </a:lvl7pPr>
      <a:lvl8pPr marL="3121025" indent="-222250" algn="l" rtl="0" fontAlgn="base">
        <a:spcBef>
          <a:spcPct val="0"/>
        </a:spcBef>
        <a:spcAft>
          <a:spcPct val="0"/>
        </a:spcAft>
        <a:buChar char="­"/>
        <a:defRPr kumimoji="1" sz="1200" b="1">
          <a:solidFill>
            <a:schemeClr val="tx1"/>
          </a:solidFill>
          <a:latin typeface="+mn-lt"/>
          <a:ea typeface="+mn-ea"/>
        </a:defRPr>
      </a:lvl8pPr>
      <a:lvl9pPr marL="3578225" indent="-222250" algn="l" rtl="0" fontAlgn="base">
        <a:spcBef>
          <a:spcPct val="0"/>
        </a:spcBef>
        <a:spcAft>
          <a:spcPct val="0"/>
        </a:spcAft>
        <a:buChar char="­"/>
        <a:defRPr kumimoji="1" sz="1200" b="1">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074" name="Rectangle 3">
            <a:extLst>
              <a:ext uri="{FF2B5EF4-FFF2-40B4-BE49-F238E27FC236}">
                <a16:creationId xmlns:a16="http://schemas.microsoft.com/office/drawing/2014/main" id="{235D5AC9-58D4-6BDF-D0ED-995E7294CC14}"/>
              </a:ext>
            </a:extLst>
          </p:cNvPr>
          <p:cNvSpPr>
            <a:spLocks noGrp="1" noChangeArrowheads="1"/>
          </p:cNvSpPr>
          <p:nvPr>
            <p:ph type="body" idx="1"/>
          </p:nvPr>
        </p:nvSpPr>
        <p:spPr bwMode="auto">
          <a:xfrm>
            <a:off x="476250" y="890588"/>
            <a:ext cx="11209338" cy="5567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481" tIns="46740" rIns="93481" bIns="46740" numCol="1" anchor="t" anchorCtr="0" compatLnSpc="1">
            <a:prstTxWarp prst="textNoShape">
              <a:avLst/>
            </a:prstTxWarp>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p>
        </p:txBody>
      </p:sp>
      <p:sp>
        <p:nvSpPr>
          <p:cNvPr id="3077" name="Rectangle 5">
            <a:extLst>
              <a:ext uri="{FF2B5EF4-FFF2-40B4-BE49-F238E27FC236}">
                <a16:creationId xmlns:a16="http://schemas.microsoft.com/office/drawing/2014/main" id="{6BE1A75E-65A7-4189-E976-E933116583B7}"/>
              </a:ext>
            </a:extLst>
          </p:cNvPr>
          <p:cNvSpPr>
            <a:spLocks noGrp="1" noChangeArrowheads="1"/>
          </p:cNvSpPr>
          <p:nvPr>
            <p:ph type="title"/>
          </p:nvPr>
        </p:nvSpPr>
        <p:spPr bwMode="auto">
          <a:xfrm>
            <a:off x="439738" y="271463"/>
            <a:ext cx="9140825" cy="520700"/>
          </a:xfrm>
          <a:prstGeom prst="rect">
            <a:avLst/>
          </a:prstGeom>
          <a:noFill/>
          <a:ln>
            <a:noFill/>
          </a:ln>
          <a:effectLst/>
        </p:spPr>
        <p:txBody>
          <a:bodyPr vert="horz" wrap="square" lIns="89361" tIns="44679" rIns="89361" bIns="44679" numCol="1" anchor="ctr" anchorCtr="0" compatLnSpc="1">
            <a:prstTxWarp prst="textNoShape">
              <a:avLst/>
            </a:prstTxWarp>
          </a:bodyPr>
          <a:lstStyle/>
          <a:p>
            <a:pPr lvl="0"/>
            <a:r>
              <a:rPr lang="en-US" altLang="ja-JP"/>
              <a:t>Click to edit Master title style</a:t>
            </a:r>
          </a:p>
        </p:txBody>
      </p:sp>
      <p:sp>
        <p:nvSpPr>
          <p:cNvPr id="3078" name="Rectangle 6">
            <a:extLst>
              <a:ext uri="{FF2B5EF4-FFF2-40B4-BE49-F238E27FC236}">
                <a16:creationId xmlns:a16="http://schemas.microsoft.com/office/drawing/2014/main" id="{EE2A9F6F-E975-C100-512E-95337401D513}"/>
              </a:ext>
            </a:extLst>
          </p:cNvPr>
          <p:cNvSpPr>
            <a:spLocks noGrp="1" noChangeArrowheads="1"/>
          </p:cNvSpPr>
          <p:nvPr>
            <p:ph type="sldNum" sz="quarter" idx="4"/>
          </p:nvPr>
        </p:nvSpPr>
        <p:spPr bwMode="auto">
          <a:xfrm>
            <a:off x="5327650" y="6592888"/>
            <a:ext cx="1484313" cy="265112"/>
          </a:xfrm>
          <a:prstGeom prst="rect">
            <a:avLst/>
          </a:prstGeom>
          <a:noFill/>
          <a:ln>
            <a:noFill/>
          </a:ln>
          <a:effectLst/>
        </p:spPr>
        <p:txBody>
          <a:bodyPr vert="horz" wrap="square" lIns="89374" tIns="89374" rIns="89374" bIns="89374" numCol="1" anchor="ctr" anchorCtr="0" compatLnSpc="1">
            <a:prstTxWarp prst="textNoShape">
              <a:avLst/>
            </a:prstTxWarp>
          </a:bodyPr>
          <a:lstStyle>
            <a:lvl1pPr algn="ctr" defTabSz="996950">
              <a:defRPr sz="800">
                <a:solidFill>
                  <a:srgbClr val="000000"/>
                </a:solidFill>
                <a:latin typeface="Arial" panose="020B0604020202020204" pitchFamily="34" charset="0"/>
              </a:defRPr>
            </a:lvl1pPr>
          </a:lstStyle>
          <a:p>
            <a:pPr>
              <a:defRPr/>
            </a:pPr>
            <a:r>
              <a:rPr lang="en-US" altLang="ja-JP"/>
              <a:t>VG - </a:t>
            </a:r>
            <a:fld id="{D46FC0D8-2026-4C26-8541-5ABE7DE86E91}" type="slidenum">
              <a:rPr lang="en-US" altLang="ja-JP" smtClean="0"/>
              <a:pPr>
                <a:defRPr/>
              </a:pPr>
              <a:t>‹#›</a:t>
            </a:fld>
            <a:endParaRPr lang="en-US" altLang="ja-JP"/>
          </a:p>
        </p:txBody>
      </p:sp>
      <p:sp>
        <p:nvSpPr>
          <p:cNvPr id="3079" name="Rectangle 7">
            <a:extLst>
              <a:ext uri="{FF2B5EF4-FFF2-40B4-BE49-F238E27FC236}">
                <a16:creationId xmlns:a16="http://schemas.microsoft.com/office/drawing/2014/main" id="{10F0CD74-2D07-28EB-537F-2461F3F04091}"/>
              </a:ext>
            </a:extLst>
          </p:cNvPr>
          <p:cNvSpPr>
            <a:spLocks noGrp="1" noChangeArrowheads="1"/>
          </p:cNvSpPr>
          <p:nvPr>
            <p:ph type="dt" sz="half" idx="2"/>
          </p:nvPr>
        </p:nvSpPr>
        <p:spPr bwMode="auto">
          <a:xfrm>
            <a:off x="496888" y="6594475"/>
            <a:ext cx="1714500" cy="263525"/>
          </a:xfrm>
          <a:prstGeom prst="rect">
            <a:avLst/>
          </a:prstGeom>
          <a:noFill/>
          <a:ln>
            <a:noFill/>
          </a:ln>
          <a:effectLst/>
        </p:spPr>
        <p:txBody>
          <a:bodyPr vert="horz" wrap="square" lIns="89374" tIns="89374" rIns="89374" bIns="89374" numCol="1" anchor="ctr" anchorCtr="0" compatLnSpc="1">
            <a:prstTxWarp prst="textNoShape">
              <a:avLst/>
            </a:prstTxWarp>
          </a:bodyPr>
          <a:lstStyle>
            <a:lvl1pPr algn="l" defTabSz="933450" eaLnBrk="0" hangingPunct="0">
              <a:defRPr kumimoji="0" sz="600">
                <a:solidFill>
                  <a:srgbClr val="000000"/>
                </a:solidFill>
                <a:latin typeface="Arial" charset="0"/>
                <a:cs typeface="+mn-cs"/>
              </a:defRPr>
            </a:lvl1pPr>
          </a:lstStyle>
          <a:p>
            <a:pPr>
              <a:defRPr/>
            </a:pPr>
            <a:fld id="{76E9D211-2773-4145-84C1-A567EFF0D7B6}" type="datetime1">
              <a:rPr lang="en-US"/>
              <a:pPr>
                <a:defRPr/>
              </a:pPr>
              <a:t>8/19/2026</a:t>
            </a:fld>
            <a:r>
              <a:rPr lang="en-US" altLang="ja-JP" dirty="0"/>
              <a:t> </a:t>
            </a:r>
          </a:p>
        </p:txBody>
      </p:sp>
    </p:spTree>
  </p:cSld>
  <p:clrMap bg1="lt1" tx1="dk1" bg2="lt2" tx2="dk2" accent1="accent1" accent2="accent2" accent3="accent3" accent4="accent4" accent5="accent5" accent6="accent6" hlink="hlink" folHlink="folHlink"/>
  <p:sldLayoutIdLst>
    <p:sldLayoutId id="2147487735" r:id="rId1"/>
    <p:sldLayoutId id="2147487736" r:id="rId2"/>
    <p:sldLayoutId id="2147487737" r:id="rId3"/>
    <p:sldLayoutId id="2147487738" r:id="rId4"/>
    <p:sldLayoutId id="2147487739" r:id="rId5"/>
    <p:sldLayoutId id="2147487740" r:id="rId6"/>
    <p:sldLayoutId id="2147487741" r:id="rId7"/>
    <p:sldLayoutId id="2147487742" r:id="rId8"/>
    <p:sldLayoutId id="2147487743" r:id="rId9"/>
    <p:sldLayoutId id="2147487744" r:id="rId10"/>
    <p:sldLayoutId id="2147487745" r:id="rId11"/>
    <p:sldLayoutId id="2147487746" r:id="rId12"/>
    <p:sldLayoutId id="2147487747" r:id="rId13"/>
    <p:sldLayoutId id="2147487748" r:id="rId14"/>
  </p:sldLayoutIdLst>
  <p:transition/>
  <p:hf hdr="0" ftr="0" dt="0"/>
  <p:txStyles>
    <p:titleStyle>
      <a:lvl1pPr algn="l" defTabSz="865188" rtl="0" eaLnBrk="0" fontAlgn="base" hangingPunct="0">
        <a:spcBef>
          <a:spcPct val="0"/>
        </a:spcBef>
        <a:spcAft>
          <a:spcPct val="0"/>
        </a:spcAft>
        <a:defRPr kumimoji="1" sz="2600" b="1" i="1">
          <a:solidFill>
            <a:srgbClr val="3366CC"/>
          </a:solidFill>
          <a:effectLst>
            <a:outerShdw blurRad="38100" dist="38100" dir="2700000" algn="tl">
              <a:srgbClr val="C0C0C0"/>
            </a:outerShdw>
          </a:effectLst>
          <a:latin typeface="+mj-lt"/>
          <a:ea typeface="ＭＳ Ｐゴシック" panose="020B0600070205080204" pitchFamily="34" charset="-128"/>
          <a:cs typeface="+mj-cs"/>
        </a:defRPr>
      </a:lvl1pPr>
      <a:lvl2pPr algn="l" defTabSz="865188" rtl="0" eaLnBrk="0" fontAlgn="base" hangingPunct="0">
        <a:spcBef>
          <a:spcPct val="0"/>
        </a:spcBef>
        <a:spcAft>
          <a:spcPct val="0"/>
        </a:spcAft>
        <a:defRPr kumimoji="1" sz="2600" b="1" i="1">
          <a:solidFill>
            <a:srgbClr val="3366CC"/>
          </a:solidFill>
          <a:effectLst>
            <a:outerShdw blurRad="38100" dist="38100" dir="2700000" algn="tl">
              <a:srgbClr val="C0C0C0"/>
            </a:outerShdw>
          </a:effectLst>
          <a:latin typeface="Arial" charset="0"/>
          <a:ea typeface="ＭＳ Ｐゴシック" panose="020B0600070205080204" pitchFamily="34" charset="-128"/>
        </a:defRPr>
      </a:lvl2pPr>
      <a:lvl3pPr algn="l" defTabSz="865188" rtl="0" eaLnBrk="0" fontAlgn="base" hangingPunct="0">
        <a:spcBef>
          <a:spcPct val="0"/>
        </a:spcBef>
        <a:spcAft>
          <a:spcPct val="0"/>
        </a:spcAft>
        <a:defRPr kumimoji="1" sz="2600" b="1" i="1">
          <a:solidFill>
            <a:srgbClr val="3366CC"/>
          </a:solidFill>
          <a:effectLst>
            <a:outerShdw blurRad="38100" dist="38100" dir="2700000" algn="tl">
              <a:srgbClr val="C0C0C0"/>
            </a:outerShdw>
          </a:effectLst>
          <a:latin typeface="Arial" charset="0"/>
          <a:ea typeface="ＭＳ Ｐゴシック" panose="020B0600070205080204" pitchFamily="34" charset="-128"/>
        </a:defRPr>
      </a:lvl3pPr>
      <a:lvl4pPr algn="l" defTabSz="865188" rtl="0" eaLnBrk="0" fontAlgn="base" hangingPunct="0">
        <a:spcBef>
          <a:spcPct val="0"/>
        </a:spcBef>
        <a:spcAft>
          <a:spcPct val="0"/>
        </a:spcAft>
        <a:defRPr kumimoji="1" sz="2600" b="1" i="1">
          <a:solidFill>
            <a:srgbClr val="3366CC"/>
          </a:solidFill>
          <a:effectLst>
            <a:outerShdw blurRad="38100" dist="38100" dir="2700000" algn="tl">
              <a:srgbClr val="C0C0C0"/>
            </a:outerShdw>
          </a:effectLst>
          <a:latin typeface="Arial" charset="0"/>
          <a:ea typeface="ＭＳ Ｐゴシック" panose="020B0600070205080204" pitchFamily="34" charset="-128"/>
        </a:defRPr>
      </a:lvl4pPr>
      <a:lvl5pPr algn="l" defTabSz="865188" rtl="0" eaLnBrk="0" fontAlgn="base" hangingPunct="0">
        <a:spcBef>
          <a:spcPct val="0"/>
        </a:spcBef>
        <a:spcAft>
          <a:spcPct val="0"/>
        </a:spcAft>
        <a:defRPr kumimoji="1" sz="2600" b="1" i="1">
          <a:solidFill>
            <a:srgbClr val="3366CC"/>
          </a:solidFill>
          <a:effectLst>
            <a:outerShdw blurRad="38100" dist="38100" dir="2700000" algn="tl">
              <a:srgbClr val="C0C0C0"/>
            </a:outerShdw>
          </a:effectLst>
          <a:latin typeface="Arial" charset="0"/>
          <a:ea typeface="ＭＳ Ｐゴシック" panose="020B0600070205080204" pitchFamily="34" charset="-128"/>
        </a:defRPr>
      </a:lvl5pPr>
      <a:lvl6pPr marL="457200" algn="l" defTabSz="865188" rtl="0" fontAlgn="base">
        <a:spcBef>
          <a:spcPct val="0"/>
        </a:spcBef>
        <a:spcAft>
          <a:spcPct val="0"/>
        </a:spcAft>
        <a:defRPr kumimoji="1" sz="2600" b="1" i="1">
          <a:solidFill>
            <a:srgbClr val="3366CC"/>
          </a:solidFill>
          <a:effectLst>
            <a:outerShdw blurRad="38100" dist="38100" dir="2700000" algn="tl">
              <a:srgbClr val="C0C0C0"/>
            </a:outerShdw>
          </a:effectLst>
          <a:latin typeface="Arial" charset="0"/>
          <a:ea typeface="MS PGothic" pitchFamily="34" charset="-128"/>
        </a:defRPr>
      </a:lvl6pPr>
      <a:lvl7pPr marL="914400" algn="l" defTabSz="865188" rtl="0" fontAlgn="base">
        <a:spcBef>
          <a:spcPct val="0"/>
        </a:spcBef>
        <a:spcAft>
          <a:spcPct val="0"/>
        </a:spcAft>
        <a:defRPr kumimoji="1" sz="2600" b="1" i="1">
          <a:solidFill>
            <a:srgbClr val="3366CC"/>
          </a:solidFill>
          <a:effectLst>
            <a:outerShdw blurRad="38100" dist="38100" dir="2700000" algn="tl">
              <a:srgbClr val="C0C0C0"/>
            </a:outerShdw>
          </a:effectLst>
          <a:latin typeface="Arial" charset="0"/>
          <a:ea typeface="MS PGothic" pitchFamily="34" charset="-128"/>
        </a:defRPr>
      </a:lvl7pPr>
      <a:lvl8pPr marL="1371600" algn="l" defTabSz="865188" rtl="0" fontAlgn="base">
        <a:spcBef>
          <a:spcPct val="0"/>
        </a:spcBef>
        <a:spcAft>
          <a:spcPct val="0"/>
        </a:spcAft>
        <a:defRPr kumimoji="1" sz="2600" b="1" i="1">
          <a:solidFill>
            <a:srgbClr val="3366CC"/>
          </a:solidFill>
          <a:effectLst>
            <a:outerShdw blurRad="38100" dist="38100" dir="2700000" algn="tl">
              <a:srgbClr val="C0C0C0"/>
            </a:outerShdw>
          </a:effectLst>
          <a:latin typeface="Arial" charset="0"/>
          <a:ea typeface="MS PGothic" pitchFamily="34" charset="-128"/>
        </a:defRPr>
      </a:lvl8pPr>
      <a:lvl9pPr marL="1828800" algn="l" defTabSz="865188" rtl="0" fontAlgn="base">
        <a:spcBef>
          <a:spcPct val="0"/>
        </a:spcBef>
        <a:spcAft>
          <a:spcPct val="0"/>
        </a:spcAft>
        <a:defRPr kumimoji="1" sz="2600" b="1" i="1">
          <a:solidFill>
            <a:srgbClr val="3366CC"/>
          </a:solidFill>
          <a:effectLst>
            <a:outerShdw blurRad="38100" dist="38100" dir="2700000" algn="tl">
              <a:srgbClr val="C0C0C0"/>
            </a:outerShdw>
          </a:effectLst>
          <a:latin typeface="Arial" charset="0"/>
          <a:ea typeface="MS PGothic" pitchFamily="34" charset="-128"/>
        </a:defRPr>
      </a:lvl9pPr>
    </p:titleStyle>
    <p:bodyStyle>
      <a:lvl1pPr marL="342900" indent="-342900" algn="l" rtl="0" eaLnBrk="0" fontAlgn="base" hangingPunct="0">
        <a:spcBef>
          <a:spcPct val="80000"/>
        </a:spcBef>
        <a:spcAft>
          <a:spcPct val="35000"/>
        </a:spcAft>
        <a:buFont typeface="Symbol" panose="05050102010706020507" pitchFamily="18" charset="2"/>
        <a:buBlip>
          <a:blip r:embed="rId16"/>
        </a:buBlip>
        <a:defRPr kumimoji="1" b="1">
          <a:solidFill>
            <a:schemeClr val="tx1"/>
          </a:solidFill>
          <a:latin typeface="+mn-lt"/>
          <a:ea typeface="ＭＳ Ｐゴシック" panose="020B0600070205080204" pitchFamily="34" charset="-128"/>
          <a:cs typeface="+mn-cs"/>
        </a:defRPr>
      </a:lvl1pPr>
      <a:lvl2pPr marL="736600" indent="-279400" algn="l" rtl="0" eaLnBrk="0" fontAlgn="base" hangingPunct="0">
        <a:spcBef>
          <a:spcPct val="20000"/>
        </a:spcBef>
        <a:spcAft>
          <a:spcPct val="30000"/>
        </a:spcAft>
        <a:buBlip>
          <a:blip r:embed="rId17"/>
        </a:buBlip>
        <a:defRPr kumimoji="1" sz="1600" b="1">
          <a:solidFill>
            <a:schemeClr val="tx1"/>
          </a:solidFill>
          <a:latin typeface="+mn-lt"/>
          <a:ea typeface="ＭＳ Ｐゴシック" panose="020B0600070205080204" pitchFamily="34" charset="-128"/>
        </a:defRPr>
      </a:lvl2pPr>
      <a:lvl3pPr marL="1073150" indent="-222250" algn="l" rtl="0" eaLnBrk="0" fontAlgn="base" hangingPunct="0">
        <a:spcBef>
          <a:spcPct val="10000"/>
        </a:spcBef>
        <a:spcAft>
          <a:spcPct val="20000"/>
        </a:spcAft>
        <a:buBlip>
          <a:blip r:embed="rId18"/>
        </a:buBlip>
        <a:defRPr kumimoji="1" sz="1500" b="1">
          <a:solidFill>
            <a:schemeClr val="tx1"/>
          </a:solidFill>
          <a:latin typeface="+mn-lt"/>
          <a:ea typeface="ＭＳ Ｐゴシック" panose="020B0600070205080204" pitchFamily="34" charset="-128"/>
        </a:defRPr>
      </a:lvl3pPr>
      <a:lvl4pPr marL="1412875" indent="-225425" algn="l" rtl="0" eaLnBrk="0" fontAlgn="base" hangingPunct="0">
        <a:spcBef>
          <a:spcPct val="0"/>
        </a:spcBef>
        <a:spcAft>
          <a:spcPct val="0"/>
        </a:spcAft>
        <a:buChar char="·"/>
        <a:defRPr kumimoji="1" sz="1400" b="1">
          <a:solidFill>
            <a:schemeClr val="tx1"/>
          </a:solidFill>
          <a:latin typeface="+mn-lt"/>
          <a:ea typeface="ＭＳ Ｐゴシック" panose="020B0600070205080204" pitchFamily="34" charset="-128"/>
        </a:defRPr>
      </a:lvl4pPr>
      <a:lvl5pPr marL="1749425" indent="-222250" algn="l" rtl="0" eaLnBrk="0" fontAlgn="base" hangingPunct="0">
        <a:spcBef>
          <a:spcPct val="0"/>
        </a:spcBef>
        <a:spcAft>
          <a:spcPct val="0"/>
        </a:spcAft>
        <a:buChar char="­"/>
        <a:defRPr kumimoji="1" sz="1200" b="1">
          <a:solidFill>
            <a:schemeClr val="tx1"/>
          </a:solidFill>
          <a:latin typeface="+mn-lt"/>
          <a:ea typeface="ＭＳ Ｐゴシック" panose="020B0600070205080204" pitchFamily="34" charset="-128"/>
        </a:defRPr>
      </a:lvl5pPr>
      <a:lvl6pPr marL="2206625" indent="-222250" algn="l" rtl="0" fontAlgn="base">
        <a:spcBef>
          <a:spcPct val="0"/>
        </a:spcBef>
        <a:spcAft>
          <a:spcPct val="0"/>
        </a:spcAft>
        <a:buChar char="­"/>
        <a:defRPr kumimoji="1" sz="1200" b="1">
          <a:solidFill>
            <a:schemeClr val="tx1"/>
          </a:solidFill>
          <a:latin typeface="+mn-lt"/>
          <a:ea typeface="+mn-ea"/>
        </a:defRPr>
      </a:lvl6pPr>
      <a:lvl7pPr marL="2663825" indent="-222250" algn="l" rtl="0" fontAlgn="base">
        <a:spcBef>
          <a:spcPct val="0"/>
        </a:spcBef>
        <a:spcAft>
          <a:spcPct val="0"/>
        </a:spcAft>
        <a:buChar char="­"/>
        <a:defRPr kumimoji="1" sz="1200" b="1">
          <a:solidFill>
            <a:schemeClr val="tx1"/>
          </a:solidFill>
          <a:latin typeface="+mn-lt"/>
          <a:ea typeface="+mn-ea"/>
        </a:defRPr>
      </a:lvl7pPr>
      <a:lvl8pPr marL="3121025" indent="-222250" algn="l" rtl="0" fontAlgn="base">
        <a:spcBef>
          <a:spcPct val="0"/>
        </a:spcBef>
        <a:spcAft>
          <a:spcPct val="0"/>
        </a:spcAft>
        <a:buChar char="­"/>
        <a:defRPr kumimoji="1" sz="1200" b="1">
          <a:solidFill>
            <a:schemeClr val="tx1"/>
          </a:solidFill>
          <a:latin typeface="+mn-lt"/>
          <a:ea typeface="+mn-ea"/>
        </a:defRPr>
      </a:lvl8pPr>
      <a:lvl9pPr marL="3578225" indent="-222250" algn="l" rtl="0" fontAlgn="base">
        <a:spcBef>
          <a:spcPct val="0"/>
        </a:spcBef>
        <a:spcAft>
          <a:spcPct val="0"/>
        </a:spcAft>
        <a:buChar char="­"/>
        <a:defRPr kumimoji="1" sz="1200" b="1">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Title Placeholder 1">
            <a:extLst>
              <a:ext uri="{FF2B5EF4-FFF2-40B4-BE49-F238E27FC236}">
                <a16:creationId xmlns:a16="http://schemas.microsoft.com/office/drawing/2014/main" id="{C75EBF24-35EE-1716-9552-45CF53888D43}"/>
              </a:ext>
            </a:extLst>
          </p:cNvPr>
          <p:cNvSpPr>
            <a:spLocks noGrp="1" noChangeArrowheads="1"/>
          </p:cNvSpPr>
          <p:nvPr>
            <p:ph type="title"/>
          </p:nvPr>
        </p:nvSpPr>
        <p:spPr bwMode="auto">
          <a:xfrm>
            <a:off x="838200" y="1665288"/>
            <a:ext cx="10515600" cy="1325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4099" name="Text Placeholder 2">
            <a:extLst>
              <a:ext uri="{FF2B5EF4-FFF2-40B4-BE49-F238E27FC236}">
                <a16:creationId xmlns:a16="http://schemas.microsoft.com/office/drawing/2014/main" id="{28C60E75-2DDE-2F12-80AA-20881A601C4B}"/>
              </a:ext>
            </a:extLst>
          </p:cNvPr>
          <p:cNvSpPr>
            <a:spLocks noGrp="1" noChangeArrowheads="1"/>
          </p:cNvSpPr>
          <p:nvPr>
            <p:ph type="body" idx="1"/>
          </p:nvPr>
        </p:nvSpPr>
        <p:spPr bwMode="auto">
          <a:xfrm>
            <a:off x="838200" y="2990850"/>
            <a:ext cx="10515600" cy="318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92835636-D80B-615E-05B7-37E41451BE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AFA8A10-4C29-6245-9ABB-B8C52547EF77}" type="datetimeFigureOut">
              <a:rPr lang="en-US"/>
              <a:pPr>
                <a:defRPr/>
              </a:pPr>
              <a:t>8/19/2026</a:t>
            </a:fld>
            <a:endParaRPr lang="en-US"/>
          </a:p>
        </p:txBody>
      </p:sp>
      <p:sp>
        <p:nvSpPr>
          <p:cNvPr id="5" name="Footer Placeholder 4">
            <a:extLst>
              <a:ext uri="{FF2B5EF4-FFF2-40B4-BE49-F238E27FC236}">
                <a16:creationId xmlns:a16="http://schemas.microsoft.com/office/drawing/2014/main" id="{07D29B1E-0A5B-C77C-8357-505E6E6E81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2BE193C9-649D-59C8-ECDD-53F2AC89B315}"/>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3B2B99A9-E680-4DEC-95CC-4041EF86716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7713" r:id="rId1"/>
    <p:sldLayoutId id="2147487714" r:id="rId2"/>
    <p:sldLayoutId id="2147487715" r:id="rId3"/>
    <p:sldLayoutId id="2147487716" r:id="rId4"/>
    <p:sldLayoutId id="2147487717" r:id="rId5"/>
    <p:sldLayoutId id="2147487718" r:id="rId6"/>
    <p:sldLayoutId id="2147487719" r:id="rId7"/>
    <p:sldLayoutId id="2147487720" r:id="rId8"/>
  </p:sldLayoutIdLst>
  <p:txStyles>
    <p:titleStyle>
      <a:lvl1pPr algn="l" defTabSz="912813" rtl="0" eaLnBrk="0" fontAlgn="base" hangingPunct="0">
        <a:lnSpc>
          <a:spcPct val="90000"/>
        </a:lnSpc>
        <a:spcBef>
          <a:spcPct val="0"/>
        </a:spcBef>
        <a:spcAft>
          <a:spcPct val="0"/>
        </a:spcAft>
        <a:defRPr sz="4400" b="1" kern="1200">
          <a:solidFill>
            <a:srgbClr val="07A9BB"/>
          </a:solidFill>
          <a:latin typeface="+mj-lt"/>
          <a:ea typeface="+mj-ea"/>
          <a:cs typeface="+mj-cs"/>
        </a:defRPr>
      </a:lvl1pPr>
      <a:lvl2pPr algn="l" defTabSz="912813" rtl="0" eaLnBrk="0" fontAlgn="base" hangingPunct="0">
        <a:lnSpc>
          <a:spcPct val="90000"/>
        </a:lnSpc>
        <a:spcBef>
          <a:spcPct val="0"/>
        </a:spcBef>
        <a:spcAft>
          <a:spcPct val="0"/>
        </a:spcAft>
        <a:defRPr sz="4400" b="1">
          <a:solidFill>
            <a:srgbClr val="07A9BB"/>
          </a:solidFill>
          <a:latin typeface="Century Gothic" panose="020B0502020202020204" pitchFamily="34" charset="0"/>
        </a:defRPr>
      </a:lvl2pPr>
      <a:lvl3pPr algn="l" defTabSz="912813" rtl="0" eaLnBrk="0" fontAlgn="base" hangingPunct="0">
        <a:lnSpc>
          <a:spcPct val="90000"/>
        </a:lnSpc>
        <a:spcBef>
          <a:spcPct val="0"/>
        </a:spcBef>
        <a:spcAft>
          <a:spcPct val="0"/>
        </a:spcAft>
        <a:defRPr sz="4400" b="1">
          <a:solidFill>
            <a:srgbClr val="07A9BB"/>
          </a:solidFill>
          <a:latin typeface="Century Gothic" panose="020B0502020202020204" pitchFamily="34" charset="0"/>
        </a:defRPr>
      </a:lvl3pPr>
      <a:lvl4pPr algn="l" defTabSz="912813" rtl="0" eaLnBrk="0" fontAlgn="base" hangingPunct="0">
        <a:lnSpc>
          <a:spcPct val="90000"/>
        </a:lnSpc>
        <a:spcBef>
          <a:spcPct val="0"/>
        </a:spcBef>
        <a:spcAft>
          <a:spcPct val="0"/>
        </a:spcAft>
        <a:defRPr sz="4400" b="1">
          <a:solidFill>
            <a:srgbClr val="07A9BB"/>
          </a:solidFill>
          <a:latin typeface="Century Gothic" panose="020B0502020202020204" pitchFamily="34" charset="0"/>
        </a:defRPr>
      </a:lvl4pPr>
      <a:lvl5pPr algn="l" defTabSz="912813" rtl="0" eaLnBrk="0" fontAlgn="base" hangingPunct="0">
        <a:lnSpc>
          <a:spcPct val="90000"/>
        </a:lnSpc>
        <a:spcBef>
          <a:spcPct val="0"/>
        </a:spcBef>
        <a:spcAft>
          <a:spcPct val="0"/>
        </a:spcAft>
        <a:defRPr sz="4400" b="1">
          <a:solidFill>
            <a:srgbClr val="07A9BB"/>
          </a:solidFill>
          <a:latin typeface="Century Gothic" panose="020B0502020202020204" pitchFamily="34" charset="0"/>
        </a:defRPr>
      </a:lvl5pPr>
      <a:lvl6pPr marL="457200" algn="l" defTabSz="912813" rtl="0" fontAlgn="base">
        <a:lnSpc>
          <a:spcPct val="90000"/>
        </a:lnSpc>
        <a:spcBef>
          <a:spcPct val="0"/>
        </a:spcBef>
        <a:spcAft>
          <a:spcPct val="0"/>
        </a:spcAft>
        <a:defRPr sz="4400" b="1">
          <a:solidFill>
            <a:srgbClr val="07A9BB"/>
          </a:solidFill>
          <a:latin typeface="Century Gothic" panose="020B0502020202020204" pitchFamily="34" charset="0"/>
        </a:defRPr>
      </a:lvl6pPr>
      <a:lvl7pPr marL="914400" algn="l" defTabSz="912813" rtl="0" fontAlgn="base">
        <a:lnSpc>
          <a:spcPct val="90000"/>
        </a:lnSpc>
        <a:spcBef>
          <a:spcPct val="0"/>
        </a:spcBef>
        <a:spcAft>
          <a:spcPct val="0"/>
        </a:spcAft>
        <a:defRPr sz="4400" b="1">
          <a:solidFill>
            <a:srgbClr val="07A9BB"/>
          </a:solidFill>
          <a:latin typeface="Century Gothic" panose="020B0502020202020204" pitchFamily="34" charset="0"/>
        </a:defRPr>
      </a:lvl7pPr>
      <a:lvl8pPr marL="1371600" algn="l" defTabSz="912813" rtl="0" fontAlgn="base">
        <a:lnSpc>
          <a:spcPct val="90000"/>
        </a:lnSpc>
        <a:spcBef>
          <a:spcPct val="0"/>
        </a:spcBef>
        <a:spcAft>
          <a:spcPct val="0"/>
        </a:spcAft>
        <a:defRPr sz="4400" b="1">
          <a:solidFill>
            <a:srgbClr val="07A9BB"/>
          </a:solidFill>
          <a:latin typeface="Century Gothic" panose="020B0502020202020204" pitchFamily="34" charset="0"/>
        </a:defRPr>
      </a:lvl8pPr>
      <a:lvl9pPr marL="1828800" algn="l" defTabSz="912813" rtl="0" fontAlgn="base">
        <a:lnSpc>
          <a:spcPct val="90000"/>
        </a:lnSpc>
        <a:spcBef>
          <a:spcPct val="0"/>
        </a:spcBef>
        <a:spcAft>
          <a:spcPct val="0"/>
        </a:spcAft>
        <a:defRPr sz="4400" b="1">
          <a:solidFill>
            <a:srgbClr val="07A9BB"/>
          </a:solidFill>
          <a:latin typeface="Century Gothic" panose="020B0502020202020204" pitchFamily="34" charset="0"/>
        </a:defRPr>
      </a:lvl9pPr>
    </p:titleStyle>
    <p:bodyStyle>
      <a:lvl1pPr marL="227013" indent="-227013" algn="l" defTabSz="912813" rtl="0" eaLnBrk="0" fontAlgn="base" hangingPunct="0">
        <a:lnSpc>
          <a:spcPct val="90000"/>
        </a:lnSpc>
        <a:spcBef>
          <a:spcPts val="1000"/>
        </a:spcBef>
        <a:spcAft>
          <a:spcPct val="0"/>
        </a:spcAft>
        <a:buClr>
          <a:srgbClr val="F0535E"/>
        </a:buClr>
        <a:buFont typeface="Arial" panose="020B0604020202020204" pitchFamily="34" charset="0"/>
        <a:buChar char="•"/>
        <a:defRPr sz="2800" kern="1200">
          <a:solidFill>
            <a:schemeClr val="tx1"/>
          </a:solidFill>
          <a:latin typeface="+mn-lt"/>
          <a:ea typeface="+mn-ea"/>
          <a:cs typeface="+mn-cs"/>
        </a:defRPr>
      </a:lvl1pPr>
      <a:lvl2pPr marL="684213" indent="-227013" algn="l" defTabSz="912813"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1413" indent="-227013" algn="l" defTabSz="912813"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598613" indent="-227013" algn="l" defTabSz="912813"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5813" indent="-227013" algn="l" defTabSz="912813"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image" Target="../media/image16.png"/><Relationship Id="rId1" Type="http://schemas.openxmlformats.org/officeDocument/2006/relationships/slideLayout" Target="../slideLayouts/slideLayout6.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23.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3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Layout" Target="../slideLayouts/slideLayout2.xml"/><Relationship Id="rId4" Type="http://schemas.openxmlformats.org/officeDocument/2006/relationships/image" Target="../media/image45.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9E2312F-EF24-876B-1922-D3E74A23A4E1}"/>
              </a:ext>
            </a:extLst>
          </p:cNvPr>
          <p:cNvSpPr/>
          <p:nvPr/>
        </p:nvSpPr>
        <p:spPr>
          <a:xfrm>
            <a:off x="0" y="228600"/>
            <a:ext cx="4267200" cy="4191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4">
            <a:extLst>
              <a:ext uri="{FF2B5EF4-FFF2-40B4-BE49-F238E27FC236}">
                <a16:creationId xmlns:a16="http://schemas.microsoft.com/office/drawing/2014/main" id="{4EA97A07-08A6-27B7-B480-A1B73353714D}"/>
              </a:ext>
            </a:extLst>
          </p:cNvPr>
          <p:cNvSpPr txBox="1">
            <a:spLocks noChangeArrowheads="1"/>
          </p:cNvSpPr>
          <p:nvPr/>
        </p:nvSpPr>
        <p:spPr>
          <a:xfrm>
            <a:off x="152400" y="3505200"/>
            <a:ext cx="5410200" cy="2743200"/>
          </a:xfrm>
          <a:prstGeom prst="rect">
            <a:avLst/>
          </a:prstGeom>
          <a:solidFill>
            <a:schemeClr val="bg1"/>
          </a:solidFill>
        </p:spPr>
        <p:txBody>
          <a:bodyPr/>
          <a:lstStyle>
            <a:lvl1pPr algn="l" defTabSz="914377" rtl="0" eaLnBrk="1" latinLnBrk="0" hangingPunct="1">
              <a:lnSpc>
                <a:spcPct val="90000"/>
              </a:lnSpc>
              <a:spcBef>
                <a:spcPct val="0"/>
              </a:spcBef>
              <a:buNone/>
              <a:defRPr sz="4400" b="1" kern="1200">
                <a:solidFill>
                  <a:srgbClr val="07A9BB"/>
                </a:solidFill>
                <a:latin typeface="+mj-lt"/>
                <a:ea typeface="+mj-ea"/>
                <a:cs typeface="+mj-cs"/>
              </a:defRPr>
            </a:lvl1pPr>
          </a:lstStyle>
          <a:p>
            <a:pPr fontAlgn="auto">
              <a:spcAft>
                <a:spcPts val="0"/>
              </a:spcAft>
              <a:defRPr/>
            </a:pPr>
            <a:r>
              <a:rPr lang="en-US" altLang="en-US" sz="3600" dirty="0">
                <a:solidFill>
                  <a:schemeClr val="accent1">
                    <a:lumMod val="75000"/>
                  </a:schemeClr>
                </a:solidFill>
              </a:rPr>
              <a:t>Engineering Career Development</a:t>
            </a:r>
          </a:p>
          <a:p>
            <a:pPr fontAlgn="auto">
              <a:spcAft>
                <a:spcPts val="0"/>
              </a:spcAft>
              <a:defRPr/>
            </a:pPr>
            <a:endParaRPr lang="en-US" altLang="en-US" sz="3600" dirty="0">
              <a:solidFill>
                <a:srgbClr val="222222"/>
              </a:solidFill>
            </a:endParaRPr>
          </a:p>
          <a:p>
            <a:pPr fontAlgn="auto">
              <a:spcAft>
                <a:spcPts val="0"/>
              </a:spcAft>
              <a:defRPr/>
            </a:pPr>
            <a:r>
              <a:rPr lang="en-US" altLang="en-US" sz="3600" dirty="0">
                <a:solidFill>
                  <a:srgbClr val="FF6600"/>
                </a:solidFill>
              </a:rPr>
              <a:t>William Docter, Ph.D.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E830CB6B-0525-3504-5D44-27850FDDAB43}"/>
              </a:ext>
            </a:extLst>
          </p:cNvPr>
          <p:cNvSpPr>
            <a:spLocks noGrp="1" noChangeArrowheads="1"/>
          </p:cNvSpPr>
          <p:nvPr>
            <p:ph type="title"/>
          </p:nvPr>
        </p:nvSpPr>
        <p:spPr>
          <a:xfrm>
            <a:off x="203200" y="117475"/>
            <a:ext cx="11150600" cy="681038"/>
          </a:xfrm>
        </p:spPr>
        <p:txBody>
          <a:bodyPr/>
          <a:lstStyle/>
          <a:p>
            <a:r>
              <a:rPr lang="en-US" altLang="en-US"/>
              <a:t>Ice Breaker: Turn on Annotations and mark all applicable to you!</a:t>
            </a:r>
          </a:p>
        </p:txBody>
      </p:sp>
      <p:sp>
        <p:nvSpPr>
          <p:cNvPr id="36867" name="TextBox 2">
            <a:extLst>
              <a:ext uri="{FF2B5EF4-FFF2-40B4-BE49-F238E27FC236}">
                <a16:creationId xmlns:a16="http://schemas.microsoft.com/office/drawing/2014/main" id="{C6140AC6-D1DA-7122-DB8A-941DC6B028E5}"/>
              </a:ext>
            </a:extLst>
          </p:cNvPr>
          <p:cNvSpPr txBox="1">
            <a:spLocks noChangeArrowheads="1"/>
          </p:cNvSpPr>
          <p:nvPr/>
        </p:nvSpPr>
        <p:spPr bwMode="auto">
          <a:xfrm>
            <a:off x="230188" y="914400"/>
            <a:ext cx="3884397"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800" b="1" dirty="0">
                <a:latin typeface="EMprint" panose="020B0503020204020204" pitchFamily="34" charset="0"/>
              </a:rPr>
              <a:t>Pop Culture Familiarity</a:t>
            </a:r>
          </a:p>
          <a:p>
            <a:pPr>
              <a:spcBef>
                <a:spcPct val="0"/>
              </a:spcBef>
              <a:buFontTx/>
              <a:buNone/>
            </a:pPr>
            <a:endParaRPr lang="en-US" altLang="en-US" sz="2800" dirty="0">
              <a:latin typeface="EMprint" panose="020B0503020204020204" pitchFamily="34" charset="0"/>
            </a:endParaRPr>
          </a:p>
          <a:p>
            <a:pPr>
              <a:spcBef>
                <a:spcPct val="0"/>
              </a:spcBef>
              <a:spcAft>
                <a:spcPts val="1800"/>
              </a:spcAft>
              <a:buNone/>
            </a:pPr>
            <a:r>
              <a:rPr lang="en-US" altLang="en-US" sz="2800" dirty="0">
                <a:latin typeface="EMprint" panose="020B0503020204020204" pitchFamily="34" charset="0"/>
              </a:rPr>
              <a:t>Star Trek</a:t>
            </a:r>
          </a:p>
          <a:p>
            <a:pPr>
              <a:spcBef>
                <a:spcPct val="0"/>
              </a:spcBef>
              <a:spcAft>
                <a:spcPts val="1800"/>
              </a:spcAft>
              <a:buNone/>
            </a:pPr>
            <a:r>
              <a:rPr lang="en-US" altLang="en-US" sz="2800" dirty="0">
                <a:latin typeface="EMprint" panose="020B0503020204020204" pitchFamily="34" charset="0"/>
              </a:rPr>
              <a:t>Jurassic Park</a:t>
            </a:r>
          </a:p>
          <a:p>
            <a:pPr>
              <a:spcBef>
                <a:spcPct val="0"/>
              </a:spcBef>
              <a:spcAft>
                <a:spcPts val="1800"/>
              </a:spcAft>
              <a:buNone/>
            </a:pPr>
            <a:r>
              <a:rPr lang="en-US" altLang="en-US" sz="2800" dirty="0">
                <a:latin typeface="EMprint" panose="020B0503020204020204" pitchFamily="34" charset="0"/>
              </a:rPr>
              <a:t>The Princess Bride</a:t>
            </a:r>
          </a:p>
          <a:p>
            <a:pPr>
              <a:spcBef>
                <a:spcPct val="0"/>
              </a:spcBef>
              <a:spcAft>
                <a:spcPts val="1800"/>
              </a:spcAft>
              <a:buNone/>
            </a:pPr>
            <a:r>
              <a:rPr lang="en-US" altLang="en-US" sz="2800" dirty="0">
                <a:latin typeface="EMprint" panose="020B0503020204020204" pitchFamily="34" charset="0"/>
              </a:rPr>
              <a:t>The Matrix</a:t>
            </a:r>
          </a:p>
          <a:p>
            <a:pPr>
              <a:spcBef>
                <a:spcPct val="0"/>
              </a:spcBef>
              <a:spcAft>
                <a:spcPts val="1800"/>
              </a:spcAft>
              <a:buNone/>
            </a:pPr>
            <a:r>
              <a:rPr lang="en-US" altLang="en-US" sz="2800" dirty="0">
                <a:latin typeface="EMprint" panose="020B0503020204020204" pitchFamily="34" charset="0"/>
              </a:rPr>
              <a:t>Ancient Aliens</a:t>
            </a:r>
          </a:p>
        </p:txBody>
      </p:sp>
      <p:sp>
        <p:nvSpPr>
          <p:cNvPr id="36868" name="TextBox 3">
            <a:extLst>
              <a:ext uri="{FF2B5EF4-FFF2-40B4-BE49-F238E27FC236}">
                <a16:creationId xmlns:a16="http://schemas.microsoft.com/office/drawing/2014/main" id="{36D58F2C-61A9-59FF-C607-1769AAF2029B}"/>
              </a:ext>
            </a:extLst>
          </p:cNvPr>
          <p:cNvSpPr txBox="1">
            <a:spLocks noChangeArrowheads="1"/>
          </p:cNvSpPr>
          <p:nvPr/>
        </p:nvSpPr>
        <p:spPr bwMode="auto">
          <a:xfrm>
            <a:off x="4837113" y="914400"/>
            <a:ext cx="7278687"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800" b="1" dirty="0">
                <a:latin typeface="EMprint" panose="020B0503020204020204" pitchFamily="34" charset="0"/>
              </a:rPr>
              <a:t>ChE Experience (classwork, projects, coop…)</a:t>
            </a:r>
          </a:p>
          <a:p>
            <a:pPr>
              <a:spcBef>
                <a:spcPct val="0"/>
              </a:spcBef>
              <a:buFontTx/>
              <a:buNone/>
            </a:pPr>
            <a:endParaRPr lang="en-US" altLang="en-US" sz="2800" dirty="0">
              <a:latin typeface="EMprint" panose="020B0503020204020204" pitchFamily="34" charset="0"/>
            </a:endParaRPr>
          </a:p>
          <a:p>
            <a:pPr>
              <a:spcBef>
                <a:spcPct val="0"/>
              </a:spcBef>
              <a:buFontTx/>
              <a:buNone/>
            </a:pPr>
            <a:r>
              <a:rPr lang="en-US" altLang="en-US" sz="2800" dirty="0">
                <a:latin typeface="EMprint" panose="020B0503020204020204" pitchFamily="34" charset="0"/>
              </a:rPr>
              <a:t>Flowsheet modeling (ASPEN,HYSYS, Pro-II…)</a:t>
            </a:r>
          </a:p>
          <a:p>
            <a:pPr>
              <a:spcBef>
                <a:spcPct val="0"/>
              </a:spcBef>
              <a:buFontTx/>
              <a:buNone/>
            </a:pPr>
            <a:endParaRPr lang="en-US" altLang="en-US" sz="2800" dirty="0">
              <a:latin typeface="EMprint" panose="020B0503020204020204" pitchFamily="34" charset="0"/>
            </a:endParaRPr>
          </a:p>
          <a:p>
            <a:pPr>
              <a:spcBef>
                <a:spcPct val="0"/>
              </a:spcBef>
              <a:buFontTx/>
              <a:buNone/>
            </a:pPr>
            <a:r>
              <a:rPr lang="en-US" altLang="en-US" sz="2800" dirty="0">
                <a:latin typeface="EMprint" panose="020B0503020204020204" pitchFamily="34" charset="0"/>
              </a:rPr>
              <a:t>Working in Teams</a:t>
            </a:r>
          </a:p>
          <a:p>
            <a:pPr>
              <a:spcBef>
                <a:spcPct val="0"/>
              </a:spcBef>
              <a:buFontTx/>
              <a:buNone/>
            </a:pPr>
            <a:endParaRPr lang="en-US" altLang="en-US" sz="2800" dirty="0">
              <a:latin typeface="EMprint" panose="020B0503020204020204" pitchFamily="34" charset="0"/>
            </a:endParaRPr>
          </a:p>
          <a:p>
            <a:pPr>
              <a:spcBef>
                <a:spcPct val="0"/>
              </a:spcBef>
              <a:buFontTx/>
              <a:buNone/>
            </a:pPr>
            <a:r>
              <a:rPr lang="en-US" altLang="en-US" sz="2800" dirty="0">
                <a:latin typeface="EMprint" panose="020B0503020204020204" pitchFamily="34" charset="0"/>
              </a:rPr>
              <a:t>Process Control</a:t>
            </a:r>
          </a:p>
          <a:p>
            <a:pPr>
              <a:spcBef>
                <a:spcPct val="0"/>
              </a:spcBef>
              <a:buFontTx/>
              <a:buNone/>
            </a:pPr>
            <a:endParaRPr lang="en-US" altLang="en-US" sz="2800" dirty="0">
              <a:latin typeface="EMprint" panose="020B0503020204020204" pitchFamily="34" charset="0"/>
            </a:endParaRPr>
          </a:p>
          <a:p>
            <a:pPr>
              <a:spcBef>
                <a:spcPct val="0"/>
              </a:spcBef>
              <a:buFontTx/>
              <a:buNone/>
            </a:pPr>
            <a:r>
              <a:rPr lang="en-US" altLang="en-US" sz="2800" dirty="0">
                <a:latin typeface="EMprint" panose="020B0503020204020204" pitchFamily="34" charset="0"/>
              </a:rPr>
              <a:t>Real Time Optimization</a:t>
            </a:r>
          </a:p>
        </p:txBody>
      </p:sp>
      <p:sp>
        <p:nvSpPr>
          <p:cNvPr id="36869" name="TextBox 2">
            <a:extLst>
              <a:ext uri="{FF2B5EF4-FFF2-40B4-BE49-F238E27FC236}">
                <a16:creationId xmlns:a16="http://schemas.microsoft.com/office/drawing/2014/main" id="{1D5DA0FB-15A7-6789-E405-766170102499}"/>
              </a:ext>
            </a:extLst>
          </p:cNvPr>
          <p:cNvSpPr txBox="1">
            <a:spLocks noChangeArrowheads="1"/>
          </p:cNvSpPr>
          <p:nvPr/>
        </p:nvSpPr>
        <p:spPr bwMode="auto">
          <a:xfrm>
            <a:off x="230188" y="5356225"/>
            <a:ext cx="11530012"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800" b="1" dirty="0">
                <a:latin typeface="EMprint" panose="020B0503020204020204" pitchFamily="34" charset="0"/>
              </a:rPr>
              <a:t>Career Interest</a:t>
            </a:r>
          </a:p>
          <a:p>
            <a:pPr>
              <a:spcBef>
                <a:spcPct val="0"/>
              </a:spcBef>
              <a:buFontTx/>
              <a:buNone/>
            </a:pPr>
            <a:endParaRPr lang="en-US" altLang="en-US" sz="2800" dirty="0">
              <a:latin typeface="EMprint" panose="020B0503020204020204" pitchFamily="34" charset="0"/>
            </a:endParaRPr>
          </a:p>
          <a:p>
            <a:pPr>
              <a:spcBef>
                <a:spcPct val="0"/>
              </a:spcBef>
              <a:buFontTx/>
              <a:buNone/>
            </a:pPr>
            <a:r>
              <a:rPr lang="en-US" altLang="en-US" sz="2800" dirty="0">
                <a:latin typeface="EMprint" panose="020B0503020204020204" pitchFamily="34" charset="0"/>
              </a:rPr>
              <a:t>Technical           Management           Grad School           Law   Medical   Other</a:t>
            </a:r>
          </a:p>
        </p:txBody>
      </p:sp>
      <p:cxnSp>
        <p:nvCxnSpPr>
          <p:cNvPr id="36870" name="Straight Connector 3">
            <a:extLst>
              <a:ext uri="{FF2B5EF4-FFF2-40B4-BE49-F238E27FC236}">
                <a16:creationId xmlns:a16="http://schemas.microsoft.com/office/drawing/2014/main" id="{882149D2-611B-3769-B155-2E831A928226}"/>
              </a:ext>
            </a:extLst>
          </p:cNvPr>
          <p:cNvCxnSpPr>
            <a:cxnSpLocks noChangeShapeType="1"/>
          </p:cNvCxnSpPr>
          <p:nvPr/>
        </p:nvCxnSpPr>
        <p:spPr bwMode="auto">
          <a:xfrm>
            <a:off x="330200" y="5257800"/>
            <a:ext cx="11430000"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871" name="Straight Connector 5">
            <a:extLst>
              <a:ext uri="{FF2B5EF4-FFF2-40B4-BE49-F238E27FC236}">
                <a16:creationId xmlns:a16="http://schemas.microsoft.com/office/drawing/2014/main" id="{9D5086BE-0618-7333-E038-7A891D0C42FC}"/>
              </a:ext>
            </a:extLst>
          </p:cNvPr>
          <p:cNvCxnSpPr>
            <a:cxnSpLocks noChangeShapeType="1"/>
          </p:cNvCxnSpPr>
          <p:nvPr/>
        </p:nvCxnSpPr>
        <p:spPr bwMode="auto">
          <a:xfrm>
            <a:off x="4343400" y="1031875"/>
            <a:ext cx="0" cy="4270375"/>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872" name="Straight Connector 7">
            <a:extLst>
              <a:ext uri="{FF2B5EF4-FFF2-40B4-BE49-F238E27FC236}">
                <a16:creationId xmlns:a16="http://schemas.microsoft.com/office/drawing/2014/main" id="{B37D0F4D-DC9E-1382-1D0C-AFF001DA83A5}"/>
              </a:ext>
            </a:extLst>
          </p:cNvPr>
          <p:cNvCxnSpPr>
            <a:cxnSpLocks noChangeShapeType="1"/>
          </p:cNvCxnSpPr>
          <p:nvPr/>
        </p:nvCxnSpPr>
        <p:spPr bwMode="auto">
          <a:xfrm>
            <a:off x="203200" y="798513"/>
            <a:ext cx="11760200"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Arrow: Down 1">
            <a:extLst>
              <a:ext uri="{FF2B5EF4-FFF2-40B4-BE49-F238E27FC236}">
                <a16:creationId xmlns:a16="http://schemas.microsoft.com/office/drawing/2014/main" id="{9E9EC3E0-2B70-9582-C522-9935D06E0983}"/>
              </a:ext>
            </a:extLst>
          </p:cNvPr>
          <p:cNvSpPr/>
          <p:nvPr/>
        </p:nvSpPr>
        <p:spPr bwMode="auto">
          <a:xfrm rot="14169827">
            <a:off x="2934611" y="2236787"/>
            <a:ext cx="228600" cy="609600"/>
          </a:xfrm>
          <a:prstGeom prst="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Times New Roman" pitchFamily="18" charset="0"/>
            </a:endParaRPr>
          </a:p>
        </p:txBody>
      </p:sp>
      <p:sp>
        <p:nvSpPr>
          <p:cNvPr id="3" name="Arrow: Down 2">
            <a:extLst>
              <a:ext uri="{FF2B5EF4-FFF2-40B4-BE49-F238E27FC236}">
                <a16:creationId xmlns:a16="http://schemas.microsoft.com/office/drawing/2014/main" id="{E50272AF-4991-686A-48E1-33AFA888D70C}"/>
              </a:ext>
            </a:extLst>
          </p:cNvPr>
          <p:cNvSpPr/>
          <p:nvPr/>
        </p:nvSpPr>
        <p:spPr bwMode="auto">
          <a:xfrm rot="14169827">
            <a:off x="2869521" y="3617460"/>
            <a:ext cx="228600" cy="609600"/>
          </a:xfrm>
          <a:prstGeom prst="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Times New Roman" pitchFamily="18" charset="0"/>
            </a:endParaRPr>
          </a:p>
        </p:txBody>
      </p:sp>
      <p:sp>
        <p:nvSpPr>
          <p:cNvPr id="4" name="Arrow: Down 3">
            <a:extLst>
              <a:ext uri="{FF2B5EF4-FFF2-40B4-BE49-F238E27FC236}">
                <a16:creationId xmlns:a16="http://schemas.microsoft.com/office/drawing/2014/main" id="{477DE23D-B18E-E6A8-9B74-A912BD28F9C7}"/>
              </a:ext>
            </a:extLst>
          </p:cNvPr>
          <p:cNvSpPr/>
          <p:nvPr/>
        </p:nvSpPr>
        <p:spPr bwMode="auto">
          <a:xfrm rot="14169827">
            <a:off x="2934612" y="4261798"/>
            <a:ext cx="228600" cy="609600"/>
          </a:xfrm>
          <a:prstGeom prst="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Times New Roman" pitchFamily="18" charset="0"/>
            </a:endParaRPr>
          </a:p>
        </p:txBody>
      </p:sp>
      <p:sp>
        <p:nvSpPr>
          <p:cNvPr id="5" name="Arrow: Down 4">
            <a:extLst>
              <a:ext uri="{FF2B5EF4-FFF2-40B4-BE49-F238E27FC236}">
                <a16:creationId xmlns:a16="http://schemas.microsoft.com/office/drawing/2014/main" id="{948CC99E-D6F3-0331-CEAF-44FD9112602F}"/>
              </a:ext>
            </a:extLst>
          </p:cNvPr>
          <p:cNvSpPr/>
          <p:nvPr/>
        </p:nvSpPr>
        <p:spPr bwMode="auto">
          <a:xfrm rot="18219487">
            <a:off x="3348139" y="2951337"/>
            <a:ext cx="228600" cy="609600"/>
          </a:xfrm>
          <a:prstGeom prst="downArrow">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Times New Roman" pitchFamily="18" charset="0"/>
            </a:endParaRPr>
          </a:p>
        </p:txBody>
      </p:sp>
      <p:sp>
        <p:nvSpPr>
          <p:cNvPr id="6" name="Arrow: Down 5">
            <a:extLst>
              <a:ext uri="{FF2B5EF4-FFF2-40B4-BE49-F238E27FC236}">
                <a16:creationId xmlns:a16="http://schemas.microsoft.com/office/drawing/2014/main" id="{14404096-8BF3-7E27-5D93-A098C5295972}"/>
              </a:ext>
            </a:extLst>
          </p:cNvPr>
          <p:cNvSpPr/>
          <p:nvPr/>
        </p:nvSpPr>
        <p:spPr bwMode="auto">
          <a:xfrm rot="18219487">
            <a:off x="2192728" y="1717130"/>
            <a:ext cx="228600" cy="609600"/>
          </a:xfrm>
          <a:prstGeom prst="downArrow">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Times New Roman" pitchFamily="18" charset="0"/>
            </a:endParaRPr>
          </a:p>
        </p:txBody>
      </p:sp>
      <p:sp>
        <p:nvSpPr>
          <p:cNvPr id="7" name="Arrow: Down 6">
            <a:extLst>
              <a:ext uri="{FF2B5EF4-FFF2-40B4-BE49-F238E27FC236}">
                <a16:creationId xmlns:a16="http://schemas.microsoft.com/office/drawing/2014/main" id="{C9285112-E183-7C96-D8B3-F41CF0426D54}"/>
              </a:ext>
            </a:extLst>
          </p:cNvPr>
          <p:cNvSpPr/>
          <p:nvPr/>
        </p:nvSpPr>
        <p:spPr bwMode="auto">
          <a:xfrm rot="14169827">
            <a:off x="7746322" y="3400081"/>
            <a:ext cx="228600" cy="609600"/>
          </a:xfrm>
          <a:prstGeom prst="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Times New Roman" pitchFamily="18" charset="0"/>
            </a:endParaRPr>
          </a:p>
        </p:txBody>
      </p:sp>
      <p:sp>
        <p:nvSpPr>
          <p:cNvPr id="8" name="Arrow: Down 7">
            <a:extLst>
              <a:ext uri="{FF2B5EF4-FFF2-40B4-BE49-F238E27FC236}">
                <a16:creationId xmlns:a16="http://schemas.microsoft.com/office/drawing/2014/main" id="{530A0C68-47C0-71D0-4352-FABA7C721968}"/>
              </a:ext>
            </a:extLst>
          </p:cNvPr>
          <p:cNvSpPr/>
          <p:nvPr/>
        </p:nvSpPr>
        <p:spPr bwMode="auto">
          <a:xfrm rot="14169827">
            <a:off x="7922675" y="2579113"/>
            <a:ext cx="228600" cy="609600"/>
          </a:xfrm>
          <a:prstGeom prst="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Times New Roman" pitchFamily="18" charset="0"/>
            </a:endParaRPr>
          </a:p>
        </p:txBody>
      </p:sp>
      <p:sp>
        <p:nvSpPr>
          <p:cNvPr id="9" name="Arrow: Down 8">
            <a:extLst>
              <a:ext uri="{FF2B5EF4-FFF2-40B4-BE49-F238E27FC236}">
                <a16:creationId xmlns:a16="http://schemas.microsoft.com/office/drawing/2014/main" id="{52B43A1D-1403-B4BC-E204-379E9AF8134B}"/>
              </a:ext>
            </a:extLst>
          </p:cNvPr>
          <p:cNvSpPr/>
          <p:nvPr/>
        </p:nvSpPr>
        <p:spPr bwMode="auto">
          <a:xfrm rot="14169827">
            <a:off x="11684678" y="1712461"/>
            <a:ext cx="228600" cy="609600"/>
          </a:xfrm>
          <a:prstGeom prst="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Times New Roman" pitchFamily="18" charset="0"/>
            </a:endParaRPr>
          </a:p>
        </p:txBody>
      </p:sp>
      <p:sp>
        <p:nvSpPr>
          <p:cNvPr id="10" name="Arrow: Down 9">
            <a:extLst>
              <a:ext uri="{FF2B5EF4-FFF2-40B4-BE49-F238E27FC236}">
                <a16:creationId xmlns:a16="http://schemas.microsoft.com/office/drawing/2014/main" id="{6CCEA967-67EB-3C90-4B9B-62906F6798B7}"/>
              </a:ext>
            </a:extLst>
          </p:cNvPr>
          <p:cNvSpPr/>
          <p:nvPr/>
        </p:nvSpPr>
        <p:spPr bwMode="auto">
          <a:xfrm rot="14169827">
            <a:off x="1955122" y="6132061"/>
            <a:ext cx="228600" cy="609600"/>
          </a:xfrm>
          <a:prstGeom prst="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C88B2433-DF0D-3EB6-1B36-D5BD54CF0FAF}"/>
              </a:ext>
            </a:extLst>
          </p:cNvPr>
          <p:cNvSpPr>
            <a:spLocks noGrp="1" noChangeArrowheads="1"/>
          </p:cNvSpPr>
          <p:nvPr>
            <p:ph type="title"/>
          </p:nvPr>
        </p:nvSpPr>
        <p:spPr>
          <a:xfrm>
            <a:off x="381000" y="14288"/>
            <a:ext cx="7161213" cy="681037"/>
          </a:xfrm>
        </p:spPr>
        <p:txBody>
          <a:bodyPr/>
          <a:lstStyle/>
          <a:p>
            <a:r>
              <a:rPr lang="en-US" altLang="en-US"/>
              <a:t>Topics</a:t>
            </a:r>
          </a:p>
        </p:txBody>
      </p:sp>
      <p:sp>
        <p:nvSpPr>
          <p:cNvPr id="37891" name="Content Placeholder 2">
            <a:extLst>
              <a:ext uri="{FF2B5EF4-FFF2-40B4-BE49-F238E27FC236}">
                <a16:creationId xmlns:a16="http://schemas.microsoft.com/office/drawing/2014/main" id="{2A32B758-7040-16E6-2A71-D26FBAE46645}"/>
              </a:ext>
            </a:extLst>
          </p:cNvPr>
          <p:cNvSpPr>
            <a:spLocks noGrp="1" noChangeArrowheads="1"/>
          </p:cNvSpPr>
          <p:nvPr>
            <p:ph idx="1"/>
          </p:nvPr>
        </p:nvSpPr>
        <p:spPr>
          <a:xfrm>
            <a:off x="762000" y="914400"/>
            <a:ext cx="9906000" cy="3667125"/>
          </a:xfrm>
        </p:spPr>
        <p:txBody>
          <a:bodyPr/>
          <a:lstStyle/>
          <a:p>
            <a:r>
              <a:rPr lang="en-US" altLang="en-US" sz="2800"/>
              <a:t>Who is Dr. Docter?</a:t>
            </a:r>
          </a:p>
          <a:p>
            <a:r>
              <a:rPr lang="en-US" altLang="en-US" sz="2800"/>
              <a:t>Technical Career Stages</a:t>
            </a:r>
          </a:p>
          <a:p>
            <a:r>
              <a:rPr lang="en-US" altLang="en-US" sz="2800"/>
              <a:t>Setting and Accomplishing Development Goals</a:t>
            </a:r>
          </a:p>
          <a:p>
            <a:r>
              <a:rPr lang="en-US" altLang="en-US" sz="2800"/>
              <a:t>Communication and Marketing</a:t>
            </a:r>
          </a:p>
          <a:p>
            <a:r>
              <a:rPr lang="en-US" altLang="en-US" sz="2800"/>
              <a:t>Mentoring Integration with Stage  Development</a:t>
            </a:r>
          </a:p>
          <a:p>
            <a:r>
              <a:rPr lang="en-US" altLang="en-US" sz="2800"/>
              <a:t>Considerations for Grad School</a:t>
            </a:r>
          </a:p>
          <a:p>
            <a:r>
              <a:rPr lang="en-US" altLang="en-US" sz="2800"/>
              <a:t>Stress Management</a:t>
            </a:r>
            <a:endParaRPr lang="en-US" altLang="en-US"/>
          </a:p>
        </p:txBody>
      </p:sp>
      <p:sp>
        <p:nvSpPr>
          <p:cNvPr id="37892" name="Slide Number Placeholder 3">
            <a:extLst>
              <a:ext uri="{FF2B5EF4-FFF2-40B4-BE49-F238E27FC236}">
                <a16:creationId xmlns:a16="http://schemas.microsoft.com/office/drawing/2014/main" id="{0FB9F87D-AD74-B02E-58FD-D269F5E03A89}"/>
              </a:ext>
            </a:extLst>
          </p:cNvPr>
          <p:cNvSpPr>
            <a:spLocks noGrp="1"/>
          </p:cNvSpPr>
          <p:nvPr>
            <p:ph type="sldNum" sz="quarter" idx="11"/>
          </p:nvPr>
        </p:nvSpPr>
        <p:spPr>
          <a:xfrm>
            <a:off x="9753600" y="6400800"/>
            <a:ext cx="2540000" cy="4572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235FDD0-176B-40FA-A19E-64EBC2164C1B}" type="slidenum">
              <a:rPr lang="en-US" altLang="en-US" sz="1400" smtClean="0">
                <a:solidFill>
                  <a:srgbClr val="000000"/>
                </a:solidFill>
              </a:rPr>
              <a:pPr>
                <a:spcBef>
                  <a:spcPct val="0"/>
                </a:spcBef>
                <a:buFontTx/>
                <a:buNone/>
              </a:pPr>
              <a:t>3</a:t>
            </a:fld>
            <a:endParaRPr lang="en-US" altLang="en-US" sz="140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3">
            <a:extLst>
              <a:ext uri="{FF2B5EF4-FFF2-40B4-BE49-F238E27FC236}">
                <a16:creationId xmlns:a16="http://schemas.microsoft.com/office/drawing/2014/main" id="{D1D27CC7-07B2-E3BD-E968-D389883ADAB1}"/>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6EF202D-6A63-4DC7-9676-0CC7E8A00FEE}" type="slidenum">
              <a:rPr lang="en-US" altLang="en-US" sz="1400" smtClean="0"/>
              <a:pPr>
                <a:spcBef>
                  <a:spcPct val="0"/>
                </a:spcBef>
                <a:buFontTx/>
                <a:buNone/>
              </a:pPr>
              <a:t>4</a:t>
            </a:fld>
            <a:endParaRPr lang="en-US" altLang="en-US" sz="1400"/>
          </a:p>
        </p:txBody>
      </p:sp>
      <p:pic>
        <p:nvPicPr>
          <p:cNvPr id="38915" name="Picture 2" descr="C:\Users\WADOCTE\AppData\Local\Temp\SNAGHTMLfca2e18.PNG">
            <a:extLst>
              <a:ext uri="{FF2B5EF4-FFF2-40B4-BE49-F238E27FC236}">
                <a16:creationId xmlns:a16="http://schemas.microsoft.com/office/drawing/2014/main" id="{71BF7105-23BA-6378-4A55-C40A52D32D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4725" y="2058988"/>
            <a:ext cx="2355850"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916" name="Group 5">
            <a:extLst>
              <a:ext uri="{FF2B5EF4-FFF2-40B4-BE49-F238E27FC236}">
                <a16:creationId xmlns:a16="http://schemas.microsoft.com/office/drawing/2014/main" id="{CEB651F4-6A43-8467-30BF-7C3B4D43D400}"/>
              </a:ext>
            </a:extLst>
          </p:cNvPr>
          <p:cNvGrpSpPr>
            <a:grpSpLocks/>
          </p:cNvGrpSpPr>
          <p:nvPr/>
        </p:nvGrpSpPr>
        <p:grpSpPr bwMode="auto">
          <a:xfrm>
            <a:off x="2190750" y="454025"/>
            <a:ext cx="352425" cy="406400"/>
            <a:chOff x="8770424" y="2291282"/>
            <a:chExt cx="365760" cy="441526"/>
          </a:xfrm>
        </p:grpSpPr>
        <p:sp>
          <p:nvSpPr>
            <p:cNvPr id="7" name="Oval 6">
              <a:extLst>
                <a:ext uri="{FF2B5EF4-FFF2-40B4-BE49-F238E27FC236}">
                  <a16:creationId xmlns:a16="http://schemas.microsoft.com/office/drawing/2014/main" id="{5F3492E2-8919-E7C2-9FF1-3EE09DE82F0B}"/>
                </a:ext>
              </a:extLst>
            </p:cNvPr>
            <p:cNvSpPr/>
            <p:nvPr/>
          </p:nvSpPr>
          <p:spPr>
            <a:xfrm>
              <a:off x="8861041" y="2291282"/>
              <a:ext cx="176289" cy="175921"/>
            </a:xfrm>
            <a:prstGeom prst="ellipse">
              <a:avLst/>
            </a:prstGeom>
            <a:solidFill>
              <a:srgbClr val="327379"/>
            </a:solidFill>
            <a:ln>
              <a:noFill/>
            </a:ln>
            <a:effectLst/>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solidFill>
                  <a:srgbClr val="000000"/>
                </a:solidFill>
              </a:endParaRPr>
            </a:p>
          </p:txBody>
        </p:sp>
        <p:sp>
          <p:nvSpPr>
            <p:cNvPr id="8" name="Flowchart: Delay 7">
              <a:extLst>
                <a:ext uri="{FF2B5EF4-FFF2-40B4-BE49-F238E27FC236}">
                  <a16:creationId xmlns:a16="http://schemas.microsoft.com/office/drawing/2014/main" id="{DE34EF5A-43CD-D2A6-6FB9-6369E93B13A2}"/>
                </a:ext>
              </a:extLst>
            </p:cNvPr>
            <p:cNvSpPr/>
            <p:nvPr/>
          </p:nvSpPr>
          <p:spPr>
            <a:xfrm rot="16200000">
              <a:off x="8831712" y="2428336"/>
              <a:ext cx="243184" cy="365760"/>
            </a:xfrm>
            <a:prstGeom prst="flowChartDelay">
              <a:avLst/>
            </a:prstGeom>
            <a:solidFill>
              <a:srgbClr val="327379"/>
            </a:solidFill>
            <a:ln>
              <a:noFill/>
            </a:ln>
            <a:effectLst/>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solidFill>
                  <a:srgbClr val="000000"/>
                </a:solidFill>
              </a:endParaRPr>
            </a:p>
          </p:txBody>
        </p:sp>
      </p:grpSp>
      <p:sp>
        <p:nvSpPr>
          <p:cNvPr id="9" name="Freeform 97">
            <a:extLst>
              <a:ext uri="{FF2B5EF4-FFF2-40B4-BE49-F238E27FC236}">
                <a16:creationId xmlns:a16="http://schemas.microsoft.com/office/drawing/2014/main" id="{96384E0B-BA62-001C-8DBA-98FF73DFA7E8}"/>
              </a:ext>
            </a:extLst>
          </p:cNvPr>
          <p:cNvSpPr>
            <a:spLocks/>
          </p:cNvSpPr>
          <p:nvPr/>
        </p:nvSpPr>
        <p:spPr bwMode="auto">
          <a:xfrm>
            <a:off x="2974975" y="3255963"/>
            <a:ext cx="1568450" cy="1754187"/>
          </a:xfrm>
          <a:custGeom>
            <a:avLst/>
            <a:gdLst>
              <a:gd name="T0" fmla="*/ 172 w 904"/>
              <a:gd name="T1" fmla="*/ 0 h 1013"/>
              <a:gd name="T2" fmla="*/ 0 w 904"/>
              <a:gd name="T3" fmla="*/ 415 h 1013"/>
              <a:gd name="T4" fmla="*/ 600 w 904"/>
              <a:gd name="T5" fmla="*/ 1008 h 1013"/>
              <a:gd name="T6" fmla="*/ 904 w 904"/>
              <a:gd name="T7" fmla="*/ 1013 h 1013"/>
            </a:gdLst>
            <a:ahLst/>
            <a:cxnLst>
              <a:cxn ang="0">
                <a:pos x="T0" y="T1"/>
              </a:cxn>
              <a:cxn ang="0">
                <a:pos x="T2" y="T3"/>
              </a:cxn>
              <a:cxn ang="0">
                <a:pos x="T4" y="T5"/>
              </a:cxn>
              <a:cxn ang="0">
                <a:pos x="T6" y="T7"/>
              </a:cxn>
            </a:cxnLst>
            <a:rect l="0" t="0" r="r" b="b"/>
            <a:pathLst>
              <a:path w="904" h="1013">
                <a:moveTo>
                  <a:pt x="172" y="0"/>
                </a:moveTo>
                <a:cubicBezTo>
                  <a:pt x="162" y="159"/>
                  <a:pt x="99" y="303"/>
                  <a:pt x="0" y="415"/>
                </a:cubicBezTo>
                <a:cubicBezTo>
                  <a:pt x="600" y="1008"/>
                  <a:pt x="600" y="1008"/>
                  <a:pt x="600" y="1008"/>
                </a:cubicBezTo>
                <a:cubicBezTo>
                  <a:pt x="904" y="1013"/>
                  <a:pt x="904" y="1013"/>
                  <a:pt x="904" y="1013"/>
                </a:cubicBezTo>
              </a:path>
            </a:pathLst>
          </a:custGeom>
          <a:noFill/>
          <a:ln w="25400" cap="rnd">
            <a:solidFill>
              <a:srgbClr val="3B414D"/>
            </a:solidFill>
            <a:prstDash val="solid"/>
            <a:miter lim="800000"/>
            <a:headEnd/>
            <a:tailEnd/>
          </a:ln>
        </p:spPr>
        <p:txBody>
          <a:bodyPr lIns="68580" tIns="34290" rIns="68580" bIns="34290" anchor="ctr"/>
          <a:lstStyle/>
          <a:p>
            <a:pPr>
              <a:defRPr/>
            </a:pPr>
            <a:endParaRPr lang="en-IN" sz="1350" kern="0">
              <a:solidFill>
                <a:prstClr val="black"/>
              </a:solidFill>
            </a:endParaRPr>
          </a:p>
        </p:txBody>
      </p:sp>
      <p:sp>
        <p:nvSpPr>
          <p:cNvPr id="10" name="Freeform 98">
            <a:extLst>
              <a:ext uri="{FF2B5EF4-FFF2-40B4-BE49-F238E27FC236}">
                <a16:creationId xmlns:a16="http://schemas.microsoft.com/office/drawing/2014/main" id="{17CF812C-E75D-1F67-EF77-4860541CFAEF}"/>
              </a:ext>
            </a:extLst>
          </p:cNvPr>
          <p:cNvSpPr>
            <a:spLocks/>
          </p:cNvSpPr>
          <p:nvPr/>
        </p:nvSpPr>
        <p:spPr bwMode="auto">
          <a:xfrm>
            <a:off x="2151063" y="1549400"/>
            <a:ext cx="1782762" cy="738188"/>
          </a:xfrm>
          <a:custGeom>
            <a:avLst/>
            <a:gdLst>
              <a:gd name="T0" fmla="*/ 0 w 1027"/>
              <a:gd name="T1" fmla="*/ 253 h 426"/>
              <a:gd name="T2" fmla="*/ 415 w 1027"/>
              <a:gd name="T3" fmla="*/ 426 h 426"/>
              <a:gd name="T4" fmla="*/ 841 w 1027"/>
              <a:gd name="T5" fmla="*/ 0 h 426"/>
              <a:gd name="T6" fmla="*/ 1027 w 1027"/>
              <a:gd name="T7" fmla="*/ 0 h 426"/>
            </a:gdLst>
            <a:ahLst/>
            <a:cxnLst>
              <a:cxn ang="0">
                <a:pos x="T0" y="T1"/>
              </a:cxn>
              <a:cxn ang="0">
                <a:pos x="T2" y="T3"/>
              </a:cxn>
              <a:cxn ang="0">
                <a:pos x="T4" y="T5"/>
              </a:cxn>
              <a:cxn ang="0">
                <a:pos x="T6" y="T7"/>
              </a:cxn>
            </a:cxnLst>
            <a:rect l="0" t="0" r="r" b="b"/>
            <a:pathLst>
              <a:path w="1027" h="426">
                <a:moveTo>
                  <a:pt x="0" y="253"/>
                </a:moveTo>
                <a:cubicBezTo>
                  <a:pt x="159" y="263"/>
                  <a:pt x="303" y="326"/>
                  <a:pt x="415" y="426"/>
                </a:cubicBezTo>
                <a:cubicBezTo>
                  <a:pt x="841" y="0"/>
                  <a:pt x="841" y="0"/>
                  <a:pt x="841" y="0"/>
                </a:cubicBezTo>
                <a:cubicBezTo>
                  <a:pt x="1027" y="0"/>
                  <a:pt x="1027" y="0"/>
                  <a:pt x="1027" y="0"/>
                </a:cubicBezTo>
              </a:path>
            </a:pathLst>
          </a:custGeom>
          <a:noFill/>
          <a:ln w="25400" cap="rnd">
            <a:solidFill>
              <a:srgbClr val="B49C84"/>
            </a:solidFill>
            <a:prstDash val="solid"/>
            <a:miter lim="800000"/>
            <a:headEnd/>
            <a:tailEnd/>
          </a:ln>
        </p:spPr>
        <p:txBody>
          <a:bodyPr lIns="68580" tIns="34290" rIns="68580" bIns="34290" anchor="ctr"/>
          <a:lstStyle/>
          <a:p>
            <a:pPr>
              <a:defRPr/>
            </a:pPr>
            <a:endParaRPr lang="en-IN" sz="1350" kern="0">
              <a:solidFill>
                <a:prstClr val="black"/>
              </a:solidFill>
            </a:endParaRPr>
          </a:p>
        </p:txBody>
      </p:sp>
      <p:sp>
        <p:nvSpPr>
          <p:cNvPr id="11" name="Freeform 99">
            <a:extLst>
              <a:ext uri="{FF2B5EF4-FFF2-40B4-BE49-F238E27FC236}">
                <a16:creationId xmlns:a16="http://schemas.microsoft.com/office/drawing/2014/main" id="{DA6BBC61-E93B-6033-C3E7-7415A787FC62}"/>
              </a:ext>
            </a:extLst>
          </p:cNvPr>
          <p:cNvSpPr>
            <a:spLocks/>
          </p:cNvSpPr>
          <p:nvPr/>
        </p:nvSpPr>
        <p:spPr bwMode="auto">
          <a:xfrm>
            <a:off x="2974975" y="2389188"/>
            <a:ext cx="984250" cy="720725"/>
          </a:xfrm>
          <a:custGeom>
            <a:avLst/>
            <a:gdLst>
              <a:gd name="T0" fmla="*/ 0 w 566"/>
              <a:gd name="T1" fmla="*/ 0 h 416"/>
              <a:gd name="T2" fmla="*/ 30 w 566"/>
              <a:gd name="T3" fmla="*/ 36 h 416"/>
              <a:gd name="T4" fmla="*/ 172 w 566"/>
              <a:gd name="T5" fmla="*/ 416 h 416"/>
              <a:gd name="T6" fmla="*/ 566 w 566"/>
              <a:gd name="T7" fmla="*/ 411 h 416"/>
            </a:gdLst>
            <a:ahLst/>
            <a:cxnLst>
              <a:cxn ang="0">
                <a:pos x="T0" y="T1"/>
              </a:cxn>
              <a:cxn ang="0">
                <a:pos x="T2" y="T3"/>
              </a:cxn>
              <a:cxn ang="0">
                <a:pos x="T4" y="T5"/>
              </a:cxn>
              <a:cxn ang="0">
                <a:pos x="T6" y="T7"/>
              </a:cxn>
            </a:cxnLst>
            <a:rect l="0" t="0" r="r" b="b"/>
            <a:pathLst>
              <a:path w="566" h="416">
                <a:moveTo>
                  <a:pt x="0" y="0"/>
                </a:moveTo>
                <a:cubicBezTo>
                  <a:pt x="10" y="12"/>
                  <a:pt x="20" y="24"/>
                  <a:pt x="30" y="36"/>
                </a:cubicBezTo>
                <a:cubicBezTo>
                  <a:pt x="112" y="143"/>
                  <a:pt x="164" y="273"/>
                  <a:pt x="172" y="416"/>
                </a:cubicBezTo>
                <a:cubicBezTo>
                  <a:pt x="566" y="411"/>
                  <a:pt x="566" y="411"/>
                  <a:pt x="566" y="411"/>
                </a:cubicBezTo>
              </a:path>
            </a:pathLst>
          </a:custGeom>
          <a:noFill/>
          <a:ln w="25400" cap="rnd">
            <a:solidFill>
              <a:srgbClr val="D62900"/>
            </a:solidFill>
            <a:prstDash val="solid"/>
            <a:miter lim="800000"/>
            <a:headEnd/>
            <a:tailEnd/>
          </a:ln>
        </p:spPr>
        <p:txBody>
          <a:bodyPr lIns="68580" tIns="34290" rIns="68580" bIns="34290" anchor="ctr"/>
          <a:lstStyle/>
          <a:p>
            <a:pPr>
              <a:defRPr/>
            </a:pPr>
            <a:endParaRPr lang="en-IN" sz="1350" kern="0">
              <a:solidFill>
                <a:prstClr val="black"/>
              </a:solidFill>
            </a:endParaRPr>
          </a:p>
        </p:txBody>
      </p:sp>
      <p:sp>
        <p:nvSpPr>
          <p:cNvPr id="13" name="Freeform 6">
            <a:extLst>
              <a:ext uri="{FF2B5EF4-FFF2-40B4-BE49-F238E27FC236}">
                <a16:creationId xmlns:a16="http://schemas.microsoft.com/office/drawing/2014/main" id="{DB8B7B44-4704-05F7-F150-CDE6B044B945}"/>
              </a:ext>
            </a:extLst>
          </p:cNvPr>
          <p:cNvSpPr>
            <a:spLocks noEditPoints="1"/>
          </p:cNvSpPr>
          <p:nvPr/>
        </p:nvSpPr>
        <p:spPr bwMode="auto">
          <a:xfrm flipH="1">
            <a:off x="3997325" y="2833688"/>
            <a:ext cx="236538" cy="446087"/>
          </a:xfrm>
          <a:custGeom>
            <a:avLst/>
            <a:gdLst>
              <a:gd name="T0" fmla="*/ 1299 w 1418"/>
              <a:gd name="T1" fmla="*/ 2411 h 3261"/>
              <a:gd name="T2" fmla="*/ 999 w 1418"/>
              <a:gd name="T3" fmla="*/ 3245 h 3261"/>
              <a:gd name="T4" fmla="*/ 1119 w 1418"/>
              <a:gd name="T5" fmla="*/ 2270 h 3261"/>
              <a:gd name="T6" fmla="*/ 496 w 1418"/>
              <a:gd name="T7" fmla="*/ 901 h 3261"/>
              <a:gd name="T8" fmla="*/ 662 w 1418"/>
              <a:gd name="T9" fmla="*/ 1457 h 3261"/>
              <a:gd name="T10" fmla="*/ 921 w 1418"/>
              <a:gd name="T11" fmla="*/ 831 h 3261"/>
              <a:gd name="T12" fmla="*/ 999 w 1418"/>
              <a:gd name="T13" fmla="*/ 854 h 3261"/>
              <a:gd name="T14" fmla="*/ 1050 w 1418"/>
              <a:gd name="T15" fmla="*/ 918 h 3261"/>
              <a:gd name="T16" fmla="*/ 1062 w 1418"/>
              <a:gd name="T17" fmla="*/ 1924 h 3261"/>
              <a:gd name="T18" fmla="*/ 1037 w 1418"/>
              <a:gd name="T19" fmla="*/ 2003 h 3261"/>
              <a:gd name="T20" fmla="*/ 976 w 1418"/>
              <a:gd name="T21" fmla="*/ 2054 h 3261"/>
              <a:gd name="T22" fmla="*/ 897 w 1418"/>
              <a:gd name="T23" fmla="*/ 2063 h 3261"/>
              <a:gd name="T24" fmla="*/ 871 w 1418"/>
              <a:gd name="T25" fmla="*/ 3106 h 3261"/>
              <a:gd name="T26" fmla="*/ 830 w 1418"/>
              <a:gd name="T27" fmla="*/ 3194 h 3261"/>
              <a:gd name="T28" fmla="*/ 753 w 1418"/>
              <a:gd name="T29" fmla="*/ 3248 h 3261"/>
              <a:gd name="T30" fmla="*/ 655 w 1418"/>
              <a:gd name="T31" fmla="*/ 3258 h 3261"/>
              <a:gd name="T32" fmla="*/ 572 w 1418"/>
              <a:gd name="T33" fmla="*/ 3220 h 3261"/>
              <a:gd name="T34" fmla="*/ 512 w 1418"/>
              <a:gd name="T35" fmla="*/ 3200 h 3261"/>
              <a:gd name="T36" fmla="*/ 436 w 1418"/>
              <a:gd name="T37" fmla="*/ 3249 h 3261"/>
              <a:gd name="T38" fmla="*/ 341 w 1418"/>
              <a:gd name="T39" fmla="*/ 3258 h 3261"/>
              <a:gd name="T40" fmla="*/ 254 w 1418"/>
              <a:gd name="T41" fmla="*/ 3216 h 3261"/>
              <a:gd name="T42" fmla="*/ 199 w 1418"/>
              <a:gd name="T43" fmla="*/ 3138 h 3261"/>
              <a:gd name="T44" fmla="*/ 187 w 1418"/>
              <a:gd name="T45" fmla="*/ 2024 h 3261"/>
              <a:gd name="T46" fmla="*/ 112 w 1418"/>
              <a:gd name="T47" fmla="*/ 2031 h 3261"/>
              <a:gd name="T48" fmla="*/ 41 w 1418"/>
              <a:gd name="T49" fmla="*/ 1992 h 3261"/>
              <a:gd name="T50" fmla="*/ 3 w 1418"/>
              <a:gd name="T51" fmla="*/ 1921 h 3261"/>
              <a:gd name="T52" fmla="*/ 3 w 1418"/>
              <a:gd name="T53" fmla="*/ 943 h 3261"/>
              <a:gd name="T54" fmla="*/ 41 w 1418"/>
              <a:gd name="T55" fmla="*/ 872 h 3261"/>
              <a:gd name="T56" fmla="*/ 112 w 1418"/>
              <a:gd name="T57" fmla="*/ 834 h 3261"/>
              <a:gd name="T58" fmla="*/ 568 w 1418"/>
              <a:gd name="T59" fmla="*/ 1 h 3261"/>
              <a:gd name="T60" fmla="*/ 671 w 1418"/>
              <a:gd name="T61" fmla="*/ 26 h 3261"/>
              <a:gd name="T62" fmla="*/ 757 w 1418"/>
              <a:gd name="T63" fmla="*/ 78 h 3261"/>
              <a:gd name="T64" fmla="*/ 817 w 1418"/>
              <a:gd name="T65" fmla="*/ 159 h 3261"/>
              <a:gd name="T66" fmla="*/ 848 w 1418"/>
              <a:gd name="T67" fmla="*/ 268 h 3261"/>
              <a:gd name="T68" fmla="*/ 842 w 1418"/>
              <a:gd name="T69" fmla="*/ 397 h 3261"/>
              <a:gd name="T70" fmla="*/ 800 w 1418"/>
              <a:gd name="T71" fmla="*/ 523 h 3261"/>
              <a:gd name="T72" fmla="*/ 730 w 1418"/>
              <a:gd name="T73" fmla="*/ 631 h 3261"/>
              <a:gd name="T74" fmla="*/ 639 w 1418"/>
              <a:gd name="T75" fmla="*/ 706 h 3261"/>
              <a:gd name="T76" fmla="*/ 531 w 1418"/>
              <a:gd name="T77" fmla="*/ 734 h 3261"/>
              <a:gd name="T78" fmla="*/ 423 w 1418"/>
              <a:gd name="T79" fmla="*/ 706 h 3261"/>
              <a:gd name="T80" fmla="*/ 331 w 1418"/>
              <a:gd name="T81" fmla="*/ 631 h 3261"/>
              <a:gd name="T82" fmla="*/ 261 w 1418"/>
              <a:gd name="T83" fmla="*/ 523 h 3261"/>
              <a:gd name="T84" fmla="*/ 220 w 1418"/>
              <a:gd name="T85" fmla="*/ 397 h 3261"/>
              <a:gd name="T86" fmla="*/ 213 w 1418"/>
              <a:gd name="T87" fmla="*/ 268 h 3261"/>
              <a:gd name="T88" fmla="*/ 243 w 1418"/>
              <a:gd name="T89" fmla="*/ 159 h 3261"/>
              <a:gd name="T90" fmla="*/ 305 w 1418"/>
              <a:gd name="T91" fmla="*/ 78 h 3261"/>
              <a:gd name="T92" fmla="*/ 390 w 1418"/>
              <a:gd name="T93" fmla="*/ 26 h 3261"/>
              <a:gd name="T94" fmla="*/ 493 w 1418"/>
              <a:gd name="T95" fmla="*/ 1 h 3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418" h="3261">
                <a:moveTo>
                  <a:pt x="1119" y="2270"/>
                </a:moveTo>
                <a:lnTo>
                  <a:pt x="1299" y="2270"/>
                </a:lnTo>
                <a:lnTo>
                  <a:pt x="1299" y="2411"/>
                </a:lnTo>
                <a:lnTo>
                  <a:pt x="1418" y="2411"/>
                </a:lnTo>
                <a:lnTo>
                  <a:pt x="1418" y="3245"/>
                </a:lnTo>
                <a:lnTo>
                  <a:pt x="999" y="3245"/>
                </a:lnTo>
                <a:lnTo>
                  <a:pt x="999" y="2411"/>
                </a:lnTo>
                <a:lnTo>
                  <a:pt x="1119" y="2411"/>
                </a:lnTo>
                <a:lnTo>
                  <a:pt x="1119" y="2270"/>
                </a:lnTo>
                <a:close/>
                <a:moveTo>
                  <a:pt x="141" y="831"/>
                </a:moveTo>
                <a:lnTo>
                  <a:pt x="443" y="831"/>
                </a:lnTo>
                <a:lnTo>
                  <a:pt x="496" y="901"/>
                </a:lnTo>
                <a:lnTo>
                  <a:pt x="399" y="1457"/>
                </a:lnTo>
                <a:lnTo>
                  <a:pt x="531" y="1582"/>
                </a:lnTo>
                <a:lnTo>
                  <a:pt x="662" y="1457"/>
                </a:lnTo>
                <a:lnTo>
                  <a:pt x="565" y="901"/>
                </a:lnTo>
                <a:lnTo>
                  <a:pt x="618" y="831"/>
                </a:lnTo>
                <a:lnTo>
                  <a:pt x="921" y="831"/>
                </a:lnTo>
                <a:lnTo>
                  <a:pt x="949" y="834"/>
                </a:lnTo>
                <a:lnTo>
                  <a:pt x="975" y="841"/>
                </a:lnTo>
                <a:lnTo>
                  <a:pt x="999" y="854"/>
                </a:lnTo>
                <a:lnTo>
                  <a:pt x="1021" y="872"/>
                </a:lnTo>
                <a:lnTo>
                  <a:pt x="1038" y="894"/>
                </a:lnTo>
                <a:lnTo>
                  <a:pt x="1050" y="918"/>
                </a:lnTo>
                <a:lnTo>
                  <a:pt x="1059" y="944"/>
                </a:lnTo>
                <a:lnTo>
                  <a:pt x="1062" y="972"/>
                </a:lnTo>
                <a:lnTo>
                  <a:pt x="1062" y="1924"/>
                </a:lnTo>
                <a:lnTo>
                  <a:pt x="1059" y="1952"/>
                </a:lnTo>
                <a:lnTo>
                  <a:pt x="1050" y="1979"/>
                </a:lnTo>
                <a:lnTo>
                  <a:pt x="1037" y="2003"/>
                </a:lnTo>
                <a:lnTo>
                  <a:pt x="1021" y="2023"/>
                </a:lnTo>
                <a:lnTo>
                  <a:pt x="999" y="2041"/>
                </a:lnTo>
                <a:lnTo>
                  <a:pt x="976" y="2054"/>
                </a:lnTo>
                <a:lnTo>
                  <a:pt x="949" y="2062"/>
                </a:lnTo>
                <a:lnTo>
                  <a:pt x="921" y="2065"/>
                </a:lnTo>
                <a:lnTo>
                  <a:pt x="897" y="2063"/>
                </a:lnTo>
                <a:lnTo>
                  <a:pt x="874" y="2057"/>
                </a:lnTo>
                <a:lnTo>
                  <a:pt x="874" y="3071"/>
                </a:lnTo>
                <a:lnTo>
                  <a:pt x="871" y="3106"/>
                </a:lnTo>
                <a:lnTo>
                  <a:pt x="863" y="3138"/>
                </a:lnTo>
                <a:lnTo>
                  <a:pt x="848" y="3167"/>
                </a:lnTo>
                <a:lnTo>
                  <a:pt x="830" y="3194"/>
                </a:lnTo>
                <a:lnTo>
                  <a:pt x="807" y="3216"/>
                </a:lnTo>
                <a:lnTo>
                  <a:pt x="781" y="3235"/>
                </a:lnTo>
                <a:lnTo>
                  <a:pt x="753" y="3248"/>
                </a:lnTo>
                <a:lnTo>
                  <a:pt x="721" y="3258"/>
                </a:lnTo>
                <a:lnTo>
                  <a:pt x="687" y="3261"/>
                </a:lnTo>
                <a:lnTo>
                  <a:pt x="655" y="3258"/>
                </a:lnTo>
                <a:lnTo>
                  <a:pt x="625" y="3249"/>
                </a:lnTo>
                <a:lnTo>
                  <a:pt x="597" y="3237"/>
                </a:lnTo>
                <a:lnTo>
                  <a:pt x="572" y="3220"/>
                </a:lnTo>
                <a:lnTo>
                  <a:pt x="549" y="3200"/>
                </a:lnTo>
                <a:lnTo>
                  <a:pt x="531" y="3176"/>
                </a:lnTo>
                <a:lnTo>
                  <a:pt x="512" y="3200"/>
                </a:lnTo>
                <a:lnTo>
                  <a:pt x="490" y="3220"/>
                </a:lnTo>
                <a:lnTo>
                  <a:pt x="464" y="3237"/>
                </a:lnTo>
                <a:lnTo>
                  <a:pt x="436" y="3249"/>
                </a:lnTo>
                <a:lnTo>
                  <a:pt x="407" y="3258"/>
                </a:lnTo>
                <a:lnTo>
                  <a:pt x="375" y="3261"/>
                </a:lnTo>
                <a:lnTo>
                  <a:pt x="341" y="3258"/>
                </a:lnTo>
                <a:lnTo>
                  <a:pt x="309" y="3248"/>
                </a:lnTo>
                <a:lnTo>
                  <a:pt x="280" y="3235"/>
                </a:lnTo>
                <a:lnTo>
                  <a:pt x="254" y="3216"/>
                </a:lnTo>
                <a:lnTo>
                  <a:pt x="231" y="3194"/>
                </a:lnTo>
                <a:lnTo>
                  <a:pt x="213" y="3167"/>
                </a:lnTo>
                <a:lnTo>
                  <a:pt x="199" y="3138"/>
                </a:lnTo>
                <a:lnTo>
                  <a:pt x="190" y="3106"/>
                </a:lnTo>
                <a:lnTo>
                  <a:pt x="187" y="3071"/>
                </a:lnTo>
                <a:lnTo>
                  <a:pt x="187" y="2024"/>
                </a:lnTo>
                <a:lnTo>
                  <a:pt x="164" y="2032"/>
                </a:lnTo>
                <a:lnTo>
                  <a:pt x="141" y="2034"/>
                </a:lnTo>
                <a:lnTo>
                  <a:pt x="112" y="2031"/>
                </a:lnTo>
                <a:lnTo>
                  <a:pt x="85" y="2022"/>
                </a:lnTo>
                <a:lnTo>
                  <a:pt x="62" y="2010"/>
                </a:lnTo>
                <a:lnTo>
                  <a:pt x="41" y="1992"/>
                </a:lnTo>
                <a:lnTo>
                  <a:pt x="24" y="1972"/>
                </a:lnTo>
                <a:lnTo>
                  <a:pt x="11" y="1947"/>
                </a:lnTo>
                <a:lnTo>
                  <a:pt x="3" y="1921"/>
                </a:lnTo>
                <a:lnTo>
                  <a:pt x="0" y="1892"/>
                </a:lnTo>
                <a:lnTo>
                  <a:pt x="0" y="972"/>
                </a:lnTo>
                <a:lnTo>
                  <a:pt x="3" y="943"/>
                </a:lnTo>
                <a:lnTo>
                  <a:pt x="11" y="916"/>
                </a:lnTo>
                <a:lnTo>
                  <a:pt x="24" y="893"/>
                </a:lnTo>
                <a:lnTo>
                  <a:pt x="41" y="872"/>
                </a:lnTo>
                <a:lnTo>
                  <a:pt x="62" y="854"/>
                </a:lnTo>
                <a:lnTo>
                  <a:pt x="86" y="842"/>
                </a:lnTo>
                <a:lnTo>
                  <a:pt x="112" y="834"/>
                </a:lnTo>
                <a:lnTo>
                  <a:pt x="141" y="831"/>
                </a:lnTo>
                <a:close/>
                <a:moveTo>
                  <a:pt x="531" y="0"/>
                </a:moveTo>
                <a:lnTo>
                  <a:pt x="568" y="1"/>
                </a:lnTo>
                <a:lnTo>
                  <a:pt x="604" y="6"/>
                </a:lnTo>
                <a:lnTo>
                  <a:pt x="639" y="14"/>
                </a:lnTo>
                <a:lnTo>
                  <a:pt x="671" y="26"/>
                </a:lnTo>
                <a:lnTo>
                  <a:pt x="701" y="40"/>
                </a:lnTo>
                <a:lnTo>
                  <a:pt x="730" y="58"/>
                </a:lnTo>
                <a:lnTo>
                  <a:pt x="757" y="78"/>
                </a:lnTo>
                <a:lnTo>
                  <a:pt x="779" y="102"/>
                </a:lnTo>
                <a:lnTo>
                  <a:pt x="800" y="129"/>
                </a:lnTo>
                <a:lnTo>
                  <a:pt x="817" y="159"/>
                </a:lnTo>
                <a:lnTo>
                  <a:pt x="832" y="192"/>
                </a:lnTo>
                <a:lnTo>
                  <a:pt x="842" y="229"/>
                </a:lnTo>
                <a:lnTo>
                  <a:pt x="848" y="268"/>
                </a:lnTo>
                <a:lnTo>
                  <a:pt x="850" y="310"/>
                </a:lnTo>
                <a:lnTo>
                  <a:pt x="848" y="354"/>
                </a:lnTo>
                <a:lnTo>
                  <a:pt x="842" y="397"/>
                </a:lnTo>
                <a:lnTo>
                  <a:pt x="832" y="441"/>
                </a:lnTo>
                <a:lnTo>
                  <a:pt x="817" y="483"/>
                </a:lnTo>
                <a:lnTo>
                  <a:pt x="800" y="523"/>
                </a:lnTo>
                <a:lnTo>
                  <a:pt x="779" y="563"/>
                </a:lnTo>
                <a:lnTo>
                  <a:pt x="757" y="598"/>
                </a:lnTo>
                <a:lnTo>
                  <a:pt x="730" y="631"/>
                </a:lnTo>
                <a:lnTo>
                  <a:pt x="701" y="660"/>
                </a:lnTo>
                <a:lnTo>
                  <a:pt x="671" y="686"/>
                </a:lnTo>
                <a:lnTo>
                  <a:pt x="639" y="706"/>
                </a:lnTo>
                <a:lnTo>
                  <a:pt x="604" y="721"/>
                </a:lnTo>
                <a:lnTo>
                  <a:pt x="568" y="731"/>
                </a:lnTo>
                <a:lnTo>
                  <a:pt x="531" y="734"/>
                </a:lnTo>
                <a:lnTo>
                  <a:pt x="493" y="731"/>
                </a:lnTo>
                <a:lnTo>
                  <a:pt x="457" y="721"/>
                </a:lnTo>
                <a:lnTo>
                  <a:pt x="423" y="706"/>
                </a:lnTo>
                <a:lnTo>
                  <a:pt x="390" y="686"/>
                </a:lnTo>
                <a:lnTo>
                  <a:pt x="359" y="660"/>
                </a:lnTo>
                <a:lnTo>
                  <a:pt x="331" y="631"/>
                </a:lnTo>
                <a:lnTo>
                  <a:pt x="305" y="598"/>
                </a:lnTo>
                <a:lnTo>
                  <a:pt x="281" y="563"/>
                </a:lnTo>
                <a:lnTo>
                  <a:pt x="261" y="523"/>
                </a:lnTo>
                <a:lnTo>
                  <a:pt x="243" y="483"/>
                </a:lnTo>
                <a:lnTo>
                  <a:pt x="230" y="441"/>
                </a:lnTo>
                <a:lnTo>
                  <a:pt x="220" y="397"/>
                </a:lnTo>
                <a:lnTo>
                  <a:pt x="213" y="354"/>
                </a:lnTo>
                <a:lnTo>
                  <a:pt x="211" y="310"/>
                </a:lnTo>
                <a:lnTo>
                  <a:pt x="213" y="268"/>
                </a:lnTo>
                <a:lnTo>
                  <a:pt x="220" y="229"/>
                </a:lnTo>
                <a:lnTo>
                  <a:pt x="230" y="192"/>
                </a:lnTo>
                <a:lnTo>
                  <a:pt x="243" y="159"/>
                </a:lnTo>
                <a:lnTo>
                  <a:pt x="261" y="129"/>
                </a:lnTo>
                <a:lnTo>
                  <a:pt x="281" y="102"/>
                </a:lnTo>
                <a:lnTo>
                  <a:pt x="305" y="78"/>
                </a:lnTo>
                <a:lnTo>
                  <a:pt x="331" y="58"/>
                </a:lnTo>
                <a:lnTo>
                  <a:pt x="359" y="40"/>
                </a:lnTo>
                <a:lnTo>
                  <a:pt x="390" y="26"/>
                </a:lnTo>
                <a:lnTo>
                  <a:pt x="423" y="14"/>
                </a:lnTo>
                <a:lnTo>
                  <a:pt x="457" y="6"/>
                </a:lnTo>
                <a:lnTo>
                  <a:pt x="493" y="1"/>
                </a:lnTo>
                <a:lnTo>
                  <a:pt x="531" y="0"/>
                </a:lnTo>
                <a:close/>
              </a:path>
            </a:pathLst>
          </a:custGeom>
          <a:solidFill>
            <a:srgbClr val="D62900"/>
          </a:solidFill>
          <a:ln w="0">
            <a:noFill/>
            <a:prstDash val="solid"/>
            <a:round/>
            <a:headEnd/>
            <a:tailEnd/>
          </a:ln>
        </p:spPr>
        <p:txBody>
          <a:bodyPr lIns="68580" tIns="34290" rIns="68580" bIns="34290" anchor="ctr"/>
          <a:lstStyle/>
          <a:p>
            <a:pPr>
              <a:defRPr/>
            </a:pPr>
            <a:endParaRPr lang="en-IN" sz="2100" kern="0">
              <a:solidFill>
                <a:prstClr val="black"/>
              </a:solidFill>
            </a:endParaRPr>
          </a:p>
        </p:txBody>
      </p:sp>
      <p:sp>
        <p:nvSpPr>
          <p:cNvPr id="14" name="TextBox 13">
            <a:extLst>
              <a:ext uri="{FF2B5EF4-FFF2-40B4-BE49-F238E27FC236}">
                <a16:creationId xmlns:a16="http://schemas.microsoft.com/office/drawing/2014/main" id="{EECEB54B-026C-76B1-010C-2803E2C20622}"/>
              </a:ext>
            </a:extLst>
          </p:cNvPr>
          <p:cNvSpPr txBox="1"/>
          <p:nvPr/>
        </p:nvSpPr>
        <p:spPr>
          <a:xfrm flipH="1">
            <a:off x="4316413" y="2530475"/>
            <a:ext cx="6199187" cy="1876425"/>
          </a:xfrm>
          <a:prstGeom prst="rect">
            <a:avLst/>
          </a:prstGeom>
          <a:noFill/>
        </p:spPr>
        <p:txBody>
          <a:bodyPr/>
          <a:lstStyle/>
          <a:p>
            <a:pPr>
              <a:defRPr/>
            </a:pPr>
            <a:r>
              <a:rPr lang="en-IN" sz="1400" b="1" dirty="0">
                <a:solidFill>
                  <a:srgbClr val="D62900"/>
                </a:solidFill>
                <a:latin typeface="72 Black" panose="020B0A04030603020204" pitchFamily="34" charset="0"/>
                <a:ea typeface="EMprint" panose="020B0503020204020204" pitchFamily="34" charset="0"/>
                <a:cs typeface="72 Black" panose="020B0A04030603020204" pitchFamily="34" charset="0"/>
              </a:rPr>
              <a:t>WORK EXPERIENCE</a:t>
            </a:r>
          </a:p>
          <a:p>
            <a:pPr>
              <a:defRPr/>
            </a:pPr>
            <a:r>
              <a:rPr lang="en-US" sz="1200" dirty="0">
                <a:solidFill>
                  <a:srgbClr val="000000"/>
                </a:solidFill>
                <a:latin typeface="EMprint Semibold" panose="020B0703020204020204" pitchFamily="34" charset="0"/>
                <a:ea typeface="EMprint Semibold" panose="020B0703020204020204" pitchFamily="34" charset="0"/>
              </a:rPr>
              <a:t>27 years’ experience at ExxonMobil, ~75% in RTO Roles</a:t>
            </a:r>
          </a:p>
          <a:p>
            <a:pPr marL="290513" lvl="1" indent="-176213">
              <a:buFont typeface="Arial" panose="020B0604020202020204" pitchFamily="34" charset="0"/>
              <a:buChar char="•"/>
              <a:defRPr/>
            </a:pPr>
            <a:r>
              <a:rPr lang="en-US" sz="1200" dirty="0">
                <a:solidFill>
                  <a:srgbClr val="000000"/>
                </a:solidFill>
                <a:latin typeface="EMprint Semibold" panose="020B0703020204020204" pitchFamily="34" charset="0"/>
                <a:ea typeface="EMprint Semibold" panose="020B0703020204020204" pitchFamily="34" charset="0"/>
              </a:rPr>
              <a:t>&lt;1 : Upstream RTO Project Lead (2025 to present)</a:t>
            </a:r>
          </a:p>
          <a:p>
            <a:pPr marL="290513" lvl="1" indent="-176213">
              <a:buFont typeface="Arial" panose="020B0604020202020204" pitchFamily="34" charset="0"/>
              <a:buChar char="•"/>
              <a:defRPr/>
            </a:pPr>
            <a:r>
              <a:rPr lang="en-US" sz="1200" dirty="0">
                <a:solidFill>
                  <a:srgbClr val="000000"/>
                </a:solidFill>
                <a:latin typeface="EMprint Semibold" panose="020B0703020204020204" pitchFamily="34" charset="0"/>
                <a:ea typeface="EMprint Semibold" panose="020B0703020204020204" pitchFamily="34" charset="0"/>
              </a:rPr>
              <a:t>16 : Beaumont Refinery/Chemicals </a:t>
            </a:r>
          </a:p>
          <a:p>
            <a:pPr marL="290513" lvl="1" indent="-176213">
              <a:buFont typeface="Arial" panose="020B0604020202020204" pitchFamily="34" charset="0"/>
              <a:buChar char="•"/>
              <a:defRPr/>
            </a:pPr>
            <a:r>
              <a:rPr lang="en-US" sz="1200" dirty="0">
                <a:solidFill>
                  <a:srgbClr val="000000"/>
                </a:solidFill>
                <a:latin typeface="EMprint Semibold" panose="020B0703020204020204" pitchFamily="34" charset="0"/>
                <a:ea typeface="EMprint Semibold" panose="020B0703020204020204" pitchFamily="34" charset="0"/>
              </a:rPr>
              <a:t>  2 : Fawley (UK) Refinery</a:t>
            </a:r>
          </a:p>
          <a:p>
            <a:pPr marL="290513" lvl="1" indent="-176213">
              <a:buFont typeface="Arial" panose="020B0604020202020204" pitchFamily="34" charset="0"/>
              <a:buChar char="•"/>
              <a:defRPr/>
            </a:pPr>
            <a:r>
              <a:rPr lang="en-US" sz="1200" dirty="0">
                <a:solidFill>
                  <a:srgbClr val="000000"/>
                </a:solidFill>
                <a:latin typeface="EMprint Semibold" panose="020B0703020204020204" pitchFamily="34" charset="0"/>
                <a:ea typeface="EMprint Semibold" panose="020B0703020204020204" pitchFamily="34" charset="0"/>
              </a:rPr>
              <a:t>  3 : Antwerp (BE) Refinery </a:t>
            </a:r>
          </a:p>
          <a:p>
            <a:pPr marL="290513" lvl="1" indent="-176213">
              <a:buFont typeface="Arial" panose="020B0604020202020204" pitchFamily="34" charset="0"/>
              <a:buChar char="•"/>
              <a:defRPr/>
            </a:pPr>
            <a:r>
              <a:rPr lang="en-US" sz="1200" dirty="0">
                <a:solidFill>
                  <a:srgbClr val="000000"/>
                </a:solidFill>
                <a:latin typeface="EMprint Semibold" panose="020B0703020204020204" pitchFamily="34" charset="0"/>
                <a:ea typeface="EMprint Semibold" panose="020B0703020204020204" pitchFamily="34" charset="0"/>
              </a:rPr>
              <a:t>  6 : Research &amp; Engineering </a:t>
            </a:r>
            <a:endParaRPr lang="en-US" sz="1200" dirty="0">
              <a:solidFill>
                <a:srgbClr val="000000"/>
              </a:solidFill>
              <a:ea typeface="EMprint" panose="020B0503020204020204" pitchFamily="34" charset="0"/>
            </a:endParaRPr>
          </a:p>
          <a:p>
            <a:pPr indent="-342900">
              <a:defRPr/>
            </a:pPr>
            <a:endParaRPr lang="en-US" sz="1200" dirty="0">
              <a:solidFill>
                <a:srgbClr val="000000"/>
              </a:solidFill>
              <a:latin typeface="EMprint Semibold" panose="020B0703020204020204" pitchFamily="34" charset="0"/>
              <a:ea typeface="EMprint Semibold" panose="020B0703020204020204" pitchFamily="34" charset="0"/>
            </a:endParaRPr>
          </a:p>
          <a:p>
            <a:pPr indent="-342900">
              <a:defRPr/>
            </a:pPr>
            <a:r>
              <a:rPr lang="en-US" sz="1200" dirty="0">
                <a:solidFill>
                  <a:srgbClr val="000000"/>
                </a:solidFill>
                <a:latin typeface="EMprint Semibold" panose="020B0703020204020204" pitchFamily="34" charset="0"/>
                <a:ea typeface="EMprint Semibold" panose="020B0703020204020204" pitchFamily="34" charset="0"/>
              </a:rPr>
              <a:t>3 years’ internship experience at Quantum Chemical Allen Research Center,1989-93</a:t>
            </a:r>
          </a:p>
          <a:p>
            <a:pPr marL="290513" lvl="1" indent="-176213">
              <a:buFont typeface="Arial" panose="020B0604020202020204" pitchFamily="34" charset="0"/>
              <a:buChar char="•"/>
              <a:defRPr/>
            </a:pPr>
            <a:r>
              <a:rPr lang="en-US" sz="1200" dirty="0">
                <a:solidFill>
                  <a:srgbClr val="000000"/>
                </a:solidFill>
                <a:latin typeface="EMprint Semibold" panose="020B0703020204020204" pitchFamily="34" charset="0"/>
                <a:ea typeface="EMprint Semibold" panose="020B0703020204020204" pitchFamily="34" charset="0"/>
              </a:rPr>
              <a:t>Polyethylene Catalysis; Pneumatic Controls to PLC migration project</a:t>
            </a:r>
          </a:p>
        </p:txBody>
      </p:sp>
      <p:sp>
        <p:nvSpPr>
          <p:cNvPr id="15" name="TextBox 14">
            <a:extLst>
              <a:ext uri="{FF2B5EF4-FFF2-40B4-BE49-F238E27FC236}">
                <a16:creationId xmlns:a16="http://schemas.microsoft.com/office/drawing/2014/main" id="{C21FBF13-8E4E-EC9B-17A0-12BFA0911724}"/>
              </a:ext>
            </a:extLst>
          </p:cNvPr>
          <p:cNvSpPr txBox="1"/>
          <p:nvPr/>
        </p:nvSpPr>
        <p:spPr>
          <a:xfrm>
            <a:off x="4900613" y="4864100"/>
            <a:ext cx="6757987" cy="1460500"/>
          </a:xfrm>
          <a:prstGeom prst="rect">
            <a:avLst/>
          </a:prstGeom>
          <a:noFill/>
        </p:spPr>
        <p:txBody>
          <a:bodyPr/>
          <a:lstStyle/>
          <a:p>
            <a:pPr>
              <a:defRPr/>
            </a:pPr>
            <a:r>
              <a:rPr lang="en-IN" sz="1400" b="1" dirty="0">
                <a:solidFill>
                  <a:srgbClr val="3D424E"/>
                </a:solidFill>
                <a:latin typeface="72 Black" panose="020B0A04030603020204" pitchFamily="34" charset="0"/>
                <a:cs typeface="72 Black" panose="020B0A04030603020204" pitchFamily="34" charset="0"/>
              </a:rPr>
              <a:t>ACHIEVEMENTS </a:t>
            </a:r>
            <a:r>
              <a:rPr lang="en-IN" sz="1000" b="1" dirty="0">
                <a:solidFill>
                  <a:srgbClr val="3D424E"/>
                </a:solidFill>
                <a:latin typeface="72 Black" panose="020B0A04030603020204" pitchFamily="34" charset="0"/>
                <a:cs typeface="72 Black" panose="020B0A04030603020204" pitchFamily="34" charset="0"/>
              </a:rPr>
              <a:t>(WHAT I AM MOST PROUD OF)</a:t>
            </a:r>
            <a:endParaRPr lang="en-IN" sz="1400" b="1" dirty="0">
              <a:solidFill>
                <a:srgbClr val="3D424E"/>
              </a:solidFill>
              <a:latin typeface="72 Black" panose="020B0A04030603020204" pitchFamily="34" charset="0"/>
              <a:cs typeface="72 Black" panose="020B0A04030603020204" pitchFamily="34" charset="0"/>
            </a:endParaRPr>
          </a:p>
          <a:p>
            <a:pPr marL="171450" indent="-171450">
              <a:buFont typeface="Arial" panose="020B0604020202020204" pitchFamily="34" charset="0"/>
              <a:buChar char="•"/>
              <a:defRPr/>
            </a:pPr>
            <a:r>
              <a:rPr lang="en-US" sz="1200" dirty="0">
                <a:solidFill>
                  <a:srgbClr val="000000"/>
                </a:solidFill>
                <a:latin typeface="EMprint Semibold" panose="020B0703020204020204" pitchFamily="34" charset="0"/>
                <a:ea typeface="EMprint Semibold" panose="020B0703020204020204" pitchFamily="34" charset="0"/>
              </a:rPr>
              <a:t>Patent on Hydrocarbon Processing Economic Analysis</a:t>
            </a:r>
          </a:p>
          <a:p>
            <a:pPr marL="171450" indent="-171450">
              <a:buFont typeface="Arial" panose="020B0604020202020204" pitchFamily="34" charset="0"/>
              <a:buChar char="•"/>
              <a:defRPr/>
            </a:pPr>
            <a:r>
              <a:rPr lang="en-US" sz="1200" dirty="0">
                <a:solidFill>
                  <a:srgbClr val="000000"/>
                </a:solidFill>
                <a:latin typeface="EMprint Semibold" panose="020B0703020204020204" pitchFamily="34" charset="0"/>
                <a:ea typeface="EMprint Semibold" panose="020B0703020204020204" pitchFamily="34" charset="0"/>
              </a:rPr>
              <a:t>Process Control Risk Assessment/Analysis Contributions to Process Safety</a:t>
            </a:r>
          </a:p>
          <a:p>
            <a:pPr marL="171450" indent="-171450">
              <a:buFont typeface="Arial" panose="020B0604020202020204" pitchFamily="34" charset="0"/>
              <a:buChar char="•"/>
              <a:defRPr/>
            </a:pPr>
            <a:r>
              <a:rPr lang="en-US" sz="1200" dirty="0">
                <a:solidFill>
                  <a:srgbClr val="000000"/>
                </a:solidFill>
                <a:latin typeface="EMprint Semibold" panose="020B0703020204020204" pitchFamily="34" charset="0"/>
                <a:ea typeface="EMprint Semibold" panose="020B0703020204020204" pitchFamily="34" charset="0"/>
              </a:rPr>
              <a:t>Operationalizing Fawley’s Diesel transition from 50ppm to 10ppm sulfur</a:t>
            </a:r>
          </a:p>
          <a:p>
            <a:pPr marL="171450" indent="-171450">
              <a:buFont typeface="Arial" panose="020B0604020202020204" pitchFamily="34" charset="0"/>
              <a:buChar char="•"/>
              <a:defRPr/>
            </a:pPr>
            <a:r>
              <a:rPr lang="en-US" sz="1200" dirty="0">
                <a:solidFill>
                  <a:srgbClr val="000000"/>
                </a:solidFill>
                <a:latin typeface="EMprint Semibold" panose="020B0703020204020204" pitchFamily="34" charset="0"/>
                <a:ea typeface="EMprint Semibold" panose="020B0703020204020204" pitchFamily="34" charset="0"/>
              </a:rPr>
              <a:t>Driving Beaumont DMC/RTO Value Capture &gt;40MM$/yr for 3 straight years</a:t>
            </a:r>
          </a:p>
          <a:p>
            <a:pPr marL="171450" indent="-171450">
              <a:buFont typeface="Arial" panose="020B0604020202020204" pitchFamily="34" charset="0"/>
              <a:buChar char="•"/>
              <a:defRPr/>
            </a:pPr>
            <a:r>
              <a:rPr lang="en-US" sz="1200" dirty="0">
                <a:solidFill>
                  <a:srgbClr val="000000"/>
                </a:solidFill>
                <a:latin typeface="EMprint Semibold" panose="020B0703020204020204" pitchFamily="34" charset="0"/>
                <a:ea typeface="EMprint Semibold" panose="020B0703020204020204" pitchFamily="34" charset="0"/>
              </a:rPr>
              <a:t>Advocacy of STEM Mentoring both in-company and external</a:t>
            </a:r>
          </a:p>
          <a:p>
            <a:pPr marL="171450" indent="-171450">
              <a:buFont typeface="Arial" panose="020B0604020202020204" pitchFamily="34" charset="0"/>
              <a:buChar char="•"/>
              <a:defRPr/>
            </a:pPr>
            <a:r>
              <a:rPr lang="en-US" sz="1200" dirty="0">
                <a:solidFill>
                  <a:srgbClr val="000000"/>
                </a:solidFill>
                <a:latin typeface="EMprint Semibold" panose="020B0703020204020204" pitchFamily="34" charset="0"/>
                <a:ea typeface="EMprint Semibold" panose="020B0703020204020204" pitchFamily="34" charset="0"/>
              </a:rPr>
              <a:t>Redefining AE technical leadership Roles &amp; Responsibilities with focus on Succession Planning</a:t>
            </a:r>
          </a:p>
        </p:txBody>
      </p:sp>
      <p:grpSp>
        <p:nvGrpSpPr>
          <p:cNvPr id="16" name="Group 15">
            <a:extLst>
              <a:ext uri="{FF2B5EF4-FFF2-40B4-BE49-F238E27FC236}">
                <a16:creationId xmlns:a16="http://schemas.microsoft.com/office/drawing/2014/main" id="{CEEFB468-C726-084E-5E18-AB7D92C46F94}"/>
              </a:ext>
            </a:extLst>
          </p:cNvPr>
          <p:cNvGrpSpPr/>
          <p:nvPr/>
        </p:nvGrpSpPr>
        <p:grpSpPr>
          <a:xfrm>
            <a:off x="4009673" y="1423372"/>
            <a:ext cx="347663" cy="283548"/>
            <a:chOff x="7436633" y="4124630"/>
            <a:chExt cx="474245" cy="386786"/>
          </a:xfrm>
          <a:solidFill>
            <a:srgbClr val="B59D86"/>
          </a:solidFill>
        </p:grpSpPr>
        <p:sp>
          <p:nvSpPr>
            <p:cNvPr id="17" name="Freeform 33">
              <a:extLst>
                <a:ext uri="{FF2B5EF4-FFF2-40B4-BE49-F238E27FC236}">
                  <a16:creationId xmlns:a16="http://schemas.microsoft.com/office/drawing/2014/main" id="{C1BC48D1-371E-5A53-728F-9046577CE75A}"/>
                </a:ext>
              </a:extLst>
            </p:cNvPr>
            <p:cNvSpPr>
              <a:spLocks/>
            </p:cNvSpPr>
            <p:nvPr/>
          </p:nvSpPr>
          <p:spPr bwMode="auto">
            <a:xfrm>
              <a:off x="7492896" y="4321272"/>
              <a:ext cx="361533" cy="190144"/>
            </a:xfrm>
            <a:custGeom>
              <a:avLst/>
              <a:gdLst>
                <a:gd name="T0" fmla="*/ 3852 w 3894"/>
                <a:gd name="T1" fmla="*/ 0 h 2048"/>
                <a:gd name="T2" fmla="*/ 3872 w 3894"/>
                <a:gd name="T3" fmla="*/ 11 h 2048"/>
                <a:gd name="T4" fmla="*/ 3888 w 3894"/>
                <a:gd name="T5" fmla="*/ 41 h 2048"/>
                <a:gd name="T6" fmla="*/ 3894 w 3894"/>
                <a:gd name="T7" fmla="*/ 95 h 2048"/>
                <a:gd name="T8" fmla="*/ 3888 w 3894"/>
                <a:gd name="T9" fmla="*/ 1123 h 2048"/>
                <a:gd name="T10" fmla="*/ 3843 w 3894"/>
                <a:gd name="T11" fmla="*/ 1259 h 2048"/>
                <a:gd name="T12" fmla="*/ 3754 w 3894"/>
                <a:gd name="T13" fmla="*/ 1394 h 2048"/>
                <a:gd name="T14" fmla="*/ 3628 w 3894"/>
                <a:gd name="T15" fmla="*/ 1524 h 2048"/>
                <a:gd name="T16" fmla="*/ 3465 w 3894"/>
                <a:gd name="T17" fmla="*/ 1645 h 2048"/>
                <a:gd name="T18" fmla="*/ 3271 w 3894"/>
                <a:gd name="T19" fmla="*/ 1757 h 2048"/>
                <a:gd name="T20" fmla="*/ 3049 w 3894"/>
                <a:gd name="T21" fmla="*/ 1855 h 2048"/>
                <a:gd name="T22" fmla="*/ 2802 w 3894"/>
                <a:gd name="T23" fmla="*/ 1934 h 2048"/>
                <a:gd name="T24" fmla="*/ 2534 w 3894"/>
                <a:gd name="T25" fmla="*/ 1996 h 2048"/>
                <a:gd name="T26" fmla="*/ 2248 w 3894"/>
                <a:gd name="T27" fmla="*/ 2035 h 2048"/>
                <a:gd name="T28" fmla="*/ 1947 w 3894"/>
                <a:gd name="T29" fmla="*/ 2048 h 2048"/>
                <a:gd name="T30" fmla="*/ 1646 w 3894"/>
                <a:gd name="T31" fmla="*/ 2035 h 2048"/>
                <a:gd name="T32" fmla="*/ 1358 w 3894"/>
                <a:gd name="T33" fmla="*/ 1996 h 2048"/>
                <a:gd name="T34" fmla="*/ 1090 w 3894"/>
                <a:gd name="T35" fmla="*/ 1934 h 2048"/>
                <a:gd name="T36" fmla="*/ 843 w 3894"/>
                <a:gd name="T37" fmla="*/ 1855 h 2048"/>
                <a:gd name="T38" fmla="*/ 621 w 3894"/>
                <a:gd name="T39" fmla="*/ 1757 h 2048"/>
                <a:gd name="T40" fmla="*/ 427 w 3894"/>
                <a:gd name="T41" fmla="*/ 1645 h 2048"/>
                <a:gd name="T42" fmla="*/ 265 w 3894"/>
                <a:gd name="T43" fmla="*/ 1524 h 2048"/>
                <a:gd name="T44" fmla="*/ 138 w 3894"/>
                <a:gd name="T45" fmla="*/ 1394 h 2048"/>
                <a:gd name="T46" fmla="*/ 51 w 3894"/>
                <a:gd name="T47" fmla="*/ 1259 h 2048"/>
                <a:gd name="T48" fmla="*/ 4 w 3894"/>
                <a:gd name="T49" fmla="*/ 1123 h 2048"/>
                <a:gd name="T50" fmla="*/ 0 w 3894"/>
                <a:gd name="T51" fmla="*/ 146 h 2048"/>
                <a:gd name="T52" fmla="*/ 6 w 3894"/>
                <a:gd name="T53" fmla="*/ 81 h 2048"/>
                <a:gd name="T54" fmla="*/ 26 w 3894"/>
                <a:gd name="T55" fmla="*/ 44 h 2048"/>
                <a:gd name="T56" fmla="*/ 52 w 3894"/>
                <a:gd name="T57" fmla="*/ 27 h 2048"/>
                <a:gd name="T58" fmla="*/ 80 w 3894"/>
                <a:gd name="T59" fmla="*/ 23 h 2048"/>
                <a:gd name="T60" fmla="*/ 107 w 3894"/>
                <a:gd name="T61" fmla="*/ 30 h 2048"/>
                <a:gd name="T62" fmla="*/ 125 w 3894"/>
                <a:gd name="T63" fmla="*/ 37 h 2048"/>
                <a:gd name="T64" fmla="*/ 133 w 3894"/>
                <a:gd name="T65" fmla="*/ 42 h 2048"/>
                <a:gd name="T66" fmla="*/ 1675 w 3894"/>
                <a:gd name="T67" fmla="*/ 982 h 2048"/>
                <a:gd name="T68" fmla="*/ 1805 w 3894"/>
                <a:gd name="T69" fmla="*/ 1024 h 2048"/>
                <a:gd name="T70" fmla="*/ 1947 w 3894"/>
                <a:gd name="T71" fmla="*/ 1038 h 2048"/>
                <a:gd name="T72" fmla="*/ 2088 w 3894"/>
                <a:gd name="T73" fmla="*/ 1024 h 2048"/>
                <a:gd name="T74" fmla="*/ 2217 w 3894"/>
                <a:gd name="T75" fmla="*/ 982 h 2048"/>
                <a:gd name="T76" fmla="*/ 3798 w 3894"/>
                <a:gd name="T77" fmla="*/ 17 h 2048"/>
                <a:gd name="T78" fmla="*/ 3804 w 3894"/>
                <a:gd name="T79" fmla="*/ 14 h 2048"/>
                <a:gd name="T80" fmla="*/ 3819 w 3894"/>
                <a:gd name="T81" fmla="*/ 6 h 2048"/>
                <a:gd name="T82" fmla="*/ 3841 w 3894"/>
                <a:gd name="T83" fmla="*/ 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94" h="2048">
                  <a:moveTo>
                    <a:pt x="3841" y="0"/>
                  </a:moveTo>
                  <a:lnTo>
                    <a:pt x="3852" y="0"/>
                  </a:lnTo>
                  <a:lnTo>
                    <a:pt x="3861" y="3"/>
                  </a:lnTo>
                  <a:lnTo>
                    <a:pt x="3872" y="11"/>
                  </a:lnTo>
                  <a:lnTo>
                    <a:pt x="3880" y="23"/>
                  </a:lnTo>
                  <a:lnTo>
                    <a:pt x="3888" y="41"/>
                  </a:lnTo>
                  <a:lnTo>
                    <a:pt x="3892" y="64"/>
                  </a:lnTo>
                  <a:lnTo>
                    <a:pt x="3894" y="95"/>
                  </a:lnTo>
                  <a:lnTo>
                    <a:pt x="3894" y="1053"/>
                  </a:lnTo>
                  <a:lnTo>
                    <a:pt x="3888" y="1123"/>
                  </a:lnTo>
                  <a:lnTo>
                    <a:pt x="3871" y="1191"/>
                  </a:lnTo>
                  <a:lnTo>
                    <a:pt x="3843" y="1259"/>
                  </a:lnTo>
                  <a:lnTo>
                    <a:pt x="3804" y="1327"/>
                  </a:lnTo>
                  <a:lnTo>
                    <a:pt x="3754" y="1394"/>
                  </a:lnTo>
                  <a:lnTo>
                    <a:pt x="3695" y="1459"/>
                  </a:lnTo>
                  <a:lnTo>
                    <a:pt x="3628" y="1524"/>
                  </a:lnTo>
                  <a:lnTo>
                    <a:pt x="3551" y="1586"/>
                  </a:lnTo>
                  <a:lnTo>
                    <a:pt x="3465" y="1645"/>
                  </a:lnTo>
                  <a:lnTo>
                    <a:pt x="3372" y="1703"/>
                  </a:lnTo>
                  <a:lnTo>
                    <a:pt x="3271" y="1757"/>
                  </a:lnTo>
                  <a:lnTo>
                    <a:pt x="3164" y="1807"/>
                  </a:lnTo>
                  <a:lnTo>
                    <a:pt x="3049" y="1855"/>
                  </a:lnTo>
                  <a:lnTo>
                    <a:pt x="2930" y="1897"/>
                  </a:lnTo>
                  <a:lnTo>
                    <a:pt x="2802" y="1934"/>
                  </a:lnTo>
                  <a:lnTo>
                    <a:pt x="2670" y="1968"/>
                  </a:lnTo>
                  <a:lnTo>
                    <a:pt x="2534" y="1996"/>
                  </a:lnTo>
                  <a:lnTo>
                    <a:pt x="2392" y="2017"/>
                  </a:lnTo>
                  <a:lnTo>
                    <a:pt x="2248" y="2035"/>
                  </a:lnTo>
                  <a:lnTo>
                    <a:pt x="2099" y="2044"/>
                  </a:lnTo>
                  <a:lnTo>
                    <a:pt x="1947" y="2048"/>
                  </a:lnTo>
                  <a:lnTo>
                    <a:pt x="1795" y="2044"/>
                  </a:lnTo>
                  <a:lnTo>
                    <a:pt x="1646" y="2035"/>
                  </a:lnTo>
                  <a:lnTo>
                    <a:pt x="1500" y="2017"/>
                  </a:lnTo>
                  <a:lnTo>
                    <a:pt x="1358" y="1996"/>
                  </a:lnTo>
                  <a:lnTo>
                    <a:pt x="1222" y="1968"/>
                  </a:lnTo>
                  <a:lnTo>
                    <a:pt x="1090" y="1934"/>
                  </a:lnTo>
                  <a:lnTo>
                    <a:pt x="964" y="1897"/>
                  </a:lnTo>
                  <a:lnTo>
                    <a:pt x="843" y="1855"/>
                  </a:lnTo>
                  <a:lnTo>
                    <a:pt x="728" y="1807"/>
                  </a:lnTo>
                  <a:lnTo>
                    <a:pt x="621" y="1757"/>
                  </a:lnTo>
                  <a:lnTo>
                    <a:pt x="520" y="1703"/>
                  </a:lnTo>
                  <a:lnTo>
                    <a:pt x="427" y="1645"/>
                  </a:lnTo>
                  <a:lnTo>
                    <a:pt x="341" y="1586"/>
                  </a:lnTo>
                  <a:lnTo>
                    <a:pt x="265" y="1524"/>
                  </a:lnTo>
                  <a:lnTo>
                    <a:pt x="197" y="1459"/>
                  </a:lnTo>
                  <a:lnTo>
                    <a:pt x="138" y="1394"/>
                  </a:lnTo>
                  <a:lnTo>
                    <a:pt x="90" y="1327"/>
                  </a:lnTo>
                  <a:lnTo>
                    <a:pt x="51" y="1259"/>
                  </a:lnTo>
                  <a:lnTo>
                    <a:pt x="23" y="1191"/>
                  </a:lnTo>
                  <a:lnTo>
                    <a:pt x="4" y="1123"/>
                  </a:lnTo>
                  <a:lnTo>
                    <a:pt x="0" y="1053"/>
                  </a:lnTo>
                  <a:lnTo>
                    <a:pt x="0" y="146"/>
                  </a:lnTo>
                  <a:lnTo>
                    <a:pt x="1" y="110"/>
                  </a:lnTo>
                  <a:lnTo>
                    <a:pt x="6" y="81"/>
                  </a:lnTo>
                  <a:lnTo>
                    <a:pt x="15" y="59"/>
                  </a:lnTo>
                  <a:lnTo>
                    <a:pt x="26" y="44"/>
                  </a:lnTo>
                  <a:lnTo>
                    <a:pt x="38" y="33"/>
                  </a:lnTo>
                  <a:lnTo>
                    <a:pt x="52" y="27"/>
                  </a:lnTo>
                  <a:lnTo>
                    <a:pt x="66" y="23"/>
                  </a:lnTo>
                  <a:lnTo>
                    <a:pt x="80" y="23"/>
                  </a:lnTo>
                  <a:lnTo>
                    <a:pt x="94" y="27"/>
                  </a:lnTo>
                  <a:lnTo>
                    <a:pt x="107" y="30"/>
                  </a:lnTo>
                  <a:lnTo>
                    <a:pt x="118" y="34"/>
                  </a:lnTo>
                  <a:lnTo>
                    <a:pt x="125" y="37"/>
                  </a:lnTo>
                  <a:lnTo>
                    <a:pt x="132" y="41"/>
                  </a:lnTo>
                  <a:lnTo>
                    <a:pt x="133" y="42"/>
                  </a:lnTo>
                  <a:lnTo>
                    <a:pt x="1618" y="951"/>
                  </a:lnTo>
                  <a:lnTo>
                    <a:pt x="1675" y="982"/>
                  </a:lnTo>
                  <a:lnTo>
                    <a:pt x="1739" y="1005"/>
                  </a:lnTo>
                  <a:lnTo>
                    <a:pt x="1805" y="1024"/>
                  </a:lnTo>
                  <a:lnTo>
                    <a:pt x="1875" y="1034"/>
                  </a:lnTo>
                  <a:lnTo>
                    <a:pt x="1947" y="1038"/>
                  </a:lnTo>
                  <a:lnTo>
                    <a:pt x="2018" y="1034"/>
                  </a:lnTo>
                  <a:lnTo>
                    <a:pt x="2088" y="1024"/>
                  </a:lnTo>
                  <a:lnTo>
                    <a:pt x="2155" y="1005"/>
                  </a:lnTo>
                  <a:lnTo>
                    <a:pt x="2217" y="982"/>
                  </a:lnTo>
                  <a:lnTo>
                    <a:pt x="2274" y="951"/>
                  </a:lnTo>
                  <a:lnTo>
                    <a:pt x="3798" y="17"/>
                  </a:lnTo>
                  <a:lnTo>
                    <a:pt x="3799" y="17"/>
                  </a:lnTo>
                  <a:lnTo>
                    <a:pt x="3804" y="14"/>
                  </a:lnTo>
                  <a:lnTo>
                    <a:pt x="3812" y="10"/>
                  </a:lnTo>
                  <a:lnTo>
                    <a:pt x="3819" y="6"/>
                  </a:lnTo>
                  <a:lnTo>
                    <a:pt x="3830" y="2"/>
                  </a:lnTo>
                  <a:lnTo>
                    <a:pt x="3841" y="0"/>
                  </a:lnTo>
                  <a:close/>
                </a:path>
              </a:pathLst>
            </a:custGeom>
            <a:grpFill/>
            <a:ln w="0">
              <a:noFill/>
              <a:prstDash val="solid"/>
              <a:round/>
              <a:headEnd/>
              <a:tailEnd/>
            </a:ln>
          </p:spPr>
          <p:txBody>
            <a:bodyPr lIns="68580" tIns="34290" rIns="68580" bIns="34290" anchor="ctr"/>
            <a:lstStyle/>
            <a:p>
              <a:pPr>
                <a:defRPr/>
              </a:pPr>
              <a:endParaRPr lang="en-IN" sz="1350" kern="0">
                <a:solidFill>
                  <a:prstClr val="black"/>
                </a:solidFill>
              </a:endParaRPr>
            </a:p>
          </p:txBody>
        </p:sp>
        <p:sp>
          <p:nvSpPr>
            <p:cNvPr id="18" name="Freeform 34">
              <a:extLst>
                <a:ext uri="{FF2B5EF4-FFF2-40B4-BE49-F238E27FC236}">
                  <a16:creationId xmlns:a16="http://schemas.microsoft.com/office/drawing/2014/main" id="{917E2497-A414-035C-1AB5-BA0111CB3C4A}"/>
                </a:ext>
              </a:extLst>
            </p:cNvPr>
            <p:cNvSpPr>
              <a:spLocks/>
            </p:cNvSpPr>
            <p:nvPr/>
          </p:nvSpPr>
          <p:spPr bwMode="auto">
            <a:xfrm>
              <a:off x="7436633" y="4124630"/>
              <a:ext cx="474245" cy="266832"/>
            </a:xfrm>
            <a:custGeom>
              <a:avLst/>
              <a:gdLst>
                <a:gd name="T0" fmla="*/ 2579 w 5108"/>
                <a:gd name="T1" fmla="*/ 0 h 2873"/>
                <a:gd name="T2" fmla="*/ 2628 w 5108"/>
                <a:gd name="T3" fmla="*/ 6 h 2873"/>
                <a:gd name="T4" fmla="*/ 2675 w 5108"/>
                <a:gd name="T5" fmla="*/ 16 h 2873"/>
                <a:gd name="T6" fmla="*/ 2720 w 5108"/>
                <a:gd name="T7" fmla="*/ 31 h 2873"/>
                <a:gd name="T8" fmla="*/ 2760 w 5108"/>
                <a:gd name="T9" fmla="*/ 53 h 2873"/>
                <a:gd name="T10" fmla="*/ 5023 w 5108"/>
                <a:gd name="T11" fmla="*/ 1182 h 2873"/>
                <a:gd name="T12" fmla="*/ 5057 w 5108"/>
                <a:gd name="T13" fmla="*/ 1207 h 2873"/>
                <a:gd name="T14" fmla="*/ 5082 w 5108"/>
                <a:gd name="T15" fmla="*/ 1234 h 2873"/>
                <a:gd name="T16" fmla="*/ 5099 w 5108"/>
                <a:gd name="T17" fmla="*/ 1264 h 2873"/>
                <a:gd name="T18" fmla="*/ 5108 w 5108"/>
                <a:gd name="T19" fmla="*/ 1293 h 2873"/>
                <a:gd name="T20" fmla="*/ 5108 w 5108"/>
                <a:gd name="T21" fmla="*/ 1324 h 2873"/>
                <a:gd name="T22" fmla="*/ 5099 w 5108"/>
                <a:gd name="T23" fmla="*/ 1355 h 2873"/>
                <a:gd name="T24" fmla="*/ 5082 w 5108"/>
                <a:gd name="T25" fmla="*/ 1383 h 2873"/>
                <a:gd name="T26" fmla="*/ 5057 w 5108"/>
                <a:gd name="T27" fmla="*/ 1411 h 2873"/>
                <a:gd name="T28" fmla="*/ 5023 w 5108"/>
                <a:gd name="T29" fmla="*/ 1436 h 2873"/>
                <a:gd name="T30" fmla="*/ 2760 w 5108"/>
                <a:gd name="T31" fmla="*/ 2822 h 2873"/>
                <a:gd name="T32" fmla="*/ 2720 w 5108"/>
                <a:gd name="T33" fmla="*/ 2842 h 2873"/>
                <a:gd name="T34" fmla="*/ 2675 w 5108"/>
                <a:gd name="T35" fmla="*/ 2858 h 2873"/>
                <a:gd name="T36" fmla="*/ 2628 w 5108"/>
                <a:gd name="T37" fmla="*/ 2869 h 2873"/>
                <a:gd name="T38" fmla="*/ 2579 w 5108"/>
                <a:gd name="T39" fmla="*/ 2873 h 2873"/>
                <a:gd name="T40" fmla="*/ 2529 w 5108"/>
                <a:gd name="T41" fmla="*/ 2873 h 2873"/>
                <a:gd name="T42" fmla="*/ 2479 w 5108"/>
                <a:gd name="T43" fmla="*/ 2869 h 2873"/>
                <a:gd name="T44" fmla="*/ 2431 w 5108"/>
                <a:gd name="T45" fmla="*/ 2858 h 2873"/>
                <a:gd name="T46" fmla="*/ 2386 w 5108"/>
                <a:gd name="T47" fmla="*/ 2842 h 2873"/>
                <a:gd name="T48" fmla="*/ 2346 w 5108"/>
                <a:gd name="T49" fmla="*/ 2822 h 2873"/>
                <a:gd name="T50" fmla="*/ 83 w 5108"/>
                <a:gd name="T51" fmla="*/ 1436 h 2873"/>
                <a:gd name="T52" fmla="*/ 49 w 5108"/>
                <a:gd name="T53" fmla="*/ 1411 h 2873"/>
                <a:gd name="T54" fmla="*/ 24 w 5108"/>
                <a:gd name="T55" fmla="*/ 1383 h 2873"/>
                <a:gd name="T56" fmla="*/ 7 w 5108"/>
                <a:gd name="T57" fmla="*/ 1355 h 2873"/>
                <a:gd name="T58" fmla="*/ 0 w 5108"/>
                <a:gd name="T59" fmla="*/ 1324 h 2873"/>
                <a:gd name="T60" fmla="*/ 0 w 5108"/>
                <a:gd name="T61" fmla="*/ 1293 h 2873"/>
                <a:gd name="T62" fmla="*/ 7 w 5108"/>
                <a:gd name="T63" fmla="*/ 1264 h 2873"/>
                <a:gd name="T64" fmla="*/ 24 w 5108"/>
                <a:gd name="T65" fmla="*/ 1234 h 2873"/>
                <a:gd name="T66" fmla="*/ 49 w 5108"/>
                <a:gd name="T67" fmla="*/ 1207 h 2873"/>
                <a:gd name="T68" fmla="*/ 83 w 5108"/>
                <a:gd name="T69" fmla="*/ 1182 h 2873"/>
                <a:gd name="T70" fmla="*/ 2346 w 5108"/>
                <a:gd name="T71" fmla="*/ 53 h 2873"/>
                <a:gd name="T72" fmla="*/ 2386 w 5108"/>
                <a:gd name="T73" fmla="*/ 31 h 2873"/>
                <a:gd name="T74" fmla="*/ 2431 w 5108"/>
                <a:gd name="T75" fmla="*/ 16 h 2873"/>
                <a:gd name="T76" fmla="*/ 2479 w 5108"/>
                <a:gd name="T77" fmla="*/ 6 h 2873"/>
                <a:gd name="T78" fmla="*/ 2529 w 5108"/>
                <a:gd name="T79" fmla="*/ 0 h 2873"/>
                <a:gd name="T80" fmla="*/ 2579 w 5108"/>
                <a:gd name="T81" fmla="*/ 0 h 28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108" h="2873">
                  <a:moveTo>
                    <a:pt x="2579" y="0"/>
                  </a:moveTo>
                  <a:lnTo>
                    <a:pt x="2628" y="6"/>
                  </a:lnTo>
                  <a:lnTo>
                    <a:pt x="2675" y="16"/>
                  </a:lnTo>
                  <a:lnTo>
                    <a:pt x="2720" y="31"/>
                  </a:lnTo>
                  <a:lnTo>
                    <a:pt x="2760" y="53"/>
                  </a:lnTo>
                  <a:lnTo>
                    <a:pt x="5023" y="1182"/>
                  </a:lnTo>
                  <a:lnTo>
                    <a:pt x="5057" y="1207"/>
                  </a:lnTo>
                  <a:lnTo>
                    <a:pt x="5082" y="1234"/>
                  </a:lnTo>
                  <a:lnTo>
                    <a:pt x="5099" y="1264"/>
                  </a:lnTo>
                  <a:lnTo>
                    <a:pt x="5108" y="1293"/>
                  </a:lnTo>
                  <a:lnTo>
                    <a:pt x="5108" y="1324"/>
                  </a:lnTo>
                  <a:lnTo>
                    <a:pt x="5099" y="1355"/>
                  </a:lnTo>
                  <a:lnTo>
                    <a:pt x="5082" y="1383"/>
                  </a:lnTo>
                  <a:lnTo>
                    <a:pt x="5057" y="1411"/>
                  </a:lnTo>
                  <a:lnTo>
                    <a:pt x="5023" y="1436"/>
                  </a:lnTo>
                  <a:lnTo>
                    <a:pt x="2760" y="2822"/>
                  </a:lnTo>
                  <a:lnTo>
                    <a:pt x="2720" y="2842"/>
                  </a:lnTo>
                  <a:lnTo>
                    <a:pt x="2675" y="2858"/>
                  </a:lnTo>
                  <a:lnTo>
                    <a:pt x="2628" y="2869"/>
                  </a:lnTo>
                  <a:lnTo>
                    <a:pt x="2579" y="2873"/>
                  </a:lnTo>
                  <a:lnTo>
                    <a:pt x="2529" y="2873"/>
                  </a:lnTo>
                  <a:lnTo>
                    <a:pt x="2479" y="2869"/>
                  </a:lnTo>
                  <a:lnTo>
                    <a:pt x="2431" y="2858"/>
                  </a:lnTo>
                  <a:lnTo>
                    <a:pt x="2386" y="2842"/>
                  </a:lnTo>
                  <a:lnTo>
                    <a:pt x="2346" y="2822"/>
                  </a:lnTo>
                  <a:lnTo>
                    <a:pt x="83" y="1436"/>
                  </a:lnTo>
                  <a:lnTo>
                    <a:pt x="49" y="1411"/>
                  </a:lnTo>
                  <a:lnTo>
                    <a:pt x="24" y="1383"/>
                  </a:lnTo>
                  <a:lnTo>
                    <a:pt x="7" y="1355"/>
                  </a:lnTo>
                  <a:lnTo>
                    <a:pt x="0" y="1324"/>
                  </a:lnTo>
                  <a:lnTo>
                    <a:pt x="0" y="1293"/>
                  </a:lnTo>
                  <a:lnTo>
                    <a:pt x="7" y="1264"/>
                  </a:lnTo>
                  <a:lnTo>
                    <a:pt x="24" y="1234"/>
                  </a:lnTo>
                  <a:lnTo>
                    <a:pt x="49" y="1207"/>
                  </a:lnTo>
                  <a:lnTo>
                    <a:pt x="83" y="1182"/>
                  </a:lnTo>
                  <a:lnTo>
                    <a:pt x="2346" y="53"/>
                  </a:lnTo>
                  <a:lnTo>
                    <a:pt x="2386" y="31"/>
                  </a:lnTo>
                  <a:lnTo>
                    <a:pt x="2431" y="16"/>
                  </a:lnTo>
                  <a:lnTo>
                    <a:pt x="2479" y="6"/>
                  </a:lnTo>
                  <a:lnTo>
                    <a:pt x="2529" y="0"/>
                  </a:lnTo>
                  <a:lnTo>
                    <a:pt x="2579" y="0"/>
                  </a:lnTo>
                  <a:close/>
                </a:path>
              </a:pathLst>
            </a:custGeom>
            <a:grpFill/>
            <a:ln w="0">
              <a:noFill/>
              <a:prstDash val="solid"/>
              <a:round/>
              <a:headEnd/>
              <a:tailEnd/>
            </a:ln>
          </p:spPr>
          <p:txBody>
            <a:bodyPr lIns="68580" tIns="34290" rIns="68580" bIns="34290" anchor="ctr"/>
            <a:lstStyle/>
            <a:p>
              <a:pPr>
                <a:defRPr/>
              </a:pPr>
              <a:endParaRPr lang="en-IN" sz="1350" kern="0">
                <a:solidFill>
                  <a:prstClr val="black"/>
                </a:solidFill>
              </a:endParaRPr>
            </a:p>
          </p:txBody>
        </p:sp>
        <p:sp>
          <p:nvSpPr>
            <p:cNvPr id="19" name="Freeform 35">
              <a:extLst>
                <a:ext uri="{FF2B5EF4-FFF2-40B4-BE49-F238E27FC236}">
                  <a16:creationId xmlns:a16="http://schemas.microsoft.com/office/drawing/2014/main" id="{42AD7033-B870-92F8-D9CB-082653D0923B}"/>
                </a:ext>
              </a:extLst>
            </p:cNvPr>
            <p:cNvSpPr>
              <a:spLocks/>
            </p:cNvSpPr>
            <p:nvPr/>
          </p:nvSpPr>
          <p:spPr bwMode="auto">
            <a:xfrm>
              <a:off x="7859628" y="4301590"/>
              <a:ext cx="49207" cy="195900"/>
            </a:xfrm>
            <a:custGeom>
              <a:avLst/>
              <a:gdLst>
                <a:gd name="T0" fmla="*/ 354 w 529"/>
                <a:gd name="T1" fmla="*/ 1 h 2110"/>
                <a:gd name="T2" fmla="*/ 366 w 529"/>
                <a:gd name="T3" fmla="*/ 15 h 2110"/>
                <a:gd name="T4" fmla="*/ 371 w 529"/>
                <a:gd name="T5" fmla="*/ 35 h 2110"/>
                <a:gd name="T6" fmla="*/ 372 w 529"/>
                <a:gd name="T7" fmla="*/ 51 h 2110"/>
                <a:gd name="T8" fmla="*/ 372 w 529"/>
                <a:gd name="T9" fmla="*/ 1584 h 2110"/>
                <a:gd name="T10" fmla="*/ 382 w 529"/>
                <a:gd name="T11" fmla="*/ 1606 h 2110"/>
                <a:gd name="T12" fmla="*/ 397 w 529"/>
                <a:gd name="T13" fmla="*/ 1617 h 2110"/>
                <a:gd name="T14" fmla="*/ 466 w 529"/>
                <a:gd name="T15" fmla="*/ 1674 h 2110"/>
                <a:gd name="T16" fmla="*/ 512 w 529"/>
                <a:gd name="T17" fmla="*/ 1753 h 2110"/>
                <a:gd name="T18" fmla="*/ 529 w 529"/>
                <a:gd name="T19" fmla="*/ 1845 h 2110"/>
                <a:gd name="T20" fmla="*/ 512 w 529"/>
                <a:gd name="T21" fmla="*/ 1938 h 2110"/>
                <a:gd name="T22" fmla="*/ 466 w 529"/>
                <a:gd name="T23" fmla="*/ 2016 h 2110"/>
                <a:gd name="T24" fmla="*/ 397 w 529"/>
                <a:gd name="T25" fmla="*/ 2074 h 2110"/>
                <a:gd name="T26" fmla="*/ 312 w 529"/>
                <a:gd name="T27" fmla="*/ 2105 h 2110"/>
                <a:gd name="T28" fmla="*/ 216 w 529"/>
                <a:gd name="T29" fmla="*/ 2105 h 2110"/>
                <a:gd name="T30" fmla="*/ 130 w 529"/>
                <a:gd name="T31" fmla="*/ 2074 h 2110"/>
                <a:gd name="T32" fmla="*/ 62 w 529"/>
                <a:gd name="T33" fmla="*/ 2016 h 2110"/>
                <a:gd name="T34" fmla="*/ 15 w 529"/>
                <a:gd name="T35" fmla="*/ 1938 h 2110"/>
                <a:gd name="T36" fmla="*/ 0 w 529"/>
                <a:gd name="T37" fmla="*/ 1845 h 2110"/>
                <a:gd name="T38" fmla="*/ 15 w 529"/>
                <a:gd name="T39" fmla="*/ 1753 h 2110"/>
                <a:gd name="T40" fmla="*/ 62 w 529"/>
                <a:gd name="T41" fmla="*/ 1676 h 2110"/>
                <a:gd name="T42" fmla="*/ 130 w 529"/>
                <a:gd name="T43" fmla="*/ 1619 h 2110"/>
                <a:gd name="T44" fmla="*/ 146 w 529"/>
                <a:gd name="T45" fmla="*/ 1606 h 2110"/>
                <a:gd name="T46" fmla="*/ 155 w 529"/>
                <a:gd name="T47" fmla="*/ 1584 h 2110"/>
                <a:gd name="T48" fmla="*/ 155 w 529"/>
                <a:gd name="T49" fmla="*/ 191 h 2110"/>
                <a:gd name="T50" fmla="*/ 155 w 529"/>
                <a:gd name="T51" fmla="*/ 166 h 2110"/>
                <a:gd name="T52" fmla="*/ 161 w 529"/>
                <a:gd name="T53" fmla="*/ 130 h 2110"/>
                <a:gd name="T54" fmla="*/ 181 w 529"/>
                <a:gd name="T55" fmla="*/ 97 h 2110"/>
                <a:gd name="T56" fmla="*/ 219 w 529"/>
                <a:gd name="T57" fmla="*/ 71 h 2110"/>
                <a:gd name="T58" fmla="*/ 267 w 529"/>
                <a:gd name="T59" fmla="*/ 42 h 2110"/>
                <a:gd name="T60" fmla="*/ 313 w 529"/>
                <a:gd name="T61" fmla="*/ 15 h 2110"/>
                <a:gd name="T62" fmla="*/ 343 w 529"/>
                <a:gd name="T63" fmla="*/ 0 h 2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29" h="2110">
                  <a:moveTo>
                    <a:pt x="343" y="0"/>
                  </a:moveTo>
                  <a:lnTo>
                    <a:pt x="354" y="1"/>
                  </a:lnTo>
                  <a:lnTo>
                    <a:pt x="360" y="8"/>
                  </a:lnTo>
                  <a:lnTo>
                    <a:pt x="366" y="15"/>
                  </a:lnTo>
                  <a:lnTo>
                    <a:pt x="369" y="26"/>
                  </a:lnTo>
                  <a:lnTo>
                    <a:pt x="371" y="35"/>
                  </a:lnTo>
                  <a:lnTo>
                    <a:pt x="372" y="45"/>
                  </a:lnTo>
                  <a:lnTo>
                    <a:pt x="372" y="51"/>
                  </a:lnTo>
                  <a:lnTo>
                    <a:pt x="372" y="54"/>
                  </a:lnTo>
                  <a:lnTo>
                    <a:pt x="372" y="1584"/>
                  </a:lnTo>
                  <a:lnTo>
                    <a:pt x="376" y="1597"/>
                  </a:lnTo>
                  <a:lnTo>
                    <a:pt x="382" y="1606"/>
                  </a:lnTo>
                  <a:lnTo>
                    <a:pt x="390" y="1612"/>
                  </a:lnTo>
                  <a:lnTo>
                    <a:pt x="397" y="1617"/>
                  </a:lnTo>
                  <a:lnTo>
                    <a:pt x="435" y="1643"/>
                  </a:lnTo>
                  <a:lnTo>
                    <a:pt x="466" y="1674"/>
                  </a:lnTo>
                  <a:lnTo>
                    <a:pt x="492" y="1712"/>
                  </a:lnTo>
                  <a:lnTo>
                    <a:pt x="512" y="1753"/>
                  </a:lnTo>
                  <a:lnTo>
                    <a:pt x="525" y="1798"/>
                  </a:lnTo>
                  <a:lnTo>
                    <a:pt x="529" y="1845"/>
                  </a:lnTo>
                  <a:lnTo>
                    <a:pt x="525" y="1893"/>
                  </a:lnTo>
                  <a:lnTo>
                    <a:pt x="512" y="1938"/>
                  </a:lnTo>
                  <a:lnTo>
                    <a:pt x="492" y="1978"/>
                  </a:lnTo>
                  <a:lnTo>
                    <a:pt x="466" y="2016"/>
                  </a:lnTo>
                  <a:lnTo>
                    <a:pt x="435" y="2048"/>
                  </a:lnTo>
                  <a:lnTo>
                    <a:pt x="397" y="2074"/>
                  </a:lnTo>
                  <a:lnTo>
                    <a:pt x="357" y="2093"/>
                  </a:lnTo>
                  <a:lnTo>
                    <a:pt x="312" y="2105"/>
                  </a:lnTo>
                  <a:lnTo>
                    <a:pt x="264" y="2110"/>
                  </a:lnTo>
                  <a:lnTo>
                    <a:pt x="216" y="2105"/>
                  </a:lnTo>
                  <a:lnTo>
                    <a:pt x="172" y="2093"/>
                  </a:lnTo>
                  <a:lnTo>
                    <a:pt x="130" y="2074"/>
                  </a:lnTo>
                  <a:lnTo>
                    <a:pt x="93" y="2048"/>
                  </a:lnTo>
                  <a:lnTo>
                    <a:pt x="62" y="2016"/>
                  </a:lnTo>
                  <a:lnTo>
                    <a:pt x="36" y="1978"/>
                  </a:lnTo>
                  <a:lnTo>
                    <a:pt x="15" y="1938"/>
                  </a:lnTo>
                  <a:lnTo>
                    <a:pt x="3" y="1893"/>
                  </a:lnTo>
                  <a:lnTo>
                    <a:pt x="0" y="1845"/>
                  </a:lnTo>
                  <a:lnTo>
                    <a:pt x="3" y="1798"/>
                  </a:lnTo>
                  <a:lnTo>
                    <a:pt x="15" y="1753"/>
                  </a:lnTo>
                  <a:lnTo>
                    <a:pt x="36" y="1713"/>
                  </a:lnTo>
                  <a:lnTo>
                    <a:pt x="62" y="1676"/>
                  </a:lnTo>
                  <a:lnTo>
                    <a:pt x="93" y="1643"/>
                  </a:lnTo>
                  <a:lnTo>
                    <a:pt x="130" y="1619"/>
                  </a:lnTo>
                  <a:lnTo>
                    <a:pt x="136" y="1614"/>
                  </a:lnTo>
                  <a:lnTo>
                    <a:pt x="146" y="1606"/>
                  </a:lnTo>
                  <a:lnTo>
                    <a:pt x="152" y="1597"/>
                  </a:lnTo>
                  <a:lnTo>
                    <a:pt x="155" y="1584"/>
                  </a:lnTo>
                  <a:lnTo>
                    <a:pt x="155" y="194"/>
                  </a:lnTo>
                  <a:lnTo>
                    <a:pt x="155" y="191"/>
                  </a:lnTo>
                  <a:lnTo>
                    <a:pt x="154" y="180"/>
                  </a:lnTo>
                  <a:lnTo>
                    <a:pt x="155" y="166"/>
                  </a:lnTo>
                  <a:lnTo>
                    <a:pt x="157" y="149"/>
                  </a:lnTo>
                  <a:lnTo>
                    <a:pt x="161" y="130"/>
                  </a:lnTo>
                  <a:lnTo>
                    <a:pt x="169" y="111"/>
                  </a:lnTo>
                  <a:lnTo>
                    <a:pt x="181" y="97"/>
                  </a:lnTo>
                  <a:lnTo>
                    <a:pt x="197" y="85"/>
                  </a:lnTo>
                  <a:lnTo>
                    <a:pt x="219" y="71"/>
                  </a:lnTo>
                  <a:lnTo>
                    <a:pt x="242" y="56"/>
                  </a:lnTo>
                  <a:lnTo>
                    <a:pt x="267" y="42"/>
                  </a:lnTo>
                  <a:lnTo>
                    <a:pt x="292" y="28"/>
                  </a:lnTo>
                  <a:lnTo>
                    <a:pt x="313" y="15"/>
                  </a:lnTo>
                  <a:lnTo>
                    <a:pt x="331" y="4"/>
                  </a:lnTo>
                  <a:lnTo>
                    <a:pt x="343" y="0"/>
                  </a:lnTo>
                  <a:close/>
                </a:path>
              </a:pathLst>
            </a:custGeom>
            <a:grpFill/>
            <a:ln w="0">
              <a:noFill/>
              <a:prstDash val="solid"/>
              <a:round/>
              <a:headEnd/>
              <a:tailEnd/>
            </a:ln>
          </p:spPr>
          <p:txBody>
            <a:bodyPr lIns="68580" tIns="34290" rIns="68580" bIns="34290" anchor="ctr"/>
            <a:lstStyle/>
            <a:p>
              <a:pPr>
                <a:defRPr/>
              </a:pPr>
              <a:endParaRPr lang="en-IN" sz="1350" kern="0">
                <a:solidFill>
                  <a:prstClr val="black"/>
                </a:solidFill>
              </a:endParaRPr>
            </a:p>
          </p:txBody>
        </p:sp>
      </p:grpSp>
      <p:sp>
        <p:nvSpPr>
          <p:cNvPr id="20" name="TextBox 19">
            <a:extLst>
              <a:ext uri="{FF2B5EF4-FFF2-40B4-BE49-F238E27FC236}">
                <a16:creationId xmlns:a16="http://schemas.microsoft.com/office/drawing/2014/main" id="{084788F3-DB17-4997-807D-90481FB61DA6}"/>
              </a:ext>
            </a:extLst>
          </p:cNvPr>
          <p:cNvSpPr txBox="1"/>
          <p:nvPr/>
        </p:nvSpPr>
        <p:spPr>
          <a:xfrm>
            <a:off x="4337050" y="1258888"/>
            <a:ext cx="4694238" cy="646112"/>
          </a:xfrm>
          <a:prstGeom prst="rect">
            <a:avLst/>
          </a:prstGeom>
          <a:noFill/>
        </p:spPr>
        <p:txBody>
          <a:bodyPr/>
          <a:lstStyle/>
          <a:p>
            <a:pPr>
              <a:defRPr/>
            </a:pPr>
            <a:r>
              <a:rPr lang="en-IN" sz="1400" b="1" dirty="0">
                <a:solidFill>
                  <a:srgbClr val="B49C84"/>
                </a:solidFill>
                <a:latin typeface="72 Black" panose="020B0A04030603020204" pitchFamily="34" charset="0"/>
                <a:cs typeface="72 Black" panose="020B0A04030603020204" pitchFamily="34" charset="0"/>
              </a:rPr>
              <a:t>EDUCATION</a:t>
            </a:r>
          </a:p>
          <a:p>
            <a:pPr marL="171450" indent="-171450">
              <a:buFont typeface="Arial" panose="020B0604020202020204" pitchFamily="34" charset="0"/>
              <a:buChar char="•"/>
              <a:defRPr/>
            </a:pPr>
            <a:r>
              <a:rPr lang="en-IN" sz="1200" dirty="0">
                <a:solidFill>
                  <a:srgbClr val="000000"/>
                </a:solidFill>
                <a:latin typeface="EMprint Semibold" panose="020B0703020204020204" pitchFamily="34" charset="0"/>
                <a:ea typeface="EMprint Semibold" panose="020B0703020204020204" pitchFamily="34" charset="0"/>
              </a:rPr>
              <a:t>Ph.D. Chemical Engineering, Lehigh University, 1998</a:t>
            </a:r>
          </a:p>
          <a:p>
            <a:pPr marL="628650" lvl="1" indent="-171450">
              <a:buFont typeface="Arial" panose="020B0604020202020204" pitchFamily="34" charset="0"/>
              <a:buChar char="•"/>
              <a:defRPr/>
            </a:pPr>
            <a:r>
              <a:rPr lang="en-IN" sz="1200" dirty="0">
                <a:solidFill>
                  <a:srgbClr val="000000"/>
                </a:solidFill>
                <a:latin typeface="EMprint Semibold" panose="020B0703020204020204" pitchFamily="34" charset="0"/>
                <a:ea typeface="EMprint Semibold" panose="020B0703020204020204" pitchFamily="34" charset="0"/>
              </a:rPr>
              <a:t>Chemical Process Modelling &amp; Control Research </a:t>
            </a:r>
            <a:r>
              <a:rPr lang="en-IN" sz="1200" dirty="0" err="1">
                <a:solidFill>
                  <a:srgbClr val="000000"/>
                </a:solidFill>
                <a:latin typeface="EMprint Semibold" panose="020B0703020204020204" pitchFamily="34" charset="0"/>
                <a:ea typeface="EMprint Semibold" panose="020B0703020204020204" pitchFamily="34" charset="0"/>
              </a:rPr>
              <a:t>Center</a:t>
            </a:r>
            <a:endParaRPr lang="en-IN" sz="1200" dirty="0">
              <a:solidFill>
                <a:srgbClr val="000000"/>
              </a:solidFill>
              <a:latin typeface="EMprint Semibold" panose="020B0703020204020204" pitchFamily="34" charset="0"/>
              <a:ea typeface="EMprint Semibold" panose="020B0703020204020204" pitchFamily="34" charset="0"/>
            </a:endParaRPr>
          </a:p>
          <a:p>
            <a:pPr marL="628650" lvl="1" indent="-171450">
              <a:buFont typeface="Arial" panose="020B0604020202020204" pitchFamily="34" charset="0"/>
              <a:buChar char="•"/>
              <a:defRPr/>
            </a:pPr>
            <a:r>
              <a:rPr lang="en-IN" sz="1200" dirty="0">
                <a:solidFill>
                  <a:srgbClr val="000000"/>
                </a:solidFill>
                <a:latin typeface="EMprint Semibold" panose="020B0703020204020204" pitchFamily="34" charset="0"/>
                <a:ea typeface="EMprint Semibold" panose="020B0703020204020204" pitchFamily="34" charset="0"/>
              </a:rPr>
              <a:t>Model Order Reduction/Subspace Identification</a:t>
            </a:r>
          </a:p>
          <a:p>
            <a:pPr marL="171450" indent="-171450">
              <a:buFont typeface="Arial" panose="020B0604020202020204" pitchFamily="34" charset="0"/>
              <a:buChar char="•"/>
              <a:defRPr/>
            </a:pPr>
            <a:r>
              <a:rPr lang="en-IN" sz="1200" dirty="0">
                <a:solidFill>
                  <a:srgbClr val="000000"/>
                </a:solidFill>
                <a:latin typeface="EMprint Semibold" panose="020B0703020204020204" pitchFamily="34" charset="0"/>
                <a:ea typeface="EMprint Semibold" panose="020B0703020204020204" pitchFamily="34" charset="0"/>
              </a:rPr>
              <a:t>B.S. Chemical Engineering, University of Cincinnati, 1993</a:t>
            </a:r>
          </a:p>
        </p:txBody>
      </p:sp>
      <p:grpSp>
        <p:nvGrpSpPr>
          <p:cNvPr id="21" name="Group 20">
            <a:extLst>
              <a:ext uri="{FF2B5EF4-FFF2-40B4-BE49-F238E27FC236}">
                <a16:creationId xmlns:a16="http://schemas.microsoft.com/office/drawing/2014/main" id="{2968E833-8CDA-41C9-DAB9-202B67DE94B2}"/>
              </a:ext>
            </a:extLst>
          </p:cNvPr>
          <p:cNvGrpSpPr/>
          <p:nvPr/>
        </p:nvGrpSpPr>
        <p:grpSpPr>
          <a:xfrm>
            <a:off x="4546960" y="4768017"/>
            <a:ext cx="353380" cy="455870"/>
            <a:chOff x="7472661" y="2201351"/>
            <a:chExt cx="386949" cy="493568"/>
          </a:xfrm>
          <a:solidFill>
            <a:srgbClr val="3D424E"/>
          </a:solidFill>
        </p:grpSpPr>
        <p:sp>
          <p:nvSpPr>
            <p:cNvPr id="22" name="Freeform 18">
              <a:extLst>
                <a:ext uri="{FF2B5EF4-FFF2-40B4-BE49-F238E27FC236}">
                  <a16:creationId xmlns:a16="http://schemas.microsoft.com/office/drawing/2014/main" id="{DC80010A-ED5D-3396-2A6D-F51C9C41E735}"/>
                </a:ext>
              </a:extLst>
            </p:cNvPr>
            <p:cNvSpPr>
              <a:spLocks noEditPoints="1"/>
            </p:cNvSpPr>
            <p:nvPr/>
          </p:nvSpPr>
          <p:spPr bwMode="auto">
            <a:xfrm>
              <a:off x="7503124" y="2201351"/>
              <a:ext cx="326024" cy="335089"/>
            </a:xfrm>
            <a:custGeom>
              <a:avLst/>
              <a:gdLst>
                <a:gd name="T0" fmla="*/ 1040 w 2696"/>
                <a:gd name="T1" fmla="*/ 634 h 2774"/>
                <a:gd name="T2" fmla="*/ 736 w 2696"/>
                <a:gd name="T3" fmla="*/ 867 h 2774"/>
                <a:gd name="T4" fmla="*/ 571 w 2696"/>
                <a:gd name="T5" fmla="*/ 1222 h 2774"/>
                <a:gd name="T6" fmla="*/ 587 w 2696"/>
                <a:gd name="T7" fmla="*/ 1616 h 2774"/>
                <a:gd name="T8" fmla="*/ 763 w 2696"/>
                <a:gd name="T9" fmla="*/ 1938 h 2774"/>
                <a:gd name="T10" fmla="*/ 1056 w 2696"/>
                <a:gd name="T11" fmla="*/ 2145 h 2774"/>
                <a:gd name="T12" fmla="*/ 1429 w 2696"/>
                <a:gd name="T13" fmla="*/ 2198 h 2774"/>
                <a:gd name="T14" fmla="*/ 1792 w 2696"/>
                <a:gd name="T15" fmla="*/ 2063 h 2774"/>
                <a:gd name="T16" fmla="*/ 2045 w 2696"/>
                <a:gd name="T17" fmla="*/ 1776 h 2774"/>
                <a:gd name="T18" fmla="*/ 2142 w 2696"/>
                <a:gd name="T19" fmla="*/ 1387 h 2774"/>
                <a:gd name="T20" fmla="*/ 2056 w 2696"/>
                <a:gd name="T21" fmla="*/ 1018 h 2774"/>
                <a:gd name="T22" fmla="*/ 1828 w 2696"/>
                <a:gd name="T23" fmla="*/ 737 h 2774"/>
                <a:gd name="T24" fmla="*/ 1499 w 2696"/>
                <a:gd name="T25" fmla="*/ 585 h 2774"/>
                <a:gd name="T26" fmla="*/ 1117 w 2696"/>
                <a:gd name="T27" fmla="*/ 18 h 2774"/>
                <a:gd name="T28" fmla="*/ 1375 w 2696"/>
                <a:gd name="T29" fmla="*/ 93 h 2774"/>
                <a:gd name="T30" fmla="*/ 1618 w 2696"/>
                <a:gd name="T31" fmla="*/ 5 h 2774"/>
                <a:gd name="T32" fmla="*/ 1786 w 2696"/>
                <a:gd name="T33" fmla="*/ 51 h 2774"/>
                <a:gd name="T34" fmla="*/ 1937 w 2696"/>
                <a:gd name="T35" fmla="*/ 239 h 2774"/>
                <a:gd name="T36" fmla="*/ 2168 w 2696"/>
                <a:gd name="T37" fmla="*/ 318 h 2774"/>
                <a:gd name="T38" fmla="*/ 2331 w 2696"/>
                <a:gd name="T39" fmla="*/ 376 h 2774"/>
                <a:gd name="T40" fmla="*/ 2388 w 2696"/>
                <a:gd name="T41" fmla="*/ 544 h 2774"/>
                <a:gd name="T42" fmla="*/ 2462 w 2696"/>
                <a:gd name="T43" fmla="*/ 781 h 2774"/>
                <a:gd name="T44" fmla="*/ 2646 w 2696"/>
                <a:gd name="T45" fmla="*/ 937 h 2774"/>
                <a:gd name="T46" fmla="*/ 2691 w 2696"/>
                <a:gd name="T47" fmla="*/ 1109 h 2774"/>
                <a:gd name="T48" fmla="*/ 2606 w 2696"/>
                <a:gd name="T49" fmla="*/ 1359 h 2774"/>
                <a:gd name="T50" fmla="*/ 2678 w 2696"/>
                <a:gd name="T51" fmla="*/ 1624 h 2774"/>
                <a:gd name="T52" fmla="*/ 2669 w 2696"/>
                <a:gd name="T53" fmla="*/ 1807 h 2774"/>
                <a:gd name="T54" fmla="*/ 2496 w 2696"/>
                <a:gd name="T55" fmla="*/ 1956 h 2774"/>
                <a:gd name="T56" fmla="*/ 2391 w 2696"/>
                <a:gd name="T57" fmla="*/ 2175 h 2774"/>
                <a:gd name="T58" fmla="*/ 2352 w 2696"/>
                <a:gd name="T59" fmla="*/ 2373 h 2774"/>
                <a:gd name="T60" fmla="*/ 2209 w 2696"/>
                <a:gd name="T61" fmla="*/ 2454 h 2774"/>
                <a:gd name="T62" fmla="*/ 1976 w 2696"/>
                <a:gd name="T63" fmla="*/ 2507 h 2774"/>
                <a:gd name="T64" fmla="*/ 1813 w 2696"/>
                <a:gd name="T65" fmla="*/ 2691 h 2774"/>
                <a:gd name="T66" fmla="*/ 1656 w 2696"/>
                <a:gd name="T67" fmla="*/ 2774 h 2774"/>
                <a:gd name="T68" fmla="*/ 1429 w 2696"/>
                <a:gd name="T69" fmla="*/ 2691 h 2774"/>
                <a:gd name="T70" fmla="*/ 1158 w 2696"/>
                <a:gd name="T71" fmla="*/ 2734 h 2774"/>
                <a:gd name="T72" fmla="*/ 973 w 2696"/>
                <a:gd name="T73" fmla="*/ 2764 h 2774"/>
                <a:gd name="T74" fmla="*/ 829 w 2696"/>
                <a:gd name="T75" fmla="*/ 2606 h 2774"/>
                <a:gd name="T76" fmla="*/ 632 w 2696"/>
                <a:gd name="T77" fmla="*/ 2470 h 2774"/>
                <a:gd name="T78" fmla="*/ 418 w 2696"/>
                <a:gd name="T79" fmla="*/ 2434 h 2774"/>
                <a:gd name="T80" fmla="*/ 319 w 2696"/>
                <a:gd name="T81" fmla="*/ 2310 h 2774"/>
                <a:gd name="T82" fmla="*/ 281 w 2696"/>
                <a:gd name="T83" fmla="*/ 2077 h 2774"/>
                <a:gd name="T84" fmla="*/ 120 w 2696"/>
                <a:gd name="T85" fmla="*/ 1891 h 2774"/>
                <a:gd name="T86" fmla="*/ 1 w 2696"/>
                <a:gd name="T87" fmla="*/ 1739 h 2774"/>
                <a:gd name="T88" fmla="*/ 64 w 2696"/>
                <a:gd name="T89" fmla="*/ 1526 h 2774"/>
                <a:gd name="T90" fmla="*/ 64 w 2696"/>
                <a:gd name="T91" fmla="*/ 1248 h 2774"/>
                <a:gd name="T92" fmla="*/ 1 w 2696"/>
                <a:gd name="T93" fmla="*/ 1035 h 2774"/>
                <a:gd name="T94" fmla="*/ 120 w 2696"/>
                <a:gd name="T95" fmla="*/ 883 h 2774"/>
                <a:gd name="T96" fmla="*/ 281 w 2696"/>
                <a:gd name="T97" fmla="*/ 696 h 2774"/>
                <a:gd name="T98" fmla="*/ 319 w 2696"/>
                <a:gd name="T99" fmla="*/ 463 h 2774"/>
                <a:gd name="T100" fmla="*/ 418 w 2696"/>
                <a:gd name="T101" fmla="*/ 339 h 2774"/>
                <a:gd name="T102" fmla="*/ 632 w 2696"/>
                <a:gd name="T103" fmla="*/ 304 h 2774"/>
                <a:gd name="T104" fmla="*/ 829 w 2696"/>
                <a:gd name="T105" fmla="*/ 167 h 2774"/>
                <a:gd name="T106" fmla="*/ 973 w 2696"/>
                <a:gd name="T107" fmla="*/ 10 h 2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696" h="2774">
                  <a:moveTo>
                    <a:pt x="1348" y="570"/>
                  </a:moveTo>
                  <a:lnTo>
                    <a:pt x="1267" y="574"/>
                  </a:lnTo>
                  <a:lnTo>
                    <a:pt x="1189" y="586"/>
                  </a:lnTo>
                  <a:lnTo>
                    <a:pt x="1113" y="607"/>
                  </a:lnTo>
                  <a:lnTo>
                    <a:pt x="1040" y="634"/>
                  </a:lnTo>
                  <a:lnTo>
                    <a:pt x="970" y="668"/>
                  </a:lnTo>
                  <a:lnTo>
                    <a:pt x="904" y="709"/>
                  </a:lnTo>
                  <a:lnTo>
                    <a:pt x="844" y="757"/>
                  </a:lnTo>
                  <a:lnTo>
                    <a:pt x="787" y="810"/>
                  </a:lnTo>
                  <a:lnTo>
                    <a:pt x="736" y="867"/>
                  </a:lnTo>
                  <a:lnTo>
                    <a:pt x="691" y="930"/>
                  </a:lnTo>
                  <a:lnTo>
                    <a:pt x="651" y="998"/>
                  </a:lnTo>
                  <a:lnTo>
                    <a:pt x="618" y="1069"/>
                  </a:lnTo>
                  <a:lnTo>
                    <a:pt x="591" y="1143"/>
                  </a:lnTo>
                  <a:lnTo>
                    <a:pt x="571" y="1222"/>
                  </a:lnTo>
                  <a:lnTo>
                    <a:pt x="558" y="1304"/>
                  </a:lnTo>
                  <a:lnTo>
                    <a:pt x="555" y="1387"/>
                  </a:lnTo>
                  <a:lnTo>
                    <a:pt x="558" y="1465"/>
                  </a:lnTo>
                  <a:lnTo>
                    <a:pt x="569" y="1542"/>
                  </a:lnTo>
                  <a:lnTo>
                    <a:pt x="587" y="1616"/>
                  </a:lnTo>
                  <a:lnTo>
                    <a:pt x="610" y="1687"/>
                  </a:lnTo>
                  <a:lnTo>
                    <a:pt x="641" y="1755"/>
                  </a:lnTo>
                  <a:lnTo>
                    <a:pt x="675" y="1820"/>
                  </a:lnTo>
                  <a:lnTo>
                    <a:pt x="717" y="1881"/>
                  </a:lnTo>
                  <a:lnTo>
                    <a:pt x="763" y="1938"/>
                  </a:lnTo>
                  <a:lnTo>
                    <a:pt x="813" y="1989"/>
                  </a:lnTo>
                  <a:lnTo>
                    <a:pt x="868" y="2037"/>
                  </a:lnTo>
                  <a:lnTo>
                    <a:pt x="928" y="2079"/>
                  </a:lnTo>
                  <a:lnTo>
                    <a:pt x="991" y="2115"/>
                  </a:lnTo>
                  <a:lnTo>
                    <a:pt x="1056" y="2145"/>
                  </a:lnTo>
                  <a:lnTo>
                    <a:pt x="1126" y="2171"/>
                  </a:lnTo>
                  <a:lnTo>
                    <a:pt x="1198" y="2188"/>
                  </a:lnTo>
                  <a:lnTo>
                    <a:pt x="1272" y="2200"/>
                  </a:lnTo>
                  <a:lnTo>
                    <a:pt x="1348" y="2202"/>
                  </a:lnTo>
                  <a:lnTo>
                    <a:pt x="1429" y="2198"/>
                  </a:lnTo>
                  <a:lnTo>
                    <a:pt x="1508" y="2187"/>
                  </a:lnTo>
                  <a:lnTo>
                    <a:pt x="1584" y="2167"/>
                  </a:lnTo>
                  <a:lnTo>
                    <a:pt x="1657" y="2139"/>
                  </a:lnTo>
                  <a:lnTo>
                    <a:pt x="1726" y="2104"/>
                  </a:lnTo>
                  <a:lnTo>
                    <a:pt x="1792" y="2063"/>
                  </a:lnTo>
                  <a:lnTo>
                    <a:pt x="1852" y="2017"/>
                  </a:lnTo>
                  <a:lnTo>
                    <a:pt x="1909" y="1964"/>
                  </a:lnTo>
                  <a:lnTo>
                    <a:pt x="1961" y="1906"/>
                  </a:lnTo>
                  <a:lnTo>
                    <a:pt x="2006" y="1844"/>
                  </a:lnTo>
                  <a:lnTo>
                    <a:pt x="2045" y="1776"/>
                  </a:lnTo>
                  <a:lnTo>
                    <a:pt x="2079" y="1705"/>
                  </a:lnTo>
                  <a:lnTo>
                    <a:pt x="2106" y="1629"/>
                  </a:lnTo>
                  <a:lnTo>
                    <a:pt x="2125" y="1551"/>
                  </a:lnTo>
                  <a:lnTo>
                    <a:pt x="2138" y="1470"/>
                  </a:lnTo>
                  <a:lnTo>
                    <a:pt x="2142" y="1387"/>
                  </a:lnTo>
                  <a:lnTo>
                    <a:pt x="2138" y="1308"/>
                  </a:lnTo>
                  <a:lnTo>
                    <a:pt x="2128" y="1231"/>
                  </a:lnTo>
                  <a:lnTo>
                    <a:pt x="2110" y="1158"/>
                  </a:lnTo>
                  <a:lnTo>
                    <a:pt x="2087" y="1087"/>
                  </a:lnTo>
                  <a:lnTo>
                    <a:pt x="2056" y="1018"/>
                  </a:lnTo>
                  <a:lnTo>
                    <a:pt x="2021" y="953"/>
                  </a:lnTo>
                  <a:lnTo>
                    <a:pt x="1980" y="892"/>
                  </a:lnTo>
                  <a:lnTo>
                    <a:pt x="1934" y="836"/>
                  </a:lnTo>
                  <a:lnTo>
                    <a:pt x="1883" y="783"/>
                  </a:lnTo>
                  <a:lnTo>
                    <a:pt x="1828" y="737"/>
                  </a:lnTo>
                  <a:lnTo>
                    <a:pt x="1769" y="695"/>
                  </a:lnTo>
                  <a:lnTo>
                    <a:pt x="1706" y="658"/>
                  </a:lnTo>
                  <a:lnTo>
                    <a:pt x="1640" y="627"/>
                  </a:lnTo>
                  <a:lnTo>
                    <a:pt x="1571" y="602"/>
                  </a:lnTo>
                  <a:lnTo>
                    <a:pt x="1499" y="585"/>
                  </a:lnTo>
                  <a:lnTo>
                    <a:pt x="1424" y="574"/>
                  </a:lnTo>
                  <a:lnTo>
                    <a:pt x="1348" y="570"/>
                  </a:lnTo>
                  <a:close/>
                  <a:moveTo>
                    <a:pt x="1041" y="0"/>
                  </a:moveTo>
                  <a:lnTo>
                    <a:pt x="1078" y="5"/>
                  </a:lnTo>
                  <a:lnTo>
                    <a:pt x="1117" y="18"/>
                  </a:lnTo>
                  <a:lnTo>
                    <a:pt x="1158" y="40"/>
                  </a:lnTo>
                  <a:lnTo>
                    <a:pt x="1213" y="66"/>
                  </a:lnTo>
                  <a:lnTo>
                    <a:pt x="1267" y="83"/>
                  </a:lnTo>
                  <a:lnTo>
                    <a:pt x="1321" y="93"/>
                  </a:lnTo>
                  <a:lnTo>
                    <a:pt x="1375" y="93"/>
                  </a:lnTo>
                  <a:lnTo>
                    <a:pt x="1429" y="83"/>
                  </a:lnTo>
                  <a:lnTo>
                    <a:pt x="1483" y="66"/>
                  </a:lnTo>
                  <a:lnTo>
                    <a:pt x="1539" y="40"/>
                  </a:lnTo>
                  <a:lnTo>
                    <a:pt x="1578" y="18"/>
                  </a:lnTo>
                  <a:lnTo>
                    <a:pt x="1618" y="5"/>
                  </a:lnTo>
                  <a:lnTo>
                    <a:pt x="1656" y="0"/>
                  </a:lnTo>
                  <a:lnTo>
                    <a:pt x="1690" y="1"/>
                  </a:lnTo>
                  <a:lnTo>
                    <a:pt x="1724" y="10"/>
                  </a:lnTo>
                  <a:lnTo>
                    <a:pt x="1756" y="28"/>
                  </a:lnTo>
                  <a:lnTo>
                    <a:pt x="1786" y="51"/>
                  </a:lnTo>
                  <a:lnTo>
                    <a:pt x="1813" y="83"/>
                  </a:lnTo>
                  <a:lnTo>
                    <a:pt x="1838" y="122"/>
                  </a:lnTo>
                  <a:lnTo>
                    <a:pt x="1868" y="167"/>
                  </a:lnTo>
                  <a:lnTo>
                    <a:pt x="1900" y="206"/>
                  </a:lnTo>
                  <a:lnTo>
                    <a:pt x="1937" y="239"/>
                  </a:lnTo>
                  <a:lnTo>
                    <a:pt x="1976" y="267"/>
                  </a:lnTo>
                  <a:lnTo>
                    <a:pt x="2018" y="288"/>
                  </a:lnTo>
                  <a:lnTo>
                    <a:pt x="2065" y="304"/>
                  </a:lnTo>
                  <a:lnTo>
                    <a:pt x="2115" y="314"/>
                  </a:lnTo>
                  <a:lnTo>
                    <a:pt x="2168" y="318"/>
                  </a:lnTo>
                  <a:lnTo>
                    <a:pt x="2209" y="320"/>
                  </a:lnTo>
                  <a:lnTo>
                    <a:pt x="2246" y="327"/>
                  </a:lnTo>
                  <a:lnTo>
                    <a:pt x="2278" y="339"/>
                  </a:lnTo>
                  <a:lnTo>
                    <a:pt x="2307" y="355"/>
                  </a:lnTo>
                  <a:lnTo>
                    <a:pt x="2331" y="376"/>
                  </a:lnTo>
                  <a:lnTo>
                    <a:pt x="2352" y="401"/>
                  </a:lnTo>
                  <a:lnTo>
                    <a:pt x="2367" y="430"/>
                  </a:lnTo>
                  <a:lnTo>
                    <a:pt x="2377" y="463"/>
                  </a:lnTo>
                  <a:lnTo>
                    <a:pt x="2385" y="502"/>
                  </a:lnTo>
                  <a:lnTo>
                    <a:pt x="2388" y="544"/>
                  </a:lnTo>
                  <a:lnTo>
                    <a:pt x="2391" y="598"/>
                  </a:lnTo>
                  <a:lnTo>
                    <a:pt x="2400" y="648"/>
                  </a:lnTo>
                  <a:lnTo>
                    <a:pt x="2416" y="696"/>
                  </a:lnTo>
                  <a:lnTo>
                    <a:pt x="2437" y="740"/>
                  </a:lnTo>
                  <a:lnTo>
                    <a:pt x="2462" y="781"/>
                  </a:lnTo>
                  <a:lnTo>
                    <a:pt x="2496" y="818"/>
                  </a:lnTo>
                  <a:lnTo>
                    <a:pt x="2533" y="852"/>
                  </a:lnTo>
                  <a:lnTo>
                    <a:pt x="2577" y="883"/>
                  </a:lnTo>
                  <a:lnTo>
                    <a:pt x="2615" y="909"/>
                  </a:lnTo>
                  <a:lnTo>
                    <a:pt x="2646" y="937"/>
                  </a:lnTo>
                  <a:lnTo>
                    <a:pt x="2669" y="967"/>
                  </a:lnTo>
                  <a:lnTo>
                    <a:pt x="2686" y="1001"/>
                  </a:lnTo>
                  <a:lnTo>
                    <a:pt x="2695" y="1035"/>
                  </a:lnTo>
                  <a:lnTo>
                    <a:pt x="2696" y="1071"/>
                  </a:lnTo>
                  <a:lnTo>
                    <a:pt x="2691" y="1109"/>
                  </a:lnTo>
                  <a:lnTo>
                    <a:pt x="2678" y="1150"/>
                  </a:lnTo>
                  <a:lnTo>
                    <a:pt x="2658" y="1192"/>
                  </a:lnTo>
                  <a:lnTo>
                    <a:pt x="2632" y="1248"/>
                  </a:lnTo>
                  <a:lnTo>
                    <a:pt x="2614" y="1304"/>
                  </a:lnTo>
                  <a:lnTo>
                    <a:pt x="2606" y="1359"/>
                  </a:lnTo>
                  <a:lnTo>
                    <a:pt x="2606" y="1415"/>
                  </a:lnTo>
                  <a:lnTo>
                    <a:pt x="2614" y="1470"/>
                  </a:lnTo>
                  <a:lnTo>
                    <a:pt x="2632" y="1526"/>
                  </a:lnTo>
                  <a:lnTo>
                    <a:pt x="2658" y="1582"/>
                  </a:lnTo>
                  <a:lnTo>
                    <a:pt x="2678" y="1624"/>
                  </a:lnTo>
                  <a:lnTo>
                    <a:pt x="2691" y="1665"/>
                  </a:lnTo>
                  <a:lnTo>
                    <a:pt x="2696" y="1703"/>
                  </a:lnTo>
                  <a:lnTo>
                    <a:pt x="2695" y="1739"/>
                  </a:lnTo>
                  <a:lnTo>
                    <a:pt x="2686" y="1774"/>
                  </a:lnTo>
                  <a:lnTo>
                    <a:pt x="2669" y="1807"/>
                  </a:lnTo>
                  <a:lnTo>
                    <a:pt x="2646" y="1837"/>
                  </a:lnTo>
                  <a:lnTo>
                    <a:pt x="2615" y="1865"/>
                  </a:lnTo>
                  <a:lnTo>
                    <a:pt x="2577" y="1891"/>
                  </a:lnTo>
                  <a:lnTo>
                    <a:pt x="2533" y="1922"/>
                  </a:lnTo>
                  <a:lnTo>
                    <a:pt x="2496" y="1956"/>
                  </a:lnTo>
                  <a:lnTo>
                    <a:pt x="2462" y="1993"/>
                  </a:lnTo>
                  <a:lnTo>
                    <a:pt x="2437" y="2033"/>
                  </a:lnTo>
                  <a:lnTo>
                    <a:pt x="2416" y="2077"/>
                  </a:lnTo>
                  <a:lnTo>
                    <a:pt x="2400" y="2124"/>
                  </a:lnTo>
                  <a:lnTo>
                    <a:pt x="2391" y="2175"/>
                  </a:lnTo>
                  <a:lnTo>
                    <a:pt x="2388" y="2229"/>
                  </a:lnTo>
                  <a:lnTo>
                    <a:pt x="2385" y="2273"/>
                  </a:lnTo>
                  <a:lnTo>
                    <a:pt x="2377" y="2310"/>
                  </a:lnTo>
                  <a:lnTo>
                    <a:pt x="2367" y="2344"/>
                  </a:lnTo>
                  <a:lnTo>
                    <a:pt x="2352" y="2373"/>
                  </a:lnTo>
                  <a:lnTo>
                    <a:pt x="2331" y="2398"/>
                  </a:lnTo>
                  <a:lnTo>
                    <a:pt x="2307" y="2418"/>
                  </a:lnTo>
                  <a:lnTo>
                    <a:pt x="2278" y="2434"/>
                  </a:lnTo>
                  <a:lnTo>
                    <a:pt x="2246" y="2446"/>
                  </a:lnTo>
                  <a:lnTo>
                    <a:pt x="2209" y="2454"/>
                  </a:lnTo>
                  <a:lnTo>
                    <a:pt x="2168" y="2457"/>
                  </a:lnTo>
                  <a:lnTo>
                    <a:pt x="2115" y="2460"/>
                  </a:lnTo>
                  <a:lnTo>
                    <a:pt x="2065" y="2470"/>
                  </a:lnTo>
                  <a:lnTo>
                    <a:pt x="2018" y="2486"/>
                  </a:lnTo>
                  <a:lnTo>
                    <a:pt x="1976" y="2507"/>
                  </a:lnTo>
                  <a:lnTo>
                    <a:pt x="1937" y="2535"/>
                  </a:lnTo>
                  <a:lnTo>
                    <a:pt x="1900" y="2568"/>
                  </a:lnTo>
                  <a:lnTo>
                    <a:pt x="1868" y="2606"/>
                  </a:lnTo>
                  <a:lnTo>
                    <a:pt x="1838" y="2651"/>
                  </a:lnTo>
                  <a:lnTo>
                    <a:pt x="1813" y="2691"/>
                  </a:lnTo>
                  <a:lnTo>
                    <a:pt x="1786" y="2723"/>
                  </a:lnTo>
                  <a:lnTo>
                    <a:pt x="1756" y="2746"/>
                  </a:lnTo>
                  <a:lnTo>
                    <a:pt x="1724" y="2764"/>
                  </a:lnTo>
                  <a:lnTo>
                    <a:pt x="1690" y="2773"/>
                  </a:lnTo>
                  <a:lnTo>
                    <a:pt x="1656" y="2774"/>
                  </a:lnTo>
                  <a:lnTo>
                    <a:pt x="1618" y="2769"/>
                  </a:lnTo>
                  <a:lnTo>
                    <a:pt x="1578" y="2756"/>
                  </a:lnTo>
                  <a:lnTo>
                    <a:pt x="1539" y="2734"/>
                  </a:lnTo>
                  <a:lnTo>
                    <a:pt x="1483" y="2708"/>
                  </a:lnTo>
                  <a:lnTo>
                    <a:pt x="1429" y="2691"/>
                  </a:lnTo>
                  <a:lnTo>
                    <a:pt x="1375" y="2682"/>
                  </a:lnTo>
                  <a:lnTo>
                    <a:pt x="1321" y="2682"/>
                  </a:lnTo>
                  <a:lnTo>
                    <a:pt x="1267" y="2691"/>
                  </a:lnTo>
                  <a:lnTo>
                    <a:pt x="1213" y="2708"/>
                  </a:lnTo>
                  <a:lnTo>
                    <a:pt x="1158" y="2734"/>
                  </a:lnTo>
                  <a:lnTo>
                    <a:pt x="1117" y="2756"/>
                  </a:lnTo>
                  <a:lnTo>
                    <a:pt x="1078" y="2769"/>
                  </a:lnTo>
                  <a:lnTo>
                    <a:pt x="1041" y="2774"/>
                  </a:lnTo>
                  <a:lnTo>
                    <a:pt x="1006" y="2773"/>
                  </a:lnTo>
                  <a:lnTo>
                    <a:pt x="973" y="2764"/>
                  </a:lnTo>
                  <a:lnTo>
                    <a:pt x="940" y="2746"/>
                  </a:lnTo>
                  <a:lnTo>
                    <a:pt x="911" y="2723"/>
                  </a:lnTo>
                  <a:lnTo>
                    <a:pt x="884" y="2691"/>
                  </a:lnTo>
                  <a:lnTo>
                    <a:pt x="858" y="2651"/>
                  </a:lnTo>
                  <a:lnTo>
                    <a:pt x="829" y="2606"/>
                  </a:lnTo>
                  <a:lnTo>
                    <a:pt x="795" y="2568"/>
                  </a:lnTo>
                  <a:lnTo>
                    <a:pt x="759" y="2535"/>
                  </a:lnTo>
                  <a:lnTo>
                    <a:pt x="720" y="2507"/>
                  </a:lnTo>
                  <a:lnTo>
                    <a:pt x="677" y="2486"/>
                  </a:lnTo>
                  <a:lnTo>
                    <a:pt x="632" y="2470"/>
                  </a:lnTo>
                  <a:lnTo>
                    <a:pt x="582" y="2460"/>
                  </a:lnTo>
                  <a:lnTo>
                    <a:pt x="529" y="2457"/>
                  </a:lnTo>
                  <a:lnTo>
                    <a:pt x="488" y="2454"/>
                  </a:lnTo>
                  <a:lnTo>
                    <a:pt x="450" y="2446"/>
                  </a:lnTo>
                  <a:lnTo>
                    <a:pt x="418" y="2434"/>
                  </a:lnTo>
                  <a:lnTo>
                    <a:pt x="390" y="2418"/>
                  </a:lnTo>
                  <a:lnTo>
                    <a:pt x="365" y="2398"/>
                  </a:lnTo>
                  <a:lnTo>
                    <a:pt x="346" y="2373"/>
                  </a:lnTo>
                  <a:lnTo>
                    <a:pt x="329" y="2344"/>
                  </a:lnTo>
                  <a:lnTo>
                    <a:pt x="319" y="2310"/>
                  </a:lnTo>
                  <a:lnTo>
                    <a:pt x="311" y="2273"/>
                  </a:lnTo>
                  <a:lnTo>
                    <a:pt x="309" y="2229"/>
                  </a:lnTo>
                  <a:lnTo>
                    <a:pt x="305" y="2175"/>
                  </a:lnTo>
                  <a:lnTo>
                    <a:pt x="296" y="2124"/>
                  </a:lnTo>
                  <a:lnTo>
                    <a:pt x="281" y="2077"/>
                  </a:lnTo>
                  <a:lnTo>
                    <a:pt x="260" y="2033"/>
                  </a:lnTo>
                  <a:lnTo>
                    <a:pt x="233" y="1993"/>
                  </a:lnTo>
                  <a:lnTo>
                    <a:pt x="201" y="1956"/>
                  </a:lnTo>
                  <a:lnTo>
                    <a:pt x="163" y="1922"/>
                  </a:lnTo>
                  <a:lnTo>
                    <a:pt x="120" y="1891"/>
                  </a:lnTo>
                  <a:lnTo>
                    <a:pt x="81" y="1865"/>
                  </a:lnTo>
                  <a:lnTo>
                    <a:pt x="50" y="1837"/>
                  </a:lnTo>
                  <a:lnTo>
                    <a:pt x="27" y="1807"/>
                  </a:lnTo>
                  <a:lnTo>
                    <a:pt x="10" y="1774"/>
                  </a:lnTo>
                  <a:lnTo>
                    <a:pt x="1" y="1739"/>
                  </a:lnTo>
                  <a:lnTo>
                    <a:pt x="0" y="1703"/>
                  </a:lnTo>
                  <a:lnTo>
                    <a:pt x="5" y="1665"/>
                  </a:lnTo>
                  <a:lnTo>
                    <a:pt x="18" y="1624"/>
                  </a:lnTo>
                  <a:lnTo>
                    <a:pt x="39" y="1582"/>
                  </a:lnTo>
                  <a:lnTo>
                    <a:pt x="64" y="1526"/>
                  </a:lnTo>
                  <a:lnTo>
                    <a:pt x="81" y="1470"/>
                  </a:lnTo>
                  <a:lnTo>
                    <a:pt x="90" y="1415"/>
                  </a:lnTo>
                  <a:lnTo>
                    <a:pt x="90" y="1359"/>
                  </a:lnTo>
                  <a:lnTo>
                    <a:pt x="81" y="1304"/>
                  </a:lnTo>
                  <a:lnTo>
                    <a:pt x="64" y="1248"/>
                  </a:lnTo>
                  <a:lnTo>
                    <a:pt x="39" y="1192"/>
                  </a:lnTo>
                  <a:lnTo>
                    <a:pt x="18" y="1150"/>
                  </a:lnTo>
                  <a:lnTo>
                    <a:pt x="5" y="1109"/>
                  </a:lnTo>
                  <a:lnTo>
                    <a:pt x="0" y="1071"/>
                  </a:lnTo>
                  <a:lnTo>
                    <a:pt x="1" y="1035"/>
                  </a:lnTo>
                  <a:lnTo>
                    <a:pt x="10" y="1001"/>
                  </a:lnTo>
                  <a:lnTo>
                    <a:pt x="27" y="967"/>
                  </a:lnTo>
                  <a:lnTo>
                    <a:pt x="50" y="937"/>
                  </a:lnTo>
                  <a:lnTo>
                    <a:pt x="81" y="909"/>
                  </a:lnTo>
                  <a:lnTo>
                    <a:pt x="120" y="883"/>
                  </a:lnTo>
                  <a:lnTo>
                    <a:pt x="163" y="852"/>
                  </a:lnTo>
                  <a:lnTo>
                    <a:pt x="201" y="818"/>
                  </a:lnTo>
                  <a:lnTo>
                    <a:pt x="233" y="781"/>
                  </a:lnTo>
                  <a:lnTo>
                    <a:pt x="260" y="740"/>
                  </a:lnTo>
                  <a:lnTo>
                    <a:pt x="281" y="696"/>
                  </a:lnTo>
                  <a:lnTo>
                    <a:pt x="296" y="648"/>
                  </a:lnTo>
                  <a:lnTo>
                    <a:pt x="305" y="598"/>
                  </a:lnTo>
                  <a:lnTo>
                    <a:pt x="309" y="544"/>
                  </a:lnTo>
                  <a:lnTo>
                    <a:pt x="311" y="502"/>
                  </a:lnTo>
                  <a:lnTo>
                    <a:pt x="319" y="463"/>
                  </a:lnTo>
                  <a:lnTo>
                    <a:pt x="329" y="430"/>
                  </a:lnTo>
                  <a:lnTo>
                    <a:pt x="346" y="401"/>
                  </a:lnTo>
                  <a:lnTo>
                    <a:pt x="365" y="376"/>
                  </a:lnTo>
                  <a:lnTo>
                    <a:pt x="390" y="355"/>
                  </a:lnTo>
                  <a:lnTo>
                    <a:pt x="418" y="339"/>
                  </a:lnTo>
                  <a:lnTo>
                    <a:pt x="450" y="327"/>
                  </a:lnTo>
                  <a:lnTo>
                    <a:pt x="488" y="320"/>
                  </a:lnTo>
                  <a:lnTo>
                    <a:pt x="529" y="318"/>
                  </a:lnTo>
                  <a:lnTo>
                    <a:pt x="582" y="314"/>
                  </a:lnTo>
                  <a:lnTo>
                    <a:pt x="632" y="304"/>
                  </a:lnTo>
                  <a:lnTo>
                    <a:pt x="677" y="288"/>
                  </a:lnTo>
                  <a:lnTo>
                    <a:pt x="720" y="267"/>
                  </a:lnTo>
                  <a:lnTo>
                    <a:pt x="759" y="239"/>
                  </a:lnTo>
                  <a:lnTo>
                    <a:pt x="795" y="206"/>
                  </a:lnTo>
                  <a:lnTo>
                    <a:pt x="829" y="167"/>
                  </a:lnTo>
                  <a:lnTo>
                    <a:pt x="857" y="122"/>
                  </a:lnTo>
                  <a:lnTo>
                    <a:pt x="884" y="83"/>
                  </a:lnTo>
                  <a:lnTo>
                    <a:pt x="911" y="51"/>
                  </a:lnTo>
                  <a:lnTo>
                    <a:pt x="940" y="28"/>
                  </a:lnTo>
                  <a:lnTo>
                    <a:pt x="973" y="10"/>
                  </a:lnTo>
                  <a:lnTo>
                    <a:pt x="1006" y="1"/>
                  </a:lnTo>
                  <a:lnTo>
                    <a:pt x="1041" y="0"/>
                  </a:lnTo>
                  <a:close/>
                </a:path>
              </a:pathLst>
            </a:custGeom>
            <a:grpFill/>
            <a:ln w="0">
              <a:noFill/>
              <a:prstDash val="solid"/>
              <a:round/>
              <a:headEnd/>
              <a:tailEnd/>
            </a:ln>
          </p:spPr>
          <p:txBody>
            <a:bodyPr lIns="68580" tIns="34290" rIns="68580" bIns="34290" anchor="ctr"/>
            <a:lstStyle/>
            <a:p>
              <a:pPr>
                <a:defRPr/>
              </a:pPr>
              <a:endParaRPr lang="en-IN" sz="1350" kern="0">
                <a:solidFill>
                  <a:prstClr val="black"/>
                </a:solidFill>
              </a:endParaRPr>
            </a:p>
          </p:txBody>
        </p:sp>
        <p:sp>
          <p:nvSpPr>
            <p:cNvPr id="23" name="Freeform 19">
              <a:extLst>
                <a:ext uri="{FF2B5EF4-FFF2-40B4-BE49-F238E27FC236}">
                  <a16:creationId xmlns:a16="http://schemas.microsoft.com/office/drawing/2014/main" id="{C65597F9-D36B-F0EB-5026-8AC1AD7D82C9}"/>
                </a:ext>
              </a:extLst>
            </p:cNvPr>
            <p:cNvSpPr>
              <a:spLocks/>
            </p:cNvSpPr>
            <p:nvPr/>
          </p:nvSpPr>
          <p:spPr bwMode="auto">
            <a:xfrm>
              <a:off x="7472661" y="2503802"/>
              <a:ext cx="156303" cy="188216"/>
            </a:xfrm>
            <a:custGeom>
              <a:avLst/>
              <a:gdLst>
                <a:gd name="T0" fmla="*/ 596 w 1292"/>
                <a:gd name="T1" fmla="*/ 3 h 1558"/>
                <a:gd name="T2" fmla="*/ 602 w 1292"/>
                <a:gd name="T3" fmla="*/ 13 h 1558"/>
                <a:gd name="T4" fmla="*/ 619 w 1292"/>
                <a:gd name="T5" fmla="*/ 32 h 1558"/>
                <a:gd name="T6" fmla="*/ 650 w 1292"/>
                <a:gd name="T7" fmla="*/ 51 h 1558"/>
                <a:gd name="T8" fmla="*/ 697 w 1292"/>
                <a:gd name="T9" fmla="*/ 67 h 1558"/>
                <a:gd name="T10" fmla="*/ 768 w 1292"/>
                <a:gd name="T11" fmla="*/ 74 h 1558"/>
                <a:gd name="T12" fmla="*/ 857 w 1292"/>
                <a:gd name="T13" fmla="*/ 83 h 1558"/>
                <a:gd name="T14" fmla="*/ 925 w 1292"/>
                <a:gd name="T15" fmla="*/ 106 h 1558"/>
                <a:gd name="T16" fmla="*/ 976 w 1292"/>
                <a:gd name="T17" fmla="*/ 138 h 1558"/>
                <a:gd name="T18" fmla="*/ 1015 w 1292"/>
                <a:gd name="T19" fmla="*/ 176 h 1558"/>
                <a:gd name="T20" fmla="*/ 1047 w 1292"/>
                <a:gd name="T21" fmla="*/ 218 h 1558"/>
                <a:gd name="T22" fmla="*/ 1077 w 1292"/>
                <a:gd name="T23" fmla="*/ 262 h 1558"/>
                <a:gd name="T24" fmla="*/ 1108 w 1292"/>
                <a:gd name="T25" fmla="*/ 303 h 1558"/>
                <a:gd name="T26" fmla="*/ 1144 w 1292"/>
                <a:gd name="T27" fmla="*/ 339 h 1558"/>
                <a:gd name="T28" fmla="*/ 1191 w 1292"/>
                <a:gd name="T29" fmla="*/ 365 h 1558"/>
                <a:gd name="T30" fmla="*/ 1254 w 1292"/>
                <a:gd name="T31" fmla="*/ 382 h 1558"/>
                <a:gd name="T32" fmla="*/ 1290 w 1292"/>
                <a:gd name="T33" fmla="*/ 388 h 1558"/>
                <a:gd name="T34" fmla="*/ 1279 w 1292"/>
                <a:gd name="T35" fmla="*/ 413 h 1558"/>
                <a:gd name="T36" fmla="*/ 1255 w 1292"/>
                <a:gd name="T37" fmla="*/ 459 h 1558"/>
                <a:gd name="T38" fmla="*/ 1225 w 1292"/>
                <a:gd name="T39" fmla="*/ 525 h 1558"/>
                <a:gd name="T40" fmla="*/ 1186 w 1292"/>
                <a:gd name="T41" fmla="*/ 607 h 1558"/>
                <a:gd name="T42" fmla="*/ 1141 w 1292"/>
                <a:gd name="T43" fmla="*/ 703 h 1558"/>
                <a:gd name="T44" fmla="*/ 1093 w 1292"/>
                <a:gd name="T45" fmla="*/ 805 h 1558"/>
                <a:gd name="T46" fmla="*/ 1042 w 1292"/>
                <a:gd name="T47" fmla="*/ 913 h 1558"/>
                <a:gd name="T48" fmla="*/ 991 w 1292"/>
                <a:gd name="T49" fmla="*/ 1024 h 1558"/>
                <a:gd name="T50" fmla="*/ 940 w 1292"/>
                <a:gd name="T51" fmla="*/ 1133 h 1558"/>
                <a:gd name="T52" fmla="*/ 891 w 1292"/>
                <a:gd name="T53" fmla="*/ 1236 h 1558"/>
                <a:gd name="T54" fmla="*/ 848 w 1292"/>
                <a:gd name="T55" fmla="*/ 1330 h 1558"/>
                <a:gd name="T56" fmla="*/ 809 w 1292"/>
                <a:gd name="T57" fmla="*/ 1413 h 1558"/>
                <a:gd name="T58" fmla="*/ 777 w 1292"/>
                <a:gd name="T59" fmla="*/ 1481 h 1558"/>
                <a:gd name="T60" fmla="*/ 755 w 1292"/>
                <a:gd name="T61" fmla="*/ 1529 h 1558"/>
                <a:gd name="T62" fmla="*/ 742 w 1292"/>
                <a:gd name="T63" fmla="*/ 1555 h 1558"/>
                <a:gd name="T64" fmla="*/ 477 w 1292"/>
                <a:gd name="T65" fmla="*/ 1149 h 1558"/>
                <a:gd name="T66" fmla="*/ 596 w 1292"/>
                <a:gd name="T67" fmla="*/ 0 h 15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92" h="1558">
                  <a:moveTo>
                    <a:pt x="596" y="0"/>
                  </a:moveTo>
                  <a:lnTo>
                    <a:pt x="596" y="3"/>
                  </a:lnTo>
                  <a:lnTo>
                    <a:pt x="598" y="6"/>
                  </a:lnTo>
                  <a:lnTo>
                    <a:pt x="602" y="13"/>
                  </a:lnTo>
                  <a:lnTo>
                    <a:pt x="608" y="22"/>
                  </a:lnTo>
                  <a:lnTo>
                    <a:pt x="619" y="32"/>
                  </a:lnTo>
                  <a:lnTo>
                    <a:pt x="632" y="42"/>
                  </a:lnTo>
                  <a:lnTo>
                    <a:pt x="650" y="51"/>
                  </a:lnTo>
                  <a:lnTo>
                    <a:pt x="671" y="61"/>
                  </a:lnTo>
                  <a:lnTo>
                    <a:pt x="697" y="67"/>
                  </a:lnTo>
                  <a:lnTo>
                    <a:pt x="731" y="71"/>
                  </a:lnTo>
                  <a:lnTo>
                    <a:pt x="768" y="74"/>
                  </a:lnTo>
                  <a:lnTo>
                    <a:pt x="816" y="77"/>
                  </a:lnTo>
                  <a:lnTo>
                    <a:pt x="857" y="83"/>
                  </a:lnTo>
                  <a:lnTo>
                    <a:pt x="893" y="93"/>
                  </a:lnTo>
                  <a:lnTo>
                    <a:pt x="925" y="106"/>
                  </a:lnTo>
                  <a:lnTo>
                    <a:pt x="952" y="120"/>
                  </a:lnTo>
                  <a:lnTo>
                    <a:pt x="976" y="138"/>
                  </a:lnTo>
                  <a:lnTo>
                    <a:pt x="997" y="156"/>
                  </a:lnTo>
                  <a:lnTo>
                    <a:pt x="1015" y="176"/>
                  </a:lnTo>
                  <a:lnTo>
                    <a:pt x="1032" y="197"/>
                  </a:lnTo>
                  <a:lnTo>
                    <a:pt x="1047" y="218"/>
                  </a:lnTo>
                  <a:lnTo>
                    <a:pt x="1063" y="241"/>
                  </a:lnTo>
                  <a:lnTo>
                    <a:pt x="1077" y="262"/>
                  </a:lnTo>
                  <a:lnTo>
                    <a:pt x="1092" y="283"/>
                  </a:lnTo>
                  <a:lnTo>
                    <a:pt x="1108" y="303"/>
                  </a:lnTo>
                  <a:lnTo>
                    <a:pt x="1124" y="321"/>
                  </a:lnTo>
                  <a:lnTo>
                    <a:pt x="1144" y="339"/>
                  </a:lnTo>
                  <a:lnTo>
                    <a:pt x="1167" y="353"/>
                  </a:lnTo>
                  <a:lnTo>
                    <a:pt x="1191" y="365"/>
                  </a:lnTo>
                  <a:lnTo>
                    <a:pt x="1221" y="376"/>
                  </a:lnTo>
                  <a:lnTo>
                    <a:pt x="1254" y="382"/>
                  </a:lnTo>
                  <a:lnTo>
                    <a:pt x="1292" y="385"/>
                  </a:lnTo>
                  <a:lnTo>
                    <a:pt x="1290" y="388"/>
                  </a:lnTo>
                  <a:lnTo>
                    <a:pt x="1285" y="397"/>
                  </a:lnTo>
                  <a:lnTo>
                    <a:pt x="1279" y="413"/>
                  </a:lnTo>
                  <a:lnTo>
                    <a:pt x="1268" y="433"/>
                  </a:lnTo>
                  <a:lnTo>
                    <a:pt x="1255" y="459"/>
                  </a:lnTo>
                  <a:lnTo>
                    <a:pt x="1241" y="491"/>
                  </a:lnTo>
                  <a:lnTo>
                    <a:pt x="1225" y="525"/>
                  </a:lnTo>
                  <a:lnTo>
                    <a:pt x="1205" y="565"/>
                  </a:lnTo>
                  <a:lnTo>
                    <a:pt x="1186" y="607"/>
                  </a:lnTo>
                  <a:lnTo>
                    <a:pt x="1164" y="654"/>
                  </a:lnTo>
                  <a:lnTo>
                    <a:pt x="1141" y="703"/>
                  </a:lnTo>
                  <a:lnTo>
                    <a:pt x="1118" y="753"/>
                  </a:lnTo>
                  <a:lnTo>
                    <a:pt x="1093" y="805"/>
                  </a:lnTo>
                  <a:lnTo>
                    <a:pt x="1068" y="859"/>
                  </a:lnTo>
                  <a:lnTo>
                    <a:pt x="1042" y="913"/>
                  </a:lnTo>
                  <a:lnTo>
                    <a:pt x="1016" y="969"/>
                  </a:lnTo>
                  <a:lnTo>
                    <a:pt x="991" y="1024"/>
                  </a:lnTo>
                  <a:lnTo>
                    <a:pt x="965" y="1079"/>
                  </a:lnTo>
                  <a:lnTo>
                    <a:pt x="940" y="1133"/>
                  </a:lnTo>
                  <a:lnTo>
                    <a:pt x="916" y="1185"/>
                  </a:lnTo>
                  <a:lnTo>
                    <a:pt x="891" y="1236"/>
                  </a:lnTo>
                  <a:lnTo>
                    <a:pt x="868" y="1284"/>
                  </a:lnTo>
                  <a:lnTo>
                    <a:pt x="848" y="1330"/>
                  </a:lnTo>
                  <a:lnTo>
                    <a:pt x="827" y="1374"/>
                  </a:lnTo>
                  <a:lnTo>
                    <a:pt x="809" y="1413"/>
                  </a:lnTo>
                  <a:lnTo>
                    <a:pt x="792" y="1449"/>
                  </a:lnTo>
                  <a:lnTo>
                    <a:pt x="777" y="1481"/>
                  </a:lnTo>
                  <a:lnTo>
                    <a:pt x="765" y="1507"/>
                  </a:lnTo>
                  <a:lnTo>
                    <a:pt x="755" y="1529"/>
                  </a:lnTo>
                  <a:lnTo>
                    <a:pt x="747" y="1545"/>
                  </a:lnTo>
                  <a:lnTo>
                    <a:pt x="742" y="1555"/>
                  </a:lnTo>
                  <a:lnTo>
                    <a:pt x="741" y="1558"/>
                  </a:lnTo>
                  <a:lnTo>
                    <a:pt x="477" y="1149"/>
                  </a:lnTo>
                  <a:lnTo>
                    <a:pt x="0" y="1204"/>
                  </a:lnTo>
                  <a:lnTo>
                    <a:pt x="596" y="0"/>
                  </a:lnTo>
                  <a:close/>
                </a:path>
              </a:pathLst>
            </a:custGeom>
            <a:grpFill/>
            <a:ln w="0">
              <a:noFill/>
              <a:prstDash val="solid"/>
              <a:round/>
              <a:headEnd/>
              <a:tailEnd/>
            </a:ln>
          </p:spPr>
          <p:txBody>
            <a:bodyPr lIns="68580" tIns="34290" rIns="68580" bIns="34290" anchor="ctr"/>
            <a:lstStyle/>
            <a:p>
              <a:pPr>
                <a:defRPr/>
              </a:pPr>
              <a:endParaRPr lang="en-IN" sz="1350" kern="0">
                <a:solidFill>
                  <a:prstClr val="black"/>
                </a:solidFill>
              </a:endParaRPr>
            </a:p>
          </p:txBody>
        </p:sp>
        <p:sp>
          <p:nvSpPr>
            <p:cNvPr id="24" name="Freeform 20">
              <a:extLst>
                <a:ext uri="{FF2B5EF4-FFF2-40B4-BE49-F238E27FC236}">
                  <a16:creationId xmlns:a16="http://schemas.microsoft.com/office/drawing/2014/main" id="{16954DAF-D0DD-1B8E-4EA3-78137DE9491A}"/>
                </a:ext>
              </a:extLst>
            </p:cNvPr>
            <p:cNvSpPr>
              <a:spLocks/>
            </p:cNvSpPr>
            <p:nvPr/>
          </p:nvSpPr>
          <p:spPr bwMode="auto">
            <a:xfrm>
              <a:off x="7701494" y="2509604"/>
              <a:ext cx="158116" cy="185315"/>
            </a:xfrm>
            <a:custGeom>
              <a:avLst/>
              <a:gdLst>
                <a:gd name="T0" fmla="*/ 703 w 1306"/>
                <a:gd name="T1" fmla="*/ 0 h 1534"/>
                <a:gd name="T2" fmla="*/ 1306 w 1306"/>
                <a:gd name="T3" fmla="*/ 1156 h 1534"/>
                <a:gd name="T4" fmla="*/ 836 w 1306"/>
                <a:gd name="T5" fmla="*/ 1094 h 1534"/>
                <a:gd name="T6" fmla="*/ 671 w 1306"/>
                <a:gd name="T7" fmla="*/ 1534 h 1534"/>
                <a:gd name="T8" fmla="*/ 0 w 1306"/>
                <a:gd name="T9" fmla="*/ 345 h 1534"/>
                <a:gd name="T10" fmla="*/ 3 w 1306"/>
                <a:gd name="T11" fmla="*/ 345 h 1534"/>
                <a:gd name="T12" fmla="*/ 12 w 1306"/>
                <a:gd name="T13" fmla="*/ 346 h 1534"/>
                <a:gd name="T14" fmla="*/ 28 w 1306"/>
                <a:gd name="T15" fmla="*/ 346 h 1534"/>
                <a:gd name="T16" fmla="*/ 48 w 1306"/>
                <a:gd name="T17" fmla="*/ 346 h 1534"/>
                <a:gd name="T18" fmla="*/ 72 w 1306"/>
                <a:gd name="T19" fmla="*/ 344 h 1534"/>
                <a:gd name="T20" fmla="*/ 100 w 1306"/>
                <a:gd name="T21" fmla="*/ 338 h 1534"/>
                <a:gd name="T22" fmla="*/ 129 w 1306"/>
                <a:gd name="T23" fmla="*/ 329 h 1534"/>
                <a:gd name="T24" fmla="*/ 160 w 1306"/>
                <a:gd name="T25" fmla="*/ 317 h 1534"/>
                <a:gd name="T26" fmla="*/ 192 w 1306"/>
                <a:gd name="T27" fmla="*/ 299 h 1534"/>
                <a:gd name="T28" fmla="*/ 225 w 1306"/>
                <a:gd name="T29" fmla="*/ 275 h 1534"/>
                <a:gd name="T30" fmla="*/ 257 w 1306"/>
                <a:gd name="T31" fmla="*/ 244 h 1534"/>
                <a:gd name="T32" fmla="*/ 271 w 1306"/>
                <a:gd name="T33" fmla="*/ 230 h 1534"/>
                <a:gd name="T34" fmla="*/ 283 w 1306"/>
                <a:gd name="T35" fmla="*/ 215 h 1534"/>
                <a:gd name="T36" fmla="*/ 293 w 1306"/>
                <a:gd name="T37" fmla="*/ 201 h 1534"/>
                <a:gd name="T38" fmla="*/ 302 w 1306"/>
                <a:gd name="T39" fmla="*/ 186 h 1534"/>
                <a:gd name="T40" fmla="*/ 310 w 1306"/>
                <a:gd name="T41" fmla="*/ 172 h 1534"/>
                <a:gd name="T42" fmla="*/ 317 w 1306"/>
                <a:gd name="T43" fmla="*/ 157 h 1534"/>
                <a:gd name="T44" fmla="*/ 326 w 1306"/>
                <a:gd name="T45" fmla="*/ 142 h 1534"/>
                <a:gd name="T46" fmla="*/ 335 w 1306"/>
                <a:gd name="T47" fmla="*/ 128 h 1534"/>
                <a:gd name="T48" fmla="*/ 347 w 1306"/>
                <a:gd name="T49" fmla="*/ 113 h 1534"/>
                <a:gd name="T50" fmla="*/ 361 w 1306"/>
                <a:gd name="T51" fmla="*/ 100 h 1534"/>
                <a:gd name="T52" fmla="*/ 379 w 1306"/>
                <a:gd name="T53" fmla="*/ 86 h 1534"/>
                <a:gd name="T54" fmla="*/ 400 w 1306"/>
                <a:gd name="T55" fmla="*/ 72 h 1534"/>
                <a:gd name="T56" fmla="*/ 425 w 1306"/>
                <a:gd name="T57" fmla="*/ 60 h 1534"/>
                <a:gd name="T58" fmla="*/ 455 w 1306"/>
                <a:gd name="T59" fmla="*/ 48 h 1534"/>
                <a:gd name="T60" fmla="*/ 491 w 1306"/>
                <a:gd name="T61" fmla="*/ 37 h 1534"/>
                <a:gd name="T62" fmla="*/ 533 w 1306"/>
                <a:gd name="T63" fmla="*/ 26 h 1534"/>
                <a:gd name="T64" fmla="*/ 582 w 1306"/>
                <a:gd name="T65" fmla="*/ 15 h 1534"/>
                <a:gd name="T66" fmla="*/ 639 w 1306"/>
                <a:gd name="T67" fmla="*/ 7 h 1534"/>
                <a:gd name="T68" fmla="*/ 703 w 1306"/>
                <a:gd name="T69" fmla="*/ 0 h 1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06" h="1534">
                  <a:moveTo>
                    <a:pt x="703" y="0"/>
                  </a:moveTo>
                  <a:lnTo>
                    <a:pt x="1306" y="1156"/>
                  </a:lnTo>
                  <a:lnTo>
                    <a:pt x="836" y="1094"/>
                  </a:lnTo>
                  <a:lnTo>
                    <a:pt x="671" y="1534"/>
                  </a:lnTo>
                  <a:lnTo>
                    <a:pt x="0" y="345"/>
                  </a:lnTo>
                  <a:lnTo>
                    <a:pt x="3" y="345"/>
                  </a:lnTo>
                  <a:lnTo>
                    <a:pt x="12" y="346"/>
                  </a:lnTo>
                  <a:lnTo>
                    <a:pt x="28" y="346"/>
                  </a:lnTo>
                  <a:lnTo>
                    <a:pt x="48" y="346"/>
                  </a:lnTo>
                  <a:lnTo>
                    <a:pt x="72" y="344"/>
                  </a:lnTo>
                  <a:lnTo>
                    <a:pt x="100" y="338"/>
                  </a:lnTo>
                  <a:lnTo>
                    <a:pt x="129" y="329"/>
                  </a:lnTo>
                  <a:lnTo>
                    <a:pt x="160" y="317"/>
                  </a:lnTo>
                  <a:lnTo>
                    <a:pt x="192" y="299"/>
                  </a:lnTo>
                  <a:lnTo>
                    <a:pt x="225" y="275"/>
                  </a:lnTo>
                  <a:lnTo>
                    <a:pt x="257" y="244"/>
                  </a:lnTo>
                  <a:lnTo>
                    <a:pt x="271" y="230"/>
                  </a:lnTo>
                  <a:lnTo>
                    <a:pt x="283" y="215"/>
                  </a:lnTo>
                  <a:lnTo>
                    <a:pt x="293" y="201"/>
                  </a:lnTo>
                  <a:lnTo>
                    <a:pt x="302" y="186"/>
                  </a:lnTo>
                  <a:lnTo>
                    <a:pt x="310" y="172"/>
                  </a:lnTo>
                  <a:lnTo>
                    <a:pt x="317" y="157"/>
                  </a:lnTo>
                  <a:lnTo>
                    <a:pt x="326" y="142"/>
                  </a:lnTo>
                  <a:lnTo>
                    <a:pt x="335" y="128"/>
                  </a:lnTo>
                  <a:lnTo>
                    <a:pt x="347" y="113"/>
                  </a:lnTo>
                  <a:lnTo>
                    <a:pt x="361" y="100"/>
                  </a:lnTo>
                  <a:lnTo>
                    <a:pt x="379" y="86"/>
                  </a:lnTo>
                  <a:lnTo>
                    <a:pt x="400" y="72"/>
                  </a:lnTo>
                  <a:lnTo>
                    <a:pt x="425" y="60"/>
                  </a:lnTo>
                  <a:lnTo>
                    <a:pt x="455" y="48"/>
                  </a:lnTo>
                  <a:lnTo>
                    <a:pt x="491" y="37"/>
                  </a:lnTo>
                  <a:lnTo>
                    <a:pt x="533" y="26"/>
                  </a:lnTo>
                  <a:lnTo>
                    <a:pt x="582" y="15"/>
                  </a:lnTo>
                  <a:lnTo>
                    <a:pt x="639" y="7"/>
                  </a:lnTo>
                  <a:lnTo>
                    <a:pt x="703" y="0"/>
                  </a:lnTo>
                  <a:close/>
                </a:path>
              </a:pathLst>
            </a:custGeom>
            <a:grpFill/>
            <a:ln w="0">
              <a:noFill/>
              <a:prstDash val="solid"/>
              <a:round/>
              <a:headEnd/>
              <a:tailEnd/>
            </a:ln>
          </p:spPr>
          <p:txBody>
            <a:bodyPr lIns="68580" tIns="34290" rIns="68580" bIns="34290" anchor="ctr"/>
            <a:lstStyle/>
            <a:p>
              <a:pPr>
                <a:defRPr/>
              </a:pPr>
              <a:endParaRPr lang="en-IN" sz="1350" kern="0">
                <a:solidFill>
                  <a:prstClr val="black"/>
                </a:solidFill>
              </a:endParaRPr>
            </a:p>
          </p:txBody>
        </p:sp>
        <p:sp>
          <p:nvSpPr>
            <p:cNvPr id="25" name="Freeform 21">
              <a:extLst>
                <a:ext uri="{FF2B5EF4-FFF2-40B4-BE49-F238E27FC236}">
                  <a16:creationId xmlns:a16="http://schemas.microsoft.com/office/drawing/2014/main" id="{E8E825C2-EC8E-1104-7548-7F87E0E9B0E6}"/>
                </a:ext>
              </a:extLst>
            </p:cNvPr>
            <p:cNvSpPr>
              <a:spLocks/>
            </p:cNvSpPr>
            <p:nvPr/>
          </p:nvSpPr>
          <p:spPr bwMode="auto">
            <a:xfrm>
              <a:off x="7601040" y="2305432"/>
              <a:ext cx="130192" cy="126928"/>
            </a:xfrm>
            <a:custGeom>
              <a:avLst/>
              <a:gdLst>
                <a:gd name="T0" fmla="*/ 537 w 1075"/>
                <a:gd name="T1" fmla="*/ 0 h 1051"/>
                <a:gd name="T2" fmla="*/ 703 w 1075"/>
                <a:gd name="T3" fmla="*/ 345 h 1051"/>
                <a:gd name="T4" fmla="*/ 1075 w 1075"/>
                <a:gd name="T5" fmla="*/ 401 h 1051"/>
                <a:gd name="T6" fmla="*/ 806 w 1075"/>
                <a:gd name="T7" fmla="*/ 671 h 1051"/>
                <a:gd name="T8" fmla="*/ 869 w 1075"/>
                <a:gd name="T9" fmla="*/ 1051 h 1051"/>
                <a:gd name="T10" fmla="*/ 537 w 1075"/>
                <a:gd name="T11" fmla="*/ 872 h 1051"/>
                <a:gd name="T12" fmla="*/ 205 w 1075"/>
                <a:gd name="T13" fmla="*/ 1051 h 1051"/>
                <a:gd name="T14" fmla="*/ 268 w 1075"/>
                <a:gd name="T15" fmla="*/ 671 h 1051"/>
                <a:gd name="T16" fmla="*/ 0 w 1075"/>
                <a:gd name="T17" fmla="*/ 401 h 1051"/>
                <a:gd name="T18" fmla="*/ 371 w 1075"/>
                <a:gd name="T19" fmla="*/ 345 h 1051"/>
                <a:gd name="T20" fmla="*/ 537 w 1075"/>
                <a:gd name="T21" fmla="*/ 0 h 10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75" h="1051">
                  <a:moveTo>
                    <a:pt x="537" y="0"/>
                  </a:moveTo>
                  <a:lnTo>
                    <a:pt x="703" y="345"/>
                  </a:lnTo>
                  <a:lnTo>
                    <a:pt x="1075" y="401"/>
                  </a:lnTo>
                  <a:lnTo>
                    <a:pt x="806" y="671"/>
                  </a:lnTo>
                  <a:lnTo>
                    <a:pt x="869" y="1051"/>
                  </a:lnTo>
                  <a:lnTo>
                    <a:pt x="537" y="872"/>
                  </a:lnTo>
                  <a:lnTo>
                    <a:pt x="205" y="1051"/>
                  </a:lnTo>
                  <a:lnTo>
                    <a:pt x="268" y="671"/>
                  </a:lnTo>
                  <a:lnTo>
                    <a:pt x="0" y="401"/>
                  </a:lnTo>
                  <a:lnTo>
                    <a:pt x="371" y="345"/>
                  </a:lnTo>
                  <a:lnTo>
                    <a:pt x="537" y="0"/>
                  </a:lnTo>
                  <a:close/>
                </a:path>
              </a:pathLst>
            </a:custGeom>
            <a:grpFill/>
            <a:ln w="0">
              <a:noFill/>
              <a:prstDash val="solid"/>
              <a:round/>
              <a:headEnd/>
              <a:tailEnd/>
            </a:ln>
          </p:spPr>
          <p:txBody>
            <a:bodyPr lIns="68580" tIns="34290" rIns="68580" bIns="34290" anchor="ctr"/>
            <a:lstStyle/>
            <a:p>
              <a:pPr>
                <a:defRPr/>
              </a:pPr>
              <a:endParaRPr lang="en-IN" sz="1350" kern="0">
                <a:solidFill>
                  <a:prstClr val="black"/>
                </a:solidFill>
              </a:endParaRPr>
            </a:p>
          </p:txBody>
        </p:sp>
      </p:grpSp>
      <p:sp>
        <p:nvSpPr>
          <p:cNvPr id="26" name="TextBox 25">
            <a:extLst>
              <a:ext uri="{FF2B5EF4-FFF2-40B4-BE49-F238E27FC236}">
                <a16:creationId xmlns:a16="http://schemas.microsoft.com/office/drawing/2014/main" id="{0A68832A-2A54-3D09-1870-7BA2B085DF7C}"/>
              </a:ext>
            </a:extLst>
          </p:cNvPr>
          <p:cNvSpPr txBox="1"/>
          <p:nvPr/>
        </p:nvSpPr>
        <p:spPr>
          <a:xfrm>
            <a:off x="2667000" y="228600"/>
            <a:ext cx="7543800" cy="754063"/>
          </a:xfrm>
          <a:prstGeom prst="rect">
            <a:avLst/>
          </a:prstGeom>
          <a:noFill/>
        </p:spPr>
        <p:txBody>
          <a:bodyPr/>
          <a:lstStyle/>
          <a:p>
            <a:pPr>
              <a:defRPr/>
            </a:pPr>
            <a:r>
              <a:rPr lang="en-IN" sz="1400" b="1" dirty="0">
                <a:solidFill>
                  <a:srgbClr val="2B6E74"/>
                </a:solidFill>
                <a:latin typeface="72 Black" panose="020B0A04030603020204" pitchFamily="34" charset="0"/>
                <a:cs typeface="72 Black" panose="020B0A04030603020204" pitchFamily="34" charset="0"/>
              </a:rPr>
              <a:t>PERSONAL PROFILE</a:t>
            </a:r>
          </a:p>
          <a:p>
            <a:pPr>
              <a:defRPr/>
            </a:pPr>
            <a:r>
              <a:rPr lang="en-IN" b="1" cap="small" dirty="0">
                <a:solidFill>
                  <a:srgbClr val="000000"/>
                </a:solidFill>
                <a:latin typeface="EMprint Semibold" panose="020B0703020204020204" pitchFamily="34" charset="0"/>
                <a:ea typeface="EMprint Semibold" panose="020B0703020204020204" pitchFamily="34" charset="0"/>
              </a:rPr>
              <a:t>Bill </a:t>
            </a:r>
            <a:r>
              <a:rPr lang="en-IN" b="1" cap="small" dirty="0" err="1">
                <a:solidFill>
                  <a:srgbClr val="000000"/>
                </a:solidFill>
                <a:latin typeface="EMprint Semibold" panose="020B0703020204020204" pitchFamily="34" charset="0"/>
                <a:ea typeface="EMprint Semibold" panose="020B0703020204020204" pitchFamily="34" charset="0"/>
              </a:rPr>
              <a:t>Docter</a:t>
            </a:r>
            <a:endParaRPr lang="en-IN" b="1" cap="small" dirty="0">
              <a:solidFill>
                <a:srgbClr val="000000"/>
              </a:solidFill>
              <a:latin typeface="EMprint Semibold" panose="020B0703020204020204" pitchFamily="34" charset="0"/>
              <a:ea typeface="EMprint Semibold" panose="020B0703020204020204" pitchFamily="34" charset="0"/>
              <a:cs typeface="Calibri"/>
            </a:endParaRPr>
          </a:p>
          <a:p>
            <a:pPr marL="171450" indent="-171450">
              <a:buFont typeface="Arial" panose="020B0604020202020204" pitchFamily="34" charset="0"/>
              <a:buChar char="•"/>
              <a:defRPr/>
            </a:pPr>
            <a:r>
              <a:rPr lang="en-IN" sz="1100" dirty="0">
                <a:solidFill>
                  <a:srgbClr val="000000"/>
                </a:solidFill>
                <a:latin typeface="EMprint Semibold" panose="020B0703020204020204" pitchFamily="34" charset="0"/>
                <a:ea typeface="EMprint Semibold" panose="020B0703020204020204" pitchFamily="34" charset="0"/>
              </a:rPr>
              <a:t>Senior Real Time Optimization (RTO) Expert (= Process Control + Flowsheet Modelling + Economics + Automation) </a:t>
            </a:r>
            <a:endParaRPr lang="en-IN" sz="1600" dirty="0">
              <a:solidFill>
                <a:srgbClr val="2B6E74"/>
              </a:solidFill>
              <a:latin typeface="EMprint Semibold" panose="020B0703020204020204" pitchFamily="34" charset="0"/>
              <a:ea typeface="EMprint Semibold" panose="020B0703020204020204" pitchFamily="34" charset="0"/>
            </a:endParaRPr>
          </a:p>
        </p:txBody>
      </p:sp>
      <p:sp>
        <p:nvSpPr>
          <p:cNvPr id="28" name="Freeform 96">
            <a:extLst>
              <a:ext uri="{FF2B5EF4-FFF2-40B4-BE49-F238E27FC236}">
                <a16:creationId xmlns:a16="http://schemas.microsoft.com/office/drawing/2014/main" id="{1F8CBCBB-993F-6E94-33BE-6A8BC8DB07D6}"/>
              </a:ext>
            </a:extLst>
          </p:cNvPr>
          <p:cNvSpPr>
            <a:spLocks/>
          </p:cNvSpPr>
          <p:nvPr/>
        </p:nvSpPr>
        <p:spPr bwMode="auto">
          <a:xfrm>
            <a:off x="1287463" y="827088"/>
            <a:ext cx="825500" cy="1481137"/>
          </a:xfrm>
          <a:custGeom>
            <a:avLst/>
            <a:gdLst>
              <a:gd name="T0" fmla="*/ 908 w 908"/>
              <a:gd name="T1" fmla="*/ 0 h 855"/>
              <a:gd name="T2" fmla="*/ 836 w 908"/>
              <a:gd name="T3" fmla="*/ 0 h 855"/>
              <a:gd name="T4" fmla="*/ 848 w 908"/>
              <a:gd name="T5" fmla="*/ 682 h 855"/>
              <a:gd name="T6" fmla="*/ 432 w 908"/>
              <a:gd name="T7" fmla="*/ 855 h 855"/>
              <a:gd name="T8" fmla="*/ 0 w 908"/>
              <a:gd name="T9" fmla="*/ 422 h 855"/>
              <a:gd name="T10" fmla="*/ 0 w 908"/>
              <a:gd name="T11" fmla="*/ 77 h 855"/>
              <a:gd name="connsiteX0" fmla="*/ 10000 w 10000"/>
              <a:gd name="connsiteY0" fmla="*/ 0 h 10000"/>
              <a:gd name="connsiteX1" fmla="*/ 9207 w 10000"/>
              <a:gd name="connsiteY1" fmla="*/ 0 h 10000"/>
              <a:gd name="connsiteX2" fmla="*/ 9339 w 10000"/>
              <a:gd name="connsiteY2" fmla="*/ 7977 h 10000"/>
              <a:gd name="connsiteX3" fmla="*/ 4758 w 10000"/>
              <a:gd name="connsiteY3" fmla="*/ 10000 h 10000"/>
              <a:gd name="connsiteX4" fmla="*/ 0 w 10000"/>
              <a:gd name="connsiteY4" fmla="*/ 4936 h 10000"/>
              <a:gd name="connsiteX0" fmla="*/ 5242 w 5242"/>
              <a:gd name="connsiteY0" fmla="*/ 0 h 10000"/>
              <a:gd name="connsiteX1" fmla="*/ 4449 w 5242"/>
              <a:gd name="connsiteY1" fmla="*/ 0 h 10000"/>
              <a:gd name="connsiteX2" fmla="*/ 4581 w 5242"/>
              <a:gd name="connsiteY2" fmla="*/ 7977 h 10000"/>
              <a:gd name="connsiteX3" fmla="*/ 0 w 5242"/>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242" h="10000">
                <a:moveTo>
                  <a:pt x="5242" y="0"/>
                </a:moveTo>
                <a:lnTo>
                  <a:pt x="4449" y="0"/>
                </a:lnTo>
                <a:lnTo>
                  <a:pt x="4581" y="7977"/>
                </a:lnTo>
                <a:cubicBezTo>
                  <a:pt x="2830" y="8094"/>
                  <a:pt x="1233" y="8830"/>
                  <a:pt x="0" y="10000"/>
                </a:cubicBezTo>
              </a:path>
            </a:pathLst>
          </a:custGeom>
          <a:noFill/>
          <a:ln w="25400" cap="rnd">
            <a:solidFill>
              <a:srgbClr val="2B6E74"/>
            </a:solidFill>
            <a:prstDash val="solid"/>
            <a:miter lim="800000"/>
            <a:headEnd/>
            <a:tailEnd/>
          </a:ln>
        </p:spPr>
        <p:txBody>
          <a:bodyPr lIns="68580" tIns="34290" rIns="68580" bIns="34290" anchor="ctr"/>
          <a:lstStyle/>
          <a:p>
            <a:pPr>
              <a:defRPr/>
            </a:pPr>
            <a:endParaRPr lang="en-IN" sz="1350" kern="0">
              <a:solidFill>
                <a:prstClr val="black"/>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Rectangle 71">
            <a:extLst>
              <a:ext uri="{FF2B5EF4-FFF2-40B4-BE49-F238E27FC236}">
                <a16:creationId xmlns:a16="http://schemas.microsoft.com/office/drawing/2014/main" id="{8C4C237A-39B4-6F81-BD4E-C49259FE73B4}"/>
              </a:ext>
            </a:extLst>
          </p:cNvPr>
          <p:cNvSpPr/>
          <p:nvPr/>
        </p:nvSpPr>
        <p:spPr bwMode="auto">
          <a:xfrm>
            <a:off x="127000" y="1327150"/>
            <a:ext cx="4537075" cy="3554413"/>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a:lstStyle/>
          <a:p>
            <a:pPr>
              <a:defRPr/>
            </a:pPr>
            <a:endParaRPr lang="en-US" dirty="0"/>
          </a:p>
        </p:txBody>
      </p:sp>
      <p:sp>
        <p:nvSpPr>
          <p:cNvPr id="39939" name="Slide Number Placeholder 1">
            <a:extLst>
              <a:ext uri="{FF2B5EF4-FFF2-40B4-BE49-F238E27FC236}">
                <a16:creationId xmlns:a16="http://schemas.microsoft.com/office/drawing/2014/main" id="{A2FAA66D-B315-E30D-73B7-68BD2B265244}"/>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F9FE9BB-1F9F-4472-AFCB-786E9F6C8975}" type="slidenum">
              <a:rPr lang="en-US" altLang="en-US" sz="1400" smtClean="0"/>
              <a:pPr>
                <a:spcBef>
                  <a:spcPct val="0"/>
                </a:spcBef>
                <a:buFontTx/>
                <a:buNone/>
              </a:pPr>
              <a:t>5</a:t>
            </a:fld>
            <a:endParaRPr lang="en-US" altLang="en-US" sz="1400"/>
          </a:p>
        </p:txBody>
      </p:sp>
      <p:pic>
        <p:nvPicPr>
          <p:cNvPr id="39940" name="Picture 2" descr="C:\Users\WADOCTE\AppData\Local\Temp\SNAGHTMLfca2e18.PNG">
            <a:extLst>
              <a:ext uri="{FF2B5EF4-FFF2-40B4-BE49-F238E27FC236}">
                <a16:creationId xmlns:a16="http://schemas.microsoft.com/office/drawing/2014/main" id="{B5A84FB9-DD7F-9F7A-51F4-F399D13A47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8763" y="990600"/>
            <a:ext cx="2357437"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Freeform 101">
            <a:extLst>
              <a:ext uri="{FF2B5EF4-FFF2-40B4-BE49-F238E27FC236}">
                <a16:creationId xmlns:a16="http://schemas.microsoft.com/office/drawing/2014/main" id="{83DFB40C-57D8-63BB-E254-E6B601368EC3}"/>
              </a:ext>
            </a:extLst>
          </p:cNvPr>
          <p:cNvSpPr>
            <a:spLocks/>
          </p:cNvSpPr>
          <p:nvPr/>
        </p:nvSpPr>
        <p:spPr bwMode="auto">
          <a:xfrm>
            <a:off x="6543675" y="1136650"/>
            <a:ext cx="2813050" cy="1749425"/>
          </a:xfrm>
          <a:custGeom>
            <a:avLst/>
            <a:gdLst>
              <a:gd name="T0" fmla="*/ 1596 w 1596"/>
              <a:gd name="T1" fmla="*/ 1009 h 1009"/>
              <a:gd name="T2" fmla="*/ 1423 w 1596"/>
              <a:gd name="T3" fmla="*/ 594 h 1009"/>
              <a:gd name="T4" fmla="*/ 0 w 1596"/>
              <a:gd name="T5" fmla="*/ 594 h 1009"/>
              <a:gd name="T6" fmla="*/ 0 w 1596"/>
              <a:gd name="T7" fmla="*/ 0 h 1009"/>
            </a:gdLst>
            <a:ahLst/>
            <a:cxnLst>
              <a:cxn ang="0">
                <a:pos x="T0" y="T1"/>
              </a:cxn>
              <a:cxn ang="0">
                <a:pos x="T2" y="T3"/>
              </a:cxn>
              <a:cxn ang="0">
                <a:pos x="T4" y="T5"/>
              </a:cxn>
              <a:cxn ang="0">
                <a:pos x="T6" y="T7"/>
              </a:cxn>
            </a:cxnLst>
            <a:rect l="0" t="0" r="r" b="b"/>
            <a:pathLst>
              <a:path w="1596" h="1009">
                <a:moveTo>
                  <a:pt x="1596" y="1009"/>
                </a:moveTo>
                <a:cubicBezTo>
                  <a:pt x="1496" y="897"/>
                  <a:pt x="1433" y="753"/>
                  <a:pt x="1423" y="594"/>
                </a:cubicBezTo>
                <a:cubicBezTo>
                  <a:pt x="0" y="594"/>
                  <a:pt x="0" y="594"/>
                  <a:pt x="0" y="594"/>
                </a:cubicBezTo>
                <a:cubicBezTo>
                  <a:pt x="0" y="0"/>
                  <a:pt x="0" y="0"/>
                  <a:pt x="0" y="0"/>
                </a:cubicBezTo>
              </a:path>
            </a:pathLst>
          </a:custGeom>
          <a:noFill/>
          <a:ln w="25400" cap="rnd">
            <a:solidFill>
              <a:srgbClr val="D62900"/>
            </a:solidFill>
            <a:prstDash val="solid"/>
            <a:miter lim="800000"/>
            <a:headEnd/>
            <a:tailEnd/>
          </a:ln>
        </p:spPr>
        <p:txBody>
          <a:bodyPr lIns="68580" tIns="34290" rIns="68580" bIns="34290" anchor="ctr"/>
          <a:lstStyle/>
          <a:p>
            <a:pPr>
              <a:defRPr/>
            </a:pPr>
            <a:endParaRPr lang="en-IN" sz="1350" kern="0">
              <a:solidFill>
                <a:prstClr val="black"/>
              </a:solidFill>
            </a:endParaRPr>
          </a:p>
        </p:txBody>
      </p:sp>
      <p:sp>
        <p:nvSpPr>
          <p:cNvPr id="13" name="Freeform 102">
            <a:extLst>
              <a:ext uri="{FF2B5EF4-FFF2-40B4-BE49-F238E27FC236}">
                <a16:creationId xmlns:a16="http://schemas.microsoft.com/office/drawing/2014/main" id="{7C9D3AF4-0B0D-8EAC-E8DB-E7D4A866BB07}"/>
              </a:ext>
            </a:extLst>
          </p:cNvPr>
          <p:cNvSpPr>
            <a:spLocks/>
          </p:cNvSpPr>
          <p:nvPr/>
        </p:nvSpPr>
        <p:spPr bwMode="auto">
          <a:xfrm>
            <a:off x="8548688" y="3009900"/>
            <a:ext cx="1631950" cy="563563"/>
          </a:xfrm>
          <a:custGeom>
            <a:avLst/>
            <a:gdLst>
              <a:gd name="T0" fmla="*/ 941 w 941"/>
              <a:gd name="T1" fmla="*/ 172 h 325"/>
              <a:gd name="T2" fmla="*/ 525 w 941"/>
              <a:gd name="T3" fmla="*/ 0 h 325"/>
              <a:gd name="T4" fmla="*/ 188 w 941"/>
              <a:gd name="T5" fmla="*/ 325 h 325"/>
              <a:gd name="T6" fmla="*/ 0 w 941"/>
              <a:gd name="T7" fmla="*/ 325 h 325"/>
            </a:gdLst>
            <a:ahLst/>
            <a:cxnLst>
              <a:cxn ang="0">
                <a:pos x="T0" y="T1"/>
              </a:cxn>
              <a:cxn ang="0">
                <a:pos x="T2" y="T3"/>
              </a:cxn>
              <a:cxn ang="0">
                <a:pos x="T4" y="T5"/>
              </a:cxn>
              <a:cxn ang="0">
                <a:pos x="T6" y="T7"/>
              </a:cxn>
            </a:cxnLst>
            <a:rect l="0" t="0" r="r" b="b"/>
            <a:pathLst>
              <a:path w="941" h="325">
                <a:moveTo>
                  <a:pt x="941" y="172"/>
                </a:moveTo>
                <a:cubicBezTo>
                  <a:pt x="782" y="162"/>
                  <a:pt x="637" y="99"/>
                  <a:pt x="525" y="0"/>
                </a:cubicBezTo>
                <a:cubicBezTo>
                  <a:pt x="188" y="325"/>
                  <a:pt x="188" y="325"/>
                  <a:pt x="188" y="325"/>
                </a:cubicBezTo>
                <a:cubicBezTo>
                  <a:pt x="0" y="325"/>
                  <a:pt x="0" y="325"/>
                  <a:pt x="0" y="325"/>
                </a:cubicBezTo>
              </a:path>
            </a:pathLst>
          </a:custGeom>
          <a:noFill/>
          <a:ln w="25400" cap="rnd">
            <a:solidFill>
              <a:srgbClr val="3D424E"/>
            </a:solidFill>
            <a:prstDash val="solid"/>
            <a:miter lim="800000"/>
            <a:headEnd/>
            <a:tailEnd/>
          </a:ln>
        </p:spPr>
        <p:txBody>
          <a:bodyPr lIns="68580" tIns="34290" rIns="68580" bIns="34290" anchor="ctr"/>
          <a:lstStyle/>
          <a:p>
            <a:pPr>
              <a:defRPr/>
            </a:pPr>
            <a:endParaRPr lang="en-IN" sz="1350" kern="0">
              <a:solidFill>
                <a:prstClr val="black"/>
              </a:solidFill>
            </a:endParaRPr>
          </a:p>
        </p:txBody>
      </p:sp>
      <p:grpSp>
        <p:nvGrpSpPr>
          <p:cNvPr id="39943" name="Group 18">
            <a:extLst>
              <a:ext uri="{FF2B5EF4-FFF2-40B4-BE49-F238E27FC236}">
                <a16:creationId xmlns:a16="http://schemas.microsoft.com/office/drawing/2014/main" id="{9DC86701-9F21-32FF-262E-BA5B8CCD874F}"/>
              </a:ext>
            </a:extLst>
          </p:cNvPr>
          <p:cNvGrpSpPr>
            <a:grpSpLocks/>
          </p:cNvGrpSpPr>
          <p:nvPr/>
        </p:nvGrpSpPr>
        <p:grpSpPr bwMode="auto">
          <a:xfrm>
            <a:off x="6662738" y="1111250"/>
            <a:ext cx="400050" cy="379413"/>
            <a:chOff x="7446562" y="6184552"/>
            <a:chExt cx="375166" cy="355661"/>
          </a:xfrm>
        </p:grpSpPr>
        <p:sp>
          <p:nvSpPr>
            <p:cNvPr id="20" name="Freeform 50">
              <a:extLst>
                <a:ext uri="{FF2B5EF4-FFF2-40B4-BE49-F238E27FC236}">
                  <a16:creationId xmlns:a16="http://schemas.microsoft.com/office/drawing/2014/main" id="{E5426CC0-D4BC-C36A-FD00-23CE068C6542}"/>
                </a:ext>
              </a:extLst>
            </p:cNvPr>
            <p:cNvSpPr>
              <a:spLocks/>
            </p:cNvSpPr>
            <p:nvPr/>
          </p:nvSpPr>
          <p:spPr bwMode="auto">
            <a:xfrm flipH="1">
              <a:off x="7446562" y="6215803"/>
              <a:ext cx="159296" cy="142859"/>
            </a:xfrm>
            <a:custGeom>
              <a:avLst/>
              <a:gdLst>
                <a:gd name="T0" fmla="*/ 263 w 1747"/>
                <a:gd name="T1" fmla="*/ 0 h 1561"/>
                <a:gd name="T2" fmla="*/ 299 w 1747"/>
                <a:gd name="T3" fmla="*/ 4 h 1561"/>
                <a:gd name="T4" fmla="*/ 335 w 1747"/>
                <a:gd name="T5" fmla="*/ 13 h 1561"/>
                <a:gd name="T6" fmla="*/ 369 w 1747"/>
                <a:gd name="T7" fmla="*/ 29 h 1561"/>
                <a:gd name="T8" fmla="*/ 1640 w 1747"/>
                <a:gd name="T9" fmla="*/ 755 h 1561"/>
                <a:gd name="T10" fmla="*/ 1666 w 1747"/>
                <a:gd name="T11" fmla="*/ 774 h 1561"/>
                <a:gd name="T12" fmla="*/ 1689 w 1747"/>
                <a:gd name="T13" fmla="*/ 795 h 1561"/>
                <a:gd name="T14" fmla="*/ 1709 w 1747"/>
                <a:gd name="T15" fmla="*/ 821 h 1561"/>
                <a:gd name="T16" fmla="*/ 1725 w 1747"/>
                <a:gd name="T17" fmla="*/ 849 h 1561"/>
                <a:gd name="T18" fmla="*/ 1747 w 1747"/>
                <a:gd name="T19" fmla="*/ 997 h 1561"/>
                <a:gd name="T20" fmla="*/ 616 w 1747"/>
                <a:gd name="T21" fmla="*/ 1561 h 1561"/>
                <a:gd name="T22" fmla="*/ 0 w 1747"/>
                <a:gd name="T23" fmla="*/ 119 h 1561"/>
                <a:gd name="T24" fmla="*/ 157 w 1747"/>
                <a:gd name="T25" fmla="*/ 29 h 1561"/>
                <a:gd name="T26" fmla="*/ 192 w 1747"/>
                <a:gd name="T27" fmla="*/ 13 h 1561"/>
                <a:gd name="T28" fmla="*/ 227 w 1747"/>
                <a:gd name="T29" fmla="*/ 4 h 1561"/>
                <a:gd name="T30" fmla="*/ 263 w 1747"/>
                <a:gd name="T31" fmla="*/ 0 h 15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47" h="1561">
                  <a:moveTo>
                    <a:pt x="263" y="0"/>
                  </a:moveTo>
                  <a:lnTo>
                    <a:pt x="299" y="4"/>
                  </a:lnTo>
                  <a:lnTo>
                    <a:pt x="335" y="13"/>
                  </a:lnTo>
                  <a:lnTo>
                    <a:pt x="369" y="29"/>
                  </a:lnTo>
                  <a:lnTo>
                    <a:pt x="1640" y="755"/>
                  </a:lnTo>
                  <a:lnTo>
                    <a:pt x="1666" y="774"/>
                  </a:lnTo>
                  <a:lnTo>
                    <a:pt x="1689" y="795"/>
                  </a:lnTo>
                  <a:lnTo>
                    <a:pt x="1709" y="821"/>
                  </a:lnTo>
                  <a:lnTo>
                    <a:pt x="1725" y="849"/>
                  </a:lnTo>
                  <a:lnTo>
                    <a:pt x="1747" y="997"/>
                  </a:lnTo>
                  <a:lnTo>
                    <a:pt x="616" y="1561"/>
                  </a:lnTo>
                  <a:lnTo>
                    <a:pt x="0" y="119"/>
                  </a:lnTo>
                  <a:lnTo>
                    <a:pt x="157" y="29"/>
                  </a:lnTo>
                  <a:lnTo>
                    <a:pt x="192" y="13"/>
                  </a:lnTo>
                  <a:lnTo>
                    <a:pt x="227" y="4"/>
                  </a:lnTo>
                  <a:lnTo>
                    <a:pt x="263" y="0"/>
                  </a:lnTo>
                  <a:close/>
                </a:path>
              </a:pathLst>
            </a:custGeom>
            <a:solidFill>
              <a:srgbClr val="327379"/>
            </a:solidFill>
            <a:ln w="0">
              <a:noFill/>
              <a:prstDash val="solid"/>
              <a:round/>
              <a:headEnd/>
              <a:tailEnd/>
            </a:ln>
          </p:spPr>
          <p:txBody>
            <a:bodyPr lIns="68580" tIns="34290" rIns="68580" bIns="34290" anchor="ctr"/>
            <a:lstStyle/>
            <a:p>
              <a:pPr>
                <a:defRPr/>
              </a:pPr>
              <a:endParaRPr lang="en-IN" sz="1350" kern="0">
                <a:solidFill>
                  <a:prstClr val="black"/>
                </a:solidFill>
              </a:endParaRPr>
            </a:p>
          </p:txBody>
        </p:sp>
        <p:sp>
          <p:nvSpPr>
            <p:cNvPr id="21" name="Freeform 51">
              <a:extLst>
                <a:ext uri="{FF2B5EF4-FFF2-40B4-BE49-F238E27FC236}">
                  <a16:creationId xmlns:a16="http://schemas.microsoft.com/office/drawing/2014/main" id="{2494FA51-0FC8-DAA7-8798-354696E6FCBE}"/>
                </a:ext>
              </a:extLst>
            </p:cNvPr>
            <p:cNvSpPr>
              <a:spLocks/>
            </p:cNvSpPr>
            <p:nvPr/>
          </p:nvSpPr>
          <p:spPr bwMode="auto">
            <a:xfrm flipH="1">
              <a:off x="7550775" y="6308066"/>
              <a:ext cx="111656" cy="232147"/>
            </a:xfrm>
            <a:custGeom>
              <a:avLst/>
              <a:gdLst>
                <a:gd name="T0" fmla="*/ 21 w 1221"/>
                <a:gd name="T1" fmla="*/ 0 h 2542"/>
                <a:gd name="T2" fmla="*/ 1221 w 1221"/>
                <a:gd name="T3" fmla="*/ 494 h 2542"/>
                <a:gd name="T4" fmla="*/ 868 w 1221"/>
                <a:gd name="T5" fmla="*/ 1553 h 2542"/>
                <a:gd name="T6" fmla="*/ 868 w 1221"/>
                <a:gd name="T7" fmla="*/ 2542 h 2542"/>
                <a:gd name="T8" fmla="*/ 832 w 1221"/>
                <a:gd name="T9" fmla="*/ 2538 h 2542"/>
                <a:gd name="T10" fmla="*/ 796 w 1221"/>
                <a:gd name="T11" fmla="*/ 2530 h 2542"/>
                <a:gd name="T12" fmla="*/ 762 w 1221"/>
                <a:gd name="T13" fmla="*/ 2513 h 2542"/>
                <a:gd name="T14" fmla="*/ 0 w 1221"/>
                <a:gd name="T15" fmla="*/ 2078 h 2542"/>
                <a:gd name="T16" fmla="*/ 21 w 1221"/>
                <a:gd name="T17" fmla="*/ 0 h 25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21" h="2542">
                  <a:moveTo>
                    <a:pt x="21" y="0"/>
                  </a:moveTo>
                  <a:lnTo>
                    <a:pt x="1221" y="494"/>
                  </a:lnTo>
                  <a:lnTo>
                    <a:pt x="868" y="1553"/>
                  </a:lnTo>
                  <a:lnTo>
                    <a:pt x="868" y="2542"/>
                  </a:lnTo>
                  <a:lnTo>
                    <a:pt x="832" y="2538"/>
                  </a:lnTo>
                  <a:lnTo>
                    <a:pt x="796" y="2530"/>
                  </a:lnTo>
                  <a:lnTo>
                    <a:pt x="762" y="2513"/>
                  </a:lnTo>
                  <a:lnTo>
                    <a:pt x="0" y="2078"/>
                  </a:lnTo>
                  <a:lnTo>
                    <a:pt x="21" y="0"/>
                  </a:lnTo>
                  <a:close/>
                </a:path>
              </a:pathLst>
            </a:custGeom>
            <a:solidFill>
              <a:srgbClr val="327379"/>
            </a:solidFill>
            <a:ln w="0">
              <a:noFill/>
              <a:prstDash val="solid"/>
              <a:round/>
              <a:headEnd/>
              <a:tailEnd/>
            </a:ln>
          </p:spPr>
          <p:txBody>
            <a:bodyPr lIns="68580" tIns="34290" rIns="68580" bIns="34290" anchor="ctr"/>
            <a:lstStyle/>
            <a:p>
              <a:pPr>
                <a:defRPr/>
              </a:pPr>
              <a:endParaRPr lang="en-IN" sz="1350" kern="0">
                <a:solidFill>
                  <a:prstClr val="black"/>
                </a:solidFill>
              </a:endParaRPr>
            </a:p>
          </p:txBody>
        </p:sp>
        <p:sp>
          <p:nvSpPr>
            <p:cNvPr id="22" name="Freeform 52">
              <a:extLst>
                <a:ext uri="{FF2B5EF4-FFF2-40B4-BE49-F238E27FC236}">
                  <a16:creationId xmlns:a16="http://schemas.microsoft.com/office/drawing/2014/main" id="{8AB79075-C62F-4A0C-2763-27DD7388A533}"/>
                </a:ext>
              </a:extLst>
            </p:cNvPr>
            <p:cNvSpPr>
              <a:spLocks/>
            </p:cNvSpPr>
            <p:nvPr/>
          </p:nvSpPr>
          <p:spPr bwMode="auto">
            <a:xfrm flipH="1">
              <a:off x="7446562" y="6293185"/>
              <a:ext cx="135476" cy="247028"/>
            </a:xfrm>
            <a:custGeom>
              <a:avLst/>
              <a:gdLst>
                <a:gd name="T0" fmla="*/ 1462 w 1484"/>
                <a:gd name="T1" fmla="*/ 0 h 2690"/>
                <a:gd name="T2" fmla="*/ 1474 w 1484"/>
                <a:gd name="T3" fmla="*/ 30 h 2690"/>
                <a:gd name="T4" fmla="*/ 1481 w 1484"/>
                <a:gd name="T5" fmla="*/ 59 h 2690"/>
                <a:gd name="T6" fmla="*/ 1484 w 1484"/>
                <a:gd name="T7" fmla="*/ 91 h 2690"/>
                <a:gd name="T8" fmla="*/ 1484 w 1484"/>
                <a:gd name="T9" fmla="*/ 1751 h 2690"/>
                <a:gd name="T10" fmla="*/ 1480 w 1484"/>
                <a:gd name="T11" fmla="*/ 1790 h 2690"/>
                <a:gd name="T12" fmla="*/ 1470 w 1484"/>
                <a:gd name="T13" fmla="*/ 1824 h 2690"/>
                <a:gd name="T14" fmla="*/ 1455 w 1484"/>
                <a:gd name="T15" fmla="*/ 1858 h 2690"/>
                <a:gd name="T16" fmla="*/ 1434 w 1484"/>
                <a:gd name="T17" fmla="*/ 1888 h 2690"/>
                <a:gd name="T18" fmla="*/ 1408 w 1484"/>
                <a:gd name="T19" fmla="*/ 1914 h 2690"/>
                <a:gd name="T20" fmla="*/ 1377 w 1484"/>
                <a:gd name="T21" fmla="*/ 1935 h 2690"/>
                <a:gd name="T22" fmla="*/ 106 w 1484"/>
                <a:gd name="T23" fmla="*/ 2661 h 2690"/>
                <a:gd name="T24" fmla="*/ 72 w 1484"/>
                <a:gd name="T25" fmla="*/ 2678 h 2690"/>
                <a:gd name="T26" fmla="*/ 36 w 1484"/>
                <a:gd name="T27" fmla="*/ 2686 h 2690"/>
                <a:gd name="T28" fmla="*/ 0 w 1484"/>
                <a:gd name="T29" fmla="*/ 2690 h 2690"/>
                <a:gd name="T30" fmla="*/ 0 w 1484"/>
                <a:gd name="T31" fmla="*/ 1730 h 2690"/>
                <a:gd name="T32" fmla="*/ 353 w 1484"/>
                <a:gd name="T33" fmla="*/ 634 h 2690"/>
                <a:gd name="T34" fmla="*/ 1462 w 1484"/>
                <a:gd name="T35" fmla="*/ 0 h 2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84" h="2690">
                  <a:moveTo>
                    <a:pt x="1462" y="0"/>
                  </a:moveTo>
                  <a:lnTo>
                    <a:pt x="1474" y="30"/>
                  </a:lnTo>
                  <a:lnTo>
                    <a:pt x="1481" y="59"/>
                  </a:lnTo>
                  <a:lnTo>
                    <a:pt x="1484" y="91"/>
                  </a:lnTo>
                  <a:lnTo>
                    <a:pt x="1484" y="1751"/>
                  </a:lnTo>
                  <a:lnTo>
                    <a:pt x="1480" y="1790"/>
                  </a:lnTo>
                  <a:lnTo>
                    <a:pt x="1470" y="1824"/>
                  </a:lnTo>
                  <a:lnTo>
                    <a:pt x="1455" y="1858"/>
                  </a:lnTo>
                  <a:lnTo>
                    <a:pt x="1434" y="1888"/>
                  </a:lnTo>
                  <a:lnTo>
                    <a:pt x="1408" y="1914"/>
                  </a:lnTo>
                  <a:lnTo>
                    <a:pt x="1377" y="1935"/>
                  </a:lnTo>
                  <a:lnTo>
                    <a:pt x="106" y="2661"/>
                  </a:lnTo>
                  <a:lnTo>
                    <a:pt x="72" y="2678"/>
                  </a:lnTo>
                  <a:lnTo>
                    <a:pt x="36" y="2686"/>
                  </a:lnTo>
                  <a:lnTo>
                    <a:pt x="0" y="2690"/>
                  </a:lnTo>
                  <a:lnTo>
                    <a:pt x="0" y="1730"/>
                  </a:lnTo>
                  <a:lnTo>
                    <a:pt x="353" y="634"/>
                  </a:lnTo>
                  <a:lnTo>
                    <a:pt x="1462" y="0"/>
                  </a:lnTo>
                  <a:close/>
                </a:path>
              </a:pathLst>
            </a:custGeom>
            <a:solidFill>
              <a:srgbClr val="D62900"/>
            </a:solidFill>
            <a:ln w="0">
              <a:noFill/>
              <a:prstDash val="solid"/>
              <a:round/>
              <a:headEnd/>
              <a:tailEnd/>
            </a:ln>
          </p:spPr>
          <p:txBody>
            <a:bodyPr lIns="68580" tIns="34290" rIns="68580" bIns="34290" anchor="ctr"/>
            <a:lstStyle/>
            <a:p>
              <a:pPr>
                <a:defRPr/>
              </a:pPr>
              <a:endParaRPr lang="en-IN" sz="1350" kern="0">
                <a:solidFill>
                  <a:prstClr val="black"/>
                </a:solidFill>
              </a:endParaRPr>
            </a:p>
          </p:txBody>
        </p:sp>
        <p:sp>
          <p:nvSpPr>
            <p:cNvPr id="23" name="Freeform 53">
              <a:extLst>
                <a:ext uri="{FF2B5EF4-FFF2-40B4-BE49-F238E27FC236}">
                  <a16:creationId xmlns:a16="http://schemas.microsoft.com/office/drawing/2014/main" id="{6B38CDB6-2BF5-B9D6-FB25-3F5392971DA1}"/>
                </a:ext>
              </a:extLst>
            </p:cNvPr>
            <p:cNvSpPr>
              <a:spLocks/>
            </p:cNvSpPr>
            <p:nvPr/>
          </p:nvSpPr>
          <p:spPr bwMode="auto">
            <a:xfrm flipH="1">
              <a:off x="7550775" y="6254494"/>
              <a:ext cx="270953" cy="254468"/>
            </a:xfrm>
            <a:custGeom>
              <a:avLst/>
              <a:gdLst>
                <a:gd name="T0" fmla="*/ 2817 w 2966"/>
                <a:gd name="T1" fmla="*/ 3 h 2770"/>
                <a:gd name="T2" fmla="*/ 2859 w 2966"/>
                <a:gd name="T3" fmla="*/ 18 h 2770"/>
                <a:gd name="T4" fmla="*/ 2896 w 2966"/>
                <a:gd name="T5" fmla="*/ 40 h 2770"/>
                <a:gd name="T6" fmla="*/ 2926 w 2966"/>
                <a:gd name="T7" fmla="*/ 64 h 2770"/>
                <a:gd name="T8" fmla="*/ 2942 w 2966"/>
                <a:gd name="T9" fmla="*/ 78 h 2770"/>
                <a:gd name="T10" fmla="*/ 2946 w 2966"/>
                <a:gd name="T11" fmla="*/ 80 h 2770"/>
                <a:gd name="T12" fmla="*/ 2964 w 2966"/>
                <a:gd name="T13" fmla="*/ 139 h 2770"/>
                <a:gd name="T14" fmla="*/ 2966 w 2966"/>
                <a:gd name="T15" fmla="*/ 1832 h 2770"/>
                <a:gd name="T16" fmla="*/ 2952 w 2966"/>
                <a:gd name="T17" fmla="*/ 1904 h 2770"/>
                <a:gd name="T18" fmla="*/ 2916 w 2966"/>
                <a:gd name="T19" fmla="*/ 1968 h 2770"/>
                <a:gd name="T20" fmla="*/ 2859 w 2966"/>
                <a:gd name="T21" fmla="*/ 2016 h 2770"/>
                <a:gd name="T22" fmla="*/ 1555 w 2966"/>
                <a:gd name="T23" fmla="*/ 2758 h 2770"/>
                <a:gd name="T24" fmla="*/ 1482 w 2966"/>
                <a:gd name="T25" fmla="*/ 2770 h 2770"/>
                <a:gd name="T26" fmla="*/ 1412 w 2966"/>
                <a:gd name="T27" fmla="*/ 2758 h 2770"/>
                <a:gd name="T28" fmla="*/ 107 w 2966"/>
                <a:gd name="T29" fmla="*/ 2016 h 2770"/>
                <a:gd name="T30" fmla="*/ 50 w 2966"/>
                <a:gd name="T31" fmla="*/ 1968 h 2770"/>
                <a:gd name="T32" fmla="*/ 14 w 2966"/>
                <a:gd name="T33" fmla="*/ 1904 h 2770"/>
                <a:gd name="T34" fmla="*/ 0 w 2966"/>
                <a:gd name="T35" fmla="*/ 1832 h 2770"/>
                <a:gd name="T36" fmla="*/ 2 w 2966"/>
                <a:gd name="T37" fmla="*/ 139 h 2770"/>
                <a:gd name="T38" fmla="*/ 20 w 2966"/>
                <a:gd name="T39" fmla="*/ 80 h 2770"/>
                <a:gd name="T40" fmla="*/ 75 w 2966"/>
                <a:gd name="T41" fmla="*/ 82 h 2770"/>
                <a:gd name="T42" fmla="*/ 99 w 2966"/>
                <a:gd name="T43" fmla="*/ 97 h 2770"/>
                <a:gd name="T44" fmla="*/ 147 w 2966"/>
                <a:gd name="T45" fmla="*/ 125 h 2770"/>
                <a:gd name="T46" fmla="*/ 211 w 2966"/>
                <a:gd name="T47" fmla="*/ 162 h 2770"/>
                <a:gd name="T48" fmla="*/ 291 w 2966"/>
                <a:gd name="T49" fmla="*/ 208 h 2770"/>
                <a:gd name="T50" fmla="*/ 383 w 2966"/>
                <a:gd name="T51" fmla="*/ 263 h 2770"/>
                <a:gd name="T52" fmla="*/ 486 w 2966"/>
                <a:gd name="T53" fmla="*/ 321 h 2770"/>
                <a:gd name="T54" fmla="*/ 596 w 2966"/>
                <a:gd name="T55" fmla="*/ 384 h 2770"/>
                <a:gd name="T56" fmla="*/ 710 w 2966"/>
                <a:gd name="T57" fmla="*/ 450 h 2770"/>
                <a:gd name="T58" fmla="*/ 825 w 2966"/>
                <a:gd name="T59" fmla="*/ 518 h 2770"/>
                <a:gd name="T60" fmla="*/ 939 w 2966"/>
                <a:gd name="T61" fmla="*/ 582 h 2770"/>
                <a:gd name="T62" fmla="*/ 1050 w 2966"/>
                <a:gd name="T63" fmla="*/ 646 h 2770"/>
                <a:gd name="T64" fmla="*/ 1154 w 2966"/>
                <a:gd name="T65" fmla="*/ 705 h 2770"/>
                <a:gd name="T66" fmla="*/ 1249 w 2966"/>
                <a:gd name="T67" fmla="*/ 758 h 2770"/>
                <a:gd name="T68" fmla="*/ 1331 w 2966"/>
                <a:gd name="T69" fmla="*/ 804 h 2770"/>
                <a:gd name="T70" fmla="*/ 1398 w 2966"/>
                <a:gd name="T71" fmla="*/ 841 h 2770"/>
                <a:gd name="T72" fmla="*/ 1448 w 2966"/>
                <a:gd name="T73" fmla="*/ 867 h 2770"/>
                <a:gd name="T74" fmla="*/ 1477 w 2966"/>
                <a:gd name="T75" fmla="*/ 881 h 2770"/>
                <a:gd name="T76" fmla="*/ 1489 w 2966"/>
                <a:gd name="T77" fmla="*/ 881 h 2770"/>
                <a:gd name="T78" fmla="*/ 1515 w 2966"/>
                <a:gd name="T79" fmla="*/ 865 h 2770"/>
                <a:gd name="T80" fmla="*/ 1558 w 2966"/>
                <a:gd name="T81" fmla="*/ 835 h 2770"/>
                <a:gd name="T82" fmla="*/ 1619 w 2966"/>
                <a:gd name="T83" fmla="*/ 792 h 2770"/>
                <a:gd name="T84" fmla="*/ 1693 w 2966"/>
                <a:gd name="T85" fmla="*/ 740 h 2770"/>
                <a:gd name="T86" fmla="*/ 1777 w 2966"/>
                <a:gd name="T87" fmla="*/ 678 h 2770"/>
                <a:gd name="T88" fmla="*/ 1872 w 2966"/>
                <a:gd name="T89" fmla="*/ 611 h 2770"/>
                <a:gd name="T90" fmla="*/ 1972 w 2966"/>
                <a:gd name="T91" fmla="*/ 539 h 2770"/>
                <a:gd name="T92" fmla="*/ 2078 w 2966"/>
                <a:gd name="T93" fmla="*/ 463 h 2770"/>
                <a:gd name="T94" fmla="*/ 2186 w 2966"/>
                <a:gd name="T95" fmla="*/ 386 h 2770"/>
                <a:gd name="T96" fmla="*/ 2295 w 2966"/>
                <a:gd name="T97" fmla="*/ 310 h 2770"/>
                <a:gd name="T98" fmla="*/ 2400 w 2966"/>
                <a:gd name="T99" fmla="*/ 238 h 2770"/>
                <a:gd name="T100" fmla="*/ 2501 w 2966"/>
                <a:gd name="T101" fmla="*/ 169 h 2770"/>
                <a:gd name="T102" fmla="*/ 2595 w 2966"/>
                <a:gd name="T103" fmla="*/ 107 h 2770"/>
                <a:gd name="T104" fmla="*/ 2680 w 2966"/>
                <a:gd name="T105" fmla="*/ 54 h 2770"/>
                <a:gd name="T106" fmla="*/ 2755 w 2966"/>
                <a:gd name="T107" fmla="*/ 10 h 2770"/>
                <a:gd name="T108" fmla="*/ 2796 w 2966"/>
                <a:gd name="T109" fmla="*/ 0 h 2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966" h="2770">
                  <a:moveTo>
                    <a:pt x="2796" y="0"/>
                  </a:moveTo>
                  <a:lnTo>
                    <a:pt x="2817" y="3"/>
                  </a:lnTo>
                  <a:lnTo>
                    <a:pt x="2838" y="9"/>
                  </a:lnTo>
                  <a:lnTo>
                    <a:pt x="2859" y="18"/>
                  </a:lnTo>
                  <a:lnTo>
                    <a:pt x="2879" y="29"/>
                  </a:lnTo>
                  <a:lnTo>
                    <a:pt x="2896" y="40"/>
                  </a:lnTo>
                  <a:lnTo>
                    <a:pt x="2913" y="52"/>
                  </a:lnTo>
                  <a:lnTo>
                    <a:pt x="2926" y="64"/>
                  </a:lnTo>
                  <a:lnTo>
                    <a:pt x="2936" y="72"/>
                  </a:lnTo>
                  <a:lnTo>
                    <a:pt x="2942" y="78"/>
                  </a:lnTo>
                  <a:lnTo>
                    <a:pt x="2945" y="80"/>
                  </a:lnTo>
                  <a:lnTo>
                    <a:pt x="2946" y="80"/>
                  </a:lnTo>
                  <a:lnTo>
                    <a:pt x="2957" y="110"/>
                  </a:lnTo>
                  <a:lnTo>
                    <a:pt x="2964" y="139"/>
                  </a:lnTo>
                  <a:lnTo>
                    <a:pt x="2966" y="172"/>
                  </a:lnTo>
                  <a:lnTo>
                    <a:pt x="2966" y="1832"/>
                  </a:lnTo>
                  <a:lnTo>
                    <a:pt x="2962" y="1870"/>
                  </a:lnTo>
                  <a:lnTo>
                    <a:pt x="2952" y="1904"/>
                  </a:lnTo>
                  <a:lnTo>
                    <a:pt x="2937" y="1938"/>
                  </a:lnTo>
                  <a:lnTo>
                    <a:pt x="2916" y="1968"/>
                  </a:lnTo>
                  <a:lnTo>
                    <a:pt x="2890" y="1995"/>
                  </a:lnTo>
                  <a:lnTo>
                    <a:pt x="2859" y="2016"/>
                  </a:lnTo>
                  <a:lnTo>
                    <a:pt x="1588" y="2743"/>
                  </a:lnTo>
                  <a:lnTo>
                    <a:pt x="1555" y="2758"/>
                  </a:lnTo>
                  <a:lnTo>
                    <a:pt x="1520" y="2768"/>
                  </a:lnTo>
                  <a:lnTo>
                    <a:pt x="1482" y="2770"/>
                  </a:lnTo>
                  <a:lnTo>
                    <a:pt x="1446" y="2768"/>
                  </a:lnTo>
                  <a:lnTo>
                    <a:pt x="1412" y="2758"/>
                  </a:lnTo>
                  <a:lnTo>
                    <a:pt x="1378" y="2743"/>
                  </a:lnTo>
                  <a:lnTo>
                    <a:pt x="107" y="2016"/>
                  </a:lnTo>
                  <a:lnTo>
                    <a:pt x="76" y="1995"/>
                  </a:lnTo>
                  <a:lnTo>
                    <a:pt x="50" y="1968"/>
                  </a:lnTo>
                  <a:lnTo>
                    <a:pt x="29" y="1938"/>
                  </a:lnTo>
                  <a:lnTo>
                    <a:pt x="14" y="1904"/>
                  </a:lnTo>
                  <a:lnTo>
                    <a:pt x="4" y="1870"/>
                  </a:lnTo>
                  <a:lnTo>
                    <a:pt x="0" y="1832"/>
                  </a:lnTo>
                  <a:lnTo>
                    <a:pt x="0" y="172"/>
                  </a:lnTo>
                  <a:lnTo>
                    <a:pt x="2" y="139"/>
                  </a:lnTo>
                  <a:lnTo>
                    <a:pt x="9" y="110"/>
                  </a:lnTo>
                  <a:lnTo>
                    <a:pt x="20" y="80"/>
                  </a:lnTo>
                  <a:lnTo>
                    <a:pt x="71" y="80"/>
                  </a:lnTo>
                  <a:lnTo>
                    <a:pt x="75" y="82"/>
                  </a:lnTo>
                  <a:lnTo>
                    <a:pt x="85" y="88"/>
                  </a:lnTo>
                  <a:lnTo>
                    <a:pt x="99" y="97"/>
                  </a:lnTo>
                  <a:lnTo>
                    <a:pt x="121" y="110"/>
                  </a:lnTo>
                  <a:lnTo>
                    <a:pt x="147" y="125"/>
                  </a:lnTo>
                  <a:lnTo>
                    <a:pt x="177" y="142"/>
                  </a:lnTo>
                  <a:lnTo>
                    <a:pt x="211" y="162"/>
                  </a:lnTo>
                  <a:lnTo>
                    <a:pt x="249" y="184"/>
                  </a:lnTo>
                  <a:lnTo>
                    <a:pt x="291" y="208"/>
                  </a:lnTo>
                  <a:lnTo>
                    <a:pt x="336" y="234"/>
                  </a:lnTo>
                  <a:lnTo>
                    <a:pt x="383" y="263"/>
                  </a:lnTo>
                  <a:lnTo>
                    <a:pt x="434" y="291"/>
                  </a:lnTo>
                  <a:lnTo>
                    <a:pt x="486" y="321"/>
                  </a:lnTo>
                  <a:lnTo>
                    <a:pt x="540" y="352"/>
                  </a:lnTo>
                  <a:lnTo>
                    <a:pt x="596" y="384"/>
                  </a:lnTo>
                  <a:lnTo>
                    <a:pt x="652" y="417"/>
                  </a:lnTo>
                  <a:lnTo>
                    <a:pt x="710" y="450"/>
                  </a:lnTo>
                  <a:lnTo>
                    <a:pt x="767" y="484"/>
                  </a:lnTo>
                  <a:lnTo>
                    <a:pt x="825" y="518"/>
                  </a:lnTo>
                  <a:lnTo>
                    <a:pt x="883" y="550"/>
                  </a:lnTo>
                  <a:lnTo>
                    <a:pt x="939" y="582"/>
                  </a:lnTo>
                  <a:lnTo>
                    <a:pt x="995" y="615"/>
                  </a:lnTo>
                  <a:lnTo>
                    <a:pt x="1050" y="646"/>
                  </a:lnTo>
                  <a:lnTo>
                    <a:pt x="1103" y="675"/>
                  </a:lnTo>
                  <a:lnTo>
                    <a:pt x="1154" y="705"/>
                  </a:lnTo>
                  <a:lnTo>
                    <a:pt x="1203" y="733"/>
                  </a:lnTo>
                  <a:lnTo>
                    <a:pt x="1249" y="758"/>
                  </a:lnTo>
                  <a:lnTo>
                    <a:pt x="1291" y="782"/>
                  </a:lnTo>
                  <a:lnTo>
                    <a:pt x="1331" y="804"/>
                  </a:lnTo>
                  <a:lnTo>
                    <a:pt x="1367" y="824"/>
                  </a:lnTo>
                  <a:lnTo>
                    <a:pt x="1398" y="841"/>
                  </a:lnTo>
                  <a:lnTo>
                    <a:pt x="1425" y="856"/>
                  </a:lnTo>
                  <a:lnTo>
                    <a:pt x="1448" y="867"/>
                  </a:lnTo>
                  <a:lnTo>
                    <a:pt x="1465" y="876"/>
                  </a:lnTo>
                  <a:lnTo>
                    <a:pt x="1477" y="881"/>
                  </a:lnTo>
                  <a:lnTo>
                    <a:pt x="1482" y="882"/>
                  </a:lnTo>
                  <a:lnTo>
                    <a:pt x="1489" y="881"/>
                  </a:lnTo>
                  <a:lnTo>
                    <a:pt x="1499" y="874"/>
                  </a:lnTo>
                  <a:lnTo>
                    <a:pt x="1515" y="865"/>
                  </a:lnTo>
                  <a:lnTo>
                    <a:pt x="1535" y="851"/>
                  </a:lnTo>
                  <a:lnTo>
                    <a:pt x="1558" y="835"/>
                  </a:lnTo>
                  <a:lnTo>
                    <a:pt x="1587" y="815"/>
                  </a:lnTo>
                  <a:lnTo>
                    <a:pt x="1619" y="792"/>
                  </a:lnTo>
                  <a:lnTo>
                    <a:pt x="1654" y="768"/>
                  </a:lnTo>
                  <a:lnTo>
                    <a:pt x="1693" y="740"/>
                  </a:lnTo>
                  <a:lnTo>
                    <a:pt x="1734" y="710"/>
                  </a:lnTo>
                  <a:lnTo>
                    <a:pt x="1777" y="678"/>
                  </a:lnTo>
                  <a:lnTo>
                    <a:pt x="1824" y="646"/>
                  </a:lnTo>
                  <a:lnTo>
                    <a:pt x="1872" y="611"/>
                  </a:lnTo>
                  <a:lnTo>
                    <a:pt x="1921" y="575"/>
                  </a:lnTo>
                  <a:lnTo>
                    <a:pt x="1972" y="539"/>
                  </a:lnTo>
                  <a:lnTo>
                    <a:pt x="2025" y="500"/>
                  </a:lnTo>
                  <a:lnTo>
                    <a:pt x="2078" y="463"/>
                  </a:lnTo>
                  <a:lnTo>
                    <a:pt x="2132" y="424"/>
                  </a:lnTo>
                  <a:lnTo>
                    <a:pt x="2186" y="386"/>
                  </a:lnTo>
                  <a:lnTo>
                    <a:pt x="2240" y="348"/>
                  </a:lnTo>
                  <a:lnTo>
                    <a:pt x="2295" y="310"/>
                  </a:lnTo>
                  <a:lnTo>
                    <a:pt x="2347" y="274"/>
                  </a:lnTo>
                  <a:lnTo>
                    <a:pt x="2400" y="238"/>
                  </a:lnTo>
                  <a:lnTo>
                    <a:pt x="2451" y="203"/>
                  </a:lnTo>
                  <a:lnTo>
                    <a:pt x="2501" y="169"/>
                  </a:lnTo>
                  <a:lnTo>
                    <a:pt x="2549" y="137"/>
                  </a:lnTo>
                  <a:lnTo>
                    <a:pt x="2595" y="107"/>
                  </a:lnTo>
                  <a:lnTo>
                    <a:pt x="2639" y="78"/>
                  </a:lnTo>
                  <a:lnTo>
                    <a:pt x="2680" y="54"/>
                  </a:lnTo>
                  <a:lnTo>
                    <a:pt x="2719" y="30"/>
                  </a:lnTo>
                  <a:lnTo>
                    <a:pt x="2755" y="10"/>
                  </a:lnTo>
                  <a:lnTo>
                    <a:pt x="2775" y="1"/>
                  </a:lnTo>
                  <a:lnTo>
                    <a:pt x="2796" y="0"/>
                  </a:lnTo>
                  <a:close/>
                </a:path>
              </a:pathLst>
            </a:custGeom>
            <a:solidFill>
              <a:srgbClr val="3D424E"/>
            </a:solidFill>
            <a:ln w="0">
              <a:noFill/>
              <a:prstDash val="solid"/>
              <a:round/>
              <a:headEnd/>
              <a:tailEnd/>
            </a:ln>
          </p:spPr>
          <p:txBody>
            <a:bodyPr lIns="68580" tIns="34290" rIns="68580" bIns="34290" anchor="ctr"/>
            <a:lstStyle/>
            <a:p>
              <a:pPr>
                <a:defRPr/>
              </a:pPr>
              <a:endParaRPr lang="en-IN" sz="1350" kern="0">
                <a:solidFill>
                  <a:prstClr val="black"/>
                </a:solidFill>
              </a:endParaRPr>
            </a:p>
          </p:txBody>
        </p:sp>
        <p:sp>
          <p:nvSpPr>
            <p:cNvPr id="24" name="Freeform 54">
              <a:extLst>
                <a:ext uri="{FF2B5EF4-FFF2-40B4-BE49-F238E27FC236}">
                  <a16:creationId xmlns:a16="http://schemas.microsoft.com/office/drawing/2014/main" id="{748D612A-9897-20AE-DDDD-38BDC9897446}"/>
                </a:ext>
              </a:extLst>
            </p:cNvPr>
            <p:cNvSpPr>
              <a:spLocks/>
            </p:cNvSpPr>
            <p:nvPr/>
          </p:nvSpPr>
          <p:spPr bwMode="auto">
            <a:xfrm flipH="1">
              <a:off x="7686251" y="6261934"/>
              <a:ext cx="135477" cy="247028"/>
            </a:xfrm>
            <a:custGeom>
              <a:avLst/>
              <a:gdLst>
                <a:gd name="T0" fmla="*/ 20 w 1482"/>
                <a:gd name="T1" fmla="*/ 0 h 2690"/>
                <a:gd name="T2" fmla="*/ 71 w 1482"/>
                <a:gd name="T3" fmla="*/ 0 h 2690"/>
                <a:gd name="T4" fmla="*/ 75 w 1482"/>
                <a:gd name="T5" fmla="*/ 2 h 2690"/>
                <a:gd name="T6" fmla="*/ 85 w 1482"/>
                <a:gd name="T7" fmla="*/ 8 h 2690"/>
                <a:gd name="T8" fmla="*/ 99 w 1482"/>
                <a:gd name="T9" fmla="*/ 17 h 2690"/>
                <a:gd name="T10" fmla="*/ 121 w 1482"/>
                <a:gd name="T11" fmla="*/ 30 h 2690"/>
                <a:gd name="T12" fmla="*/ 147 w 1482"/>
                <a:gd name="T13" fmla="*/ 45 h 2690"/>
                <a:gd name="T14" fmla="*/ 177 w 1482"/>
                <a:gd name="T15" fmla="*/ 62 h 2690"/>
                <a:gd name="T16" fmla="*/ 211 w 1482"/>
                <a:gd name="T17" fmla="*/ 82 h 2690"/>
                <a:gd name="T18" fmla="*/ 249 w 1482"/>
                <a:gd name="T19" fmla="*/ 104 h 2690"/>
                <a:gd name="T20" fmla="*/ 291 w 1482"/>
                <a:gd name="T21" fmla="*/ 128 h 2690"/>
                <a:gd name="T22" fmla="*/ 336 w 1482"/>
                <a:gd name="T23" fmla="*/ 154 h 2690"/>
                <a:gd name="T24" fmla="*/ 383 w 1482"/>
                <a:gd name="T25" fmla="*/ 181 h 2690"/>
                <a:gd name="T26" fmla="*/ 434 w 1482"/>
                <a:gd name="T27" fmla="*/ 211 h 2690"/>
                <a:gd name="T28" fmla="*/ 486 w 1482"/>
                <a:gd name="T29" fmla="*/ 241 h 2690"/>
                <a:gd name="T30" fmla="*/ 540 w 1482"/>
                <a:gd name="T31" fmla="*/ 272 h 2690"/>
                <a:gd name="T32" fmla="*/ 596 w 1482"/>
                <a:gd name="T33" fmla="*/ 304 h 2690"/>
                <a:gd name="T34" fmla="*/ 652 w 1482"/>
                <a:gd name="T35" fmla="*/ 337 h 2690"/>
                <a:gd name="T36" fmla="*/ 709 w 1482"/>
                <a:gd name="T37" fmla="*/ 370 h 2690"/>
                <a:gd name="T38" fmla="*/ 767 w 1482"/>
                <a:gd name="T39" fmla="*/ 404 h 2690"/>
                <a:gd name="T40" fmla="*/ 825 w 1482"/>
                <a:gd name="T41" fmla="*/ 438 h 2690"/>
                <a:gd name="T42" fmla="*/ 883 w 1482"/>
                <a:gd name="T43" fmla="*/ 470 h 2690"/>
                <a:gd name="T44" fmla="*/ 939 w 1482"/>
                <a:gd name="T45" fmla="*/ 502 h 2690"/>
                <a:gd name="T46" fmla="*/ 995 w 1482"/>
                <a:gd name="T47" fmla="*/ 535 h 2690"/>
                <a:gd name="T48" fmla="*/ 1050 w 1482"/>
                <a:gd name="T49" fmla="*/ 566 h 2690"/>
                <a:gd name="T50" fmla="*/ 1103 w 1482"/>
                <a:gd name="T51" fmla="*/ 595 h 2690"/>
                <a:gd name="T52" fmla="*/ 1154 w 1482"/>
                <a:gd name="T53" fmla="*/ 625 h 2690"/>
                <a:gd name="T54" fmla="*/ 1203 w 1482"/>
                <a:gd name="T55" fmla="*/ 653 h 2690"/>
                <a:gd name="T56" fmla="*/ 1249 w 1482"/>
                <a:gd name="T57" fmla="*/ 678 h 2690"/>
                <a:gd name="T58" fmla="*/ 1291 w 1482"/>
                <a:gd name="T59" fmla="*/ 702 h 2690"/>
                <a:gd name="T60" fmla="*/ 1331 w 1482"/>
                <a:gd name="T61" fmla="*/ 724 h 2690"/>
                <a:gd name="T62" fmla="*/ 1367 w 1482"/>
                <a:gd name="T63" fmla="*/ 744 h 2690"/>
                <a:gd name="T64" fmla="*/ 1398 w 1482"/>
                <a:gd name="T65" fmla="*/ 761 h 2690"/>
                <a:gd name="T66" fmla="*/ 1425 w 1482"/>
                <a:gd name="T67" fmla="*/ 776 h 2690"/>
                <a:gd name="T68" fmla="*/ 1448 w 1482"/>
                <a:gd name="T69" fmla="*/ 787 h 2690"/>
                <a:gd name="T70" fmla="*/ 1465 w 1482"/>
                <a:gd name="T71" fmla="*/ 796 h 2690"/>
                <a:gd name="T72" fmla="*/ 1477 w 1482"/>
                <a:gd name="T73" fmla="*/ 801 h 2690"/>
                <a:gd name="T74" fmla="*/ 1482 w 1482"/>
                <a:gd name="T75" fmla="*/ 802 h 2690"/>
                <a:gd name="T76" fmla="*/ 1482 w 1482"/>
                <a:gd name="T77" fmla="*/ 2690 h 2690"/>
                <a:gd name="T78" fmla="*/ 1446 w 1482"/>
                <a:gd name="T79" fmla="*/ 2688 h 2690"/>
                <a:gd name="T80" fmla="*/ 1412 w 1482"/>
                <a:gd name="T81" fmla="*/ 2678 h 2690"/>
                <a:gd name="T82" fmla="*/ 1378 w 1482"/>
                <a:gd name="T83" fmla="*/ 2663 h 2690"/>
                <a:gd name="T84" fmla="*/ 107 w 1482"/>
                <a:gd name="T85" fmla="*/ 1936 h 2690"/>
                <a:gd name="T86" fmla="*/ 76 w 1482"/>
                <a:gd name="T87" fmla="*/ 1915 h 2690"/>
                <a:gd name="T88" fmla="*/ 50 w 1482"/>
                <a:gd name="T89" fmla="*/ 1888 h 2690"/>
                <a:gd name="T90" fmla="*/ 29 w 1482"/>
                <a:gd name="T91" fmla="*/ 1858 h 2690"/>
                <a:gd name="T92" fmla="*/ 14 w 1482"/>
                <a:gd name="T93" fmla="*/ 1824 h 2690"/>
                <a:gd name="T94" fmla="*/ 4 w 1482"/>
                <a:gd name="T95" fmla="*/ 1790 h 2690"/>
                <a:gd name="T96" fmla="*/ 0 w 1482"/>
                <a:gd name="T97" fmla="*/ 1752 h 2690"/>
                <a:gd name="T98" fmla="*/ 0 w 1482"/>
                <a:gd name="T99" fmla="*/ 92 h 2690"/>
                <a:gd name="T100" fmla="*/ 2 w 1482"/>
                <a:gd name="T101" fmla="*/ 59 h 2690"/>
                <a:gd name="T102" fmla="*/ 9 w 1482"/>
                <a:gd name="T103" fmla="*/ 30 h 2690"/>
                <a:gd name="T104" fmla="*/ 20 w 1482"/>
                <a:gd name="T105" fmla="*/ 0 h 2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82" h="2690">
                  <a:moveTo>
                    <a:pt x="20" y="0"/>
                  </a:moveTo>
                  <a:lnTo>
                    <a:pt x="71" y="0"/>
                  </a:lnTo>
                  <a:lnTo>
                    <a:pt x="75" y="2"/>
                  </a:lnTo>
                  <a:lnTo>
                    <a:pt x="85" y="8"/>
                  </a:lnTo>
                  <a:lnTo>
                    <a:pt x="99" y="17"/>
                  </a:lnTo>
                  <a:lnTo>
                    <a:pt x="121" y="30"/>
                  </a:lnTo>
                  <a:lnTo>
                    <a:pt x="147" y="45"/>
                  </a:lnTo>
                  <a:lnTo>
                    <a:pt x="177" y="62"/>
                  </a:lnTo>
                  <a:lnTo>
                    <a:pt x="211" y="82"/>
                  </a:lnTo>
                  <a:lnTo>
                    <a:pt x="249" y="104"/>
                  </a:lnTo>
                  <a:lnTo>
                    <a:pt x="291" y="128"/>
                  </a:lnTo>
                  <a:lnTo>
                    <a:pt x="336" y="154"/>
                  </a:lnTo>
                  <a:lnTo>
                    <a:pt x="383" y="181"/>
                  </a:lnTo>
                  <a:lnTo>
                    <a:pt x="434" y="211"/>
                  </a:lnTo>
                  <a:lnTo>
                    <a:pt x="486" y="241"/>
                  </a:lnTo>
                  <a:lnTo>
                    <a:pt x="540" y="272"/>
                  </a:lnTo>
                  <a:lnTo>
                    <a:pt x="596" y="304"/>
                  </a:lnTo>
                  <a:lnTo>
                    <a:pt x="652" y="337"/>
                  </a:lnTo>
                  <a:lnTo>
                    <a:pt x="709" y="370"/>
                  </a:lnTo>
                  <a:lnTo>
                    <a:pt x="767" y="404"/>
                  </a:lnTo>
                  <a:lnTo>
                    <a:pt x="825" y="438"/>
                  </a:lnTo>
                  <a:lnTo>
                    <a:pt x="883" y="470"/>
                  </a:lnTo>
                  <a:lnTo>
                    <a:pt x="939" y="502"/>
                  </a:lnTo>
                  <a:lnTo>
                    <a:pt x="995" y="535"/>
                  </a:lnTo>
                  <a:lnTo>
                    <a:pt x="1050" y="566"/>
                  </a:lnTo>
                  <a:lnTo>
                    <a:pt x="1103" y="595"/>
                  </a:lnTo>
                  <a:lnTo>
                    <a:pt x="1154" y="625"/>
                  </a:lnTo>
                  <a:lnTo>
                    <a:pt x="1203" y="653"/>
                  </a:lnTo>
                  <a:lnTo>
                    <a:pt x="1249" y="678"/>
                  </a:lnTo>
                  <a:lnTo>
                    <a:pt x="1291" y="702"/>
                  </a:lnTo>
                  <a:lnTo>
                    <a:pt x="1331" y="724"/>
                  </a:lnTo>
                  <a:lnTo>
                    <a:pt x="1367" y="744"/>
                  </a:lnTo>
                  <a:lnTo>
                    <a:pt x="1398" y="761"/>
                  </a:lnTo>
                  <a:lnTo>
                    <a:pt x="1425" y="776"/>
                  </a:lnTo>
                  <a:lnTo>
                    <a:pt x="1448" y="787"/>
                  </a:lnTo>
                  <a:lnTo>
                    <a:pt x="1465" y="796"/>
                  </a:lnTo>
                  <a:lnTo>
                    <a:pt x="1477" y="801"/>
                  </a:lnTo>
                  <a:lnTo>
                    <a:pt x="1482" y="802"/>
                  </a:lnTo>
                  <a:lnTo>
                    <a:pt x="1482" y="2690"/>
                  </a:lnTo>
                  <a:lnTo>
                    <a:pt x="1446" y="2688"/>
                  </a:lnTo>
                  <a:lnTo>
                    <a:pt x="1412" y="2678"/>
                  </a:lnTo>
                  <a:lnTo>
                    <a:pt x="1378" y="2663"/>
                  </a:lnTo>
                  <a:lnTo>
                    <a:pt x="107" y="1936"/>
                  </a:lnTo>
                  <a:lnTo>
                    <a:pt x="76" y="1915"/>
                  </a:lnTo>
                  <a:lnTo>
                    <a:pt x="50" y="1888"/>
                  </a:lnTo>
                  <a:lnTo>
                    <a:pt x="29" y="1858"/>
                  </a:lnTo>
                  <a:lnTo>
                    <a:pt x="14" y="1824"/>
                  </a:lnTo>
                  <a:lnTo>
                    <a:pt x="4" y="1790"/>
                  </a:lnTo>
                  <a:lnTo>
                    <a:pt x="0" y="1752"/>
                  </a:lnTo>
                  <a:lnTo>
                    <a:pt x="0" y="92"/>
                  </a:lnTo>
                  <a:lnTo>
                    <a:pt x="2" y="59"/>
                  </a:lnTo>
                  <a:lnTo>
                    <a:pt x="9" y="30"/>
                  </a:lnTo>
                  <a:lnTo>
                    <a:pt x="20" y="0"/>
                  </a:lnTo>
                  <a:close/>
                </a:path>
              </a:pathLst>
            </a:custGeom>
            <a:solidFill>
              <a:srgbClr val="327379"/>
            </a:solidFill>
            <a:ln w="0">
              <a:noFill/>
              <a:prstDash val="solid"/>
              <a:round/>
              <a:headEnd/>
              <a:tailEnd/>
            </a:ln>
          </p:spPr>
          <p:txBody>
            <a:bodyPr lIns="68580" tIns="34290" rIns="68580" bIns="34290" anchor="ctr"/>
            <a:lstStyle/>
            <a:p>
              <a:pPr>
                <a:defRPr/>
              </a:pPr>
              <a:endParaRPr lang="en-IN" sz="1350" kern="0">
                <a:solidFill>
                  <a:prstClr val="black"/>
                </a:solidFill>
              </a:endParaRPr>
            </a:p>
          </p:txBody>
        </p:sp>
        <p:sp>
          <p:nvSpPr>
            <p:cNvPr id="25" name="Freeform 55">
              <a:extLst>
                <a:ext uri="{FF2B5EF4-FFF2-40B4-BE49-F238E27FC236}">
                  <a16:creationId xmlns:a16="http://schemas.microsoft.com/office/drawing/2014/main" id="{0A74154A-3C53-8FC6-6CE0-479E26DA751F}"/>
                </a:ext>
              </a:extLst>
            </p:cNvPr>
            <p:cNvSpPr>
              <a:spLocks/>
            </p:cNvSpPr>
            <p:nvPr/>
          </p:nvSpPr>
          <p:spPr bwMode="auto">
            <a:xfrm flipH="1">
              <a:off x="7552263" y="6184552"/>
              <a:ext cx="267976" cy="150301"/>
            </a:xfrm>
            <a:custGeom>
              <a:avLst/>
              <a:gdLst>
                <a:gd name="T0" fmla="*/ 1461 w 2924"/>
                <a:gd name="T1" fmla="*/ 0 h 1649"/>
                <a:gd name="T2" fmla="*/ 1463 w 2924"/>
                <a:gd name="T3" fmla="*/ 0 h 1649"/>
                <a:gd name="T4" fmla="*/ 1499 w 2924"/>
                <a:gd name="T5" fmla="*/ 3 h 1649"/>
                <a:gd name="T6" fmla="*/ 1534 w 2924"/>
                <a:gd name="T7" fmla="*/ 12 h 1649"/>
                <a:gd name="T8" fmla="*/ 1567 w 2924"/>
                <a:gd name="T9" fmla="*/ 28 h 1649"/>
                <a:gd name="T10" fmla="*/ 2838 w 2924"/>
                <a:gd name="T11" fmla="*/ 753 h 1649"/>
                <a:gd name="T12" fmla="*/ 2865 w 2924"/>
                <a:gd name="T13" fmla="*/ 772 h 1649"/>
                <a:gd name="T14" fmla="*/ 2888 w 2924"/>
                <a:gd name="T15" fmla="*/ 794 h 1649"/>
                <a:gd name="T16" fmla="*/ 2908 w 2924"/>
                <a:gd name="T17" fmla="*/ 819 h 1649"/>
                <a:gd name="T18" fmla="*/ 2924 w 2924"/>
                <a:gd name="T19" fmla="*/ 847 h 1649"/>
                <a:gd name="T20" fmla="*/ 1570 w 2924"/>
                <a:gd name="T21" fmla="*/ 1622 h 1649"/>
                <a:gd name="T22" fmla="*/ 1535 w 2924"/>
                <a:gd name="T23" fmla="*/ 1637 h 1649"/>
                <a:gd name="T24" fmla="*/ 1499 w 2924"/>
                <a:gd name="T25" fmla="*/ 1646 h 1649"/>
                <a:gd name="T26" fmla="*/ 1461 w 2924"/>
                <a:gd name="T27" fmla="*/ 1649 h 1649"/>
                <a:gd name="T28" fmla="*/ 1425 w 2924"/>
                <a:gd name="T29" fmla="*/ 1646 h 1649"/>
                <a:gd name="T30" fmla="*/ 1389 w 2924"/>
                <a:gd name="T31" fmla="*/ 1637 h 1649"/>
                <a:gd name="T32" fmla="*/ 1354 w 2924"/>
                <a:gd name="T33" fmla="*/ 1622 h 1649"/>
                <a:gd name="T34" fmla="*/ 0 w 2924"/>
                <a:gd name="T35" fmla="*/ 847 h 1649"/>
                <a:gd name="T36" fmla="*/ 16 w 2924"/>
                <a:gd name="T37" fmla="*/ 819 h 1649"/>
                <a:gd name="T38" fmla="*/ 36 w 2924"/>
                <a:gd name="T39" fmla="*/ 794 h 1649"/>
                <a:gd name="T40" fmla="*/ 59 w 2924"/>
                <a:gd name="T41" fmla="*/ 772 h 1649"/>
                <a:gd name="T42" fmla="*/ 86 w 2924"/>
                <a:gd name="T43" fmla="*/ 753 h 1649"/>
                <a:gd name="T44" fmla="*/ 1357 w 2924"/>
                <a:gd name="T45" fmla="*/ 28 h 1649"/>
                <a:gd name="T46" fmla="*/ 1391 w 2924"/>
                <a:gd name="T47" fmla="*/ 12 h 1649"/>
                <a:gd name="T48" fmla="*/ 1425 w 2924"/>
                <a:gd name="T49" fmla="*/ 3 h 1649"/>
                <a:gd name="T50" fmla="*/ 1461 w 2924"/>
                <a:gd name="T51" fmla="*/ 0 h 16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924" h="1649">
                  <a:moveTo>
                    <a:pt x="1461" y="0"/>
                  </a:moveTo>
                  <a:lnTo>
                    <a:pt x="1463" y="0"/>
                  </a:lnTo>
                  <a:lnTo>
                    <a:pt x="1499" y="3"/>
                  </a:lnTo>
                  <a:lnTo>
                    <a:pt x="1534" y="12"/>
                  </a:lnTo>
                  <a:lnTo>
                    <a:pt x="1567" y="28"/>
                  </a:lnTo>
                  <a:lnTo>
                    <a:pt x="2838" y="753"/>
                  </a:lnTo>
                  <a:lnTo>
                    <a:pt x="2865" y="772"/>
                  </a:lnTo>
                  <a:lnTo>
                    <a:pt x="2888" y="794"/>
                  </a:lnTo>
                  <a:lnTo>
                    <a:pt x="2908" y="819"/>
                  </a:lnTo>
                  <a:lnTo>
                    <a:pt x="2924" y="847"/>
                  </a:lnTo>
                  <a:lnTo>
                    <a:pt x="1570" y="1622"/>
                  </a:lnTo>
                  <a:lnTo>
                    <a:pt x="1535" y="1637"/>
                  </a:lnTo>
                  <a:lnTo>
                    <a:pt x="1499" y="1646"/>
                  </a:lnTo>
                  <a:lnTo>
                    <a:pt x="1461" y="1649"/>
                  </a:lnTo>
                  <a:lnTo>
                    <a:pt x="1425" y="1646"/>
                  </a:lnTo>
                  <a:lnTo>
                    <a:pt x="1389" y="1637"/>
                  </a:lnTo>
                  <a:lnTo>
                    <a:pt x="1354" y="1622"/>
                  </a:lnTo>
                  <a:lnTo>
                    <a:pt x="0" y="847"/>
                  </a:lnTo>
                  <a:lnTo>
                    <a:pt x="16" y="819"/>
                  </a:lnTo>
                  <a:lnTo>
                    <a:pt x="36" y="794"/>
                  </a:lnTo>
                  <a:lnTo>
                    <a:pt x="59" y="772"/>
                  </a:lnTo>
                  <a:lnTo>
                    <a:pt x="86" y="753"/>
                  </a:lnTo>
                  <a:lnTo>
                    <a:pt x="1357" y="28"/>
                  </a:lnTo>
                  <a:lnTo>
                    <a:pt x="1391" y="12"/>
                  </a:lnTo>
                  <a:lnTo>
                    <a:pt x="1425" y="3"/>
                  </a:lnTo>
                  <a:lnTo>
                    <a:pt x="1461" y="0"/>
                  </a:lnTo>
                  <a:close/>
                </a:path>
              </a:pathLst>
            </a:custGeom>
            <a:solidFill>
              <a:srgbClr val="D62900">
                <a:lumMod val="75000"/>
              </a:srgbClr>
            </a:solidFill>
            <a:ln w="0">
              <a:noFill/>
              <a:prstDash val="solid"/>
              <a:round/>
              <a:headEnd/>
              <a:tailEnd/>
            </a:ln>
          </p:spPr>
          <p:txBody>
            <a:bodyPr lIns="68580" tIns="34290" rIns="68580" bIns="34290" anchor="ctr"/>
            <a:lstStyle/>
            <a:p>
              <a:pPr>
                <a:defRPr/>
              </a:pPr>
              <a:endParaRPr lang="en-IN" sz="1350" kern="0">
                <a:solidFill>
                  <a:prstClr val="black"/>
                </a:solidFill>
              </a:endParaRPr>
            </a:p>
          </p:txBody>
        </p:sp>
        <p:sp>
          <p:nvSpPr>
            <p:cNvPr id="26" name="Freeform 56">
              <a:extLst>
                <a:ext uri="{FF2B5EF4-FFF2-40B4-BE49-F238E27FC236}">
                  <a16:creationId xmlns:a16="http://schemas.microsoft.com/office/drawing/2014/main" id="{44982792-54C3-8063-2404-8997D667465A}"/>
                </a:ext>
              </a:extLst>
            </p:cNvPr>
            <p:cNvSpPr>
              <a:spLocks/>
            </p:cNvSpPr>
            <p:nvPr/>
          </p:nvSpPr>
          <p:spPr bwMode="auto">
            <a:xfrm flipH="1">
              <a:off x="7769621" y="6311043"/>
              <a:ext cx="26798" cy="38691"/>
            </a:xfrm>
            <a:custGeom>
              <a:avLst/>
              <a:gdLst>
                <a:gd name="T0" fmla="*/ 142 w 283"/>
                <a:gd name="T1" fmla="*/ 0 h 424"/>
                <a:gd name="T2" fmla="*/ 167 w 283"/>
                <a:gd name="T3" fmla="*/ 4 h 424"/>
                <a:gd name="T4" fmla="*/ 191 w 283"/>
                <a:gd name="T5" fmla="*/ 13 h 424"/>
                <a:gd name="T6" fmla="*/ 213 w 283"/>
                <a:gd name="T7" fmla="*/ 29 h 424"/>
                <a:gd name="T8" fmla="*/ 233 w 283"/>
                <a:gd name="T9" fmla="*/ 50 h 424"/>
                <a:gd name="T10" fmla="*/ 250 w 283"/>
                <a:gd name="T11" fmla="*/ 75 h 424"/>
                <a:gd name="T12" fmla="*/ 264 w 283"/>
                <a:gd name="T13" fmla="*/ 105 h 424"/>
                <a:gd name="T14" fmla="*/ 274 w 283"/>
                <a:gd name="T15" fmla="*/ 138 h 424"/>
                <a:gd name="T16" fmla="*/ 280 w 283"/>
                <a:gd name="T17" fmla="*/ 174 h 424"/>
                <a:gd name="T18" fmla="*/ 283 w 283"/>
                <a:gd name="T19" fmla="*/ 212 h 424"/>
                <a:gd name="T20" fmla="*/ 280 w 283"/>
                <a:gd name="T21" fmla="*/ 250 h 424"/>
                <a:gd name="T22" fmla="*/ 274 w 283"/>
                <a:gd name="T23" fmla="*/ 286 h 424"/>
                <a:gd name="T24" fmla="*/ 264 w 283"/>
                <a:gd name="T25" fmla="*/ 319 h 424"/>
                <a:gd name="T26" fmla="*/ 250 w 283"/>
                <a:gd name="T27" fmla="*/ 349 h 424"/>
                <a:gd name="T28" fmla="*/ 233 w 283"/>
                <a:gd name="T29" fmla="*/ 373 h 424"/>
                <a:gd name="T30" fmla="*/ 213 w 283"/>
                <a:gd name="T31" fmla="*/ 395 h 424"/>
                <a:gd name="T32" fmla="*/ 191 w 283"/>
                <a:gd name="T33" fmla="*/ 411 h 424"/>
                <a:gd name="T34" fmla="*/ 167 w 283"/>
                <a:gd name="T35" fmla="*/ 421 h 424"/>
                <a:gd name="T36" fmla="*/ 142 w 283"/>
                <a:gd name="T37" fmla="*/ 424 h 424"/>
                <a:gd name="T38" fmla="*/ 116 w 283"/>
                <a:gd name="T39" fmla="*/ 421 h 424"/>
                <a:gd name="T40" fmla="*/ 92 w 283"/>
                <a:gd name="T41" fmla="*/ 411 h 424"/>
                <a:gd name="T42" fmla="*/ 70 w 283"/>
                <a:gd name="T43" fmla="*/ 395 h 424"/>
                <a:gd name="T44" fmla="*/ 51 w 283"/>
                <a:gd name="T45" fmla="*/ 373 h 424"/>
                <a:gd name="T46" fmla="*/ 34 w 283"/>
                <a:gd name="T47" fmla="*/ 349 h 424"/>
                <a:gd name="T48" fmla="*/ 20 w 283"/>
                <a:gd name="T49" fmla="*/ 319 h 424"/>
                <a:gd name="T50" fmla="*/ 9 w 283"/>
                <a:gd name="T51" fmla="*/ 286 h 424"/>
                <a:gd name="T52" fmla="*/ 3 w 283"/>
                <a:gd name="T53" fmla="*/ 250 h 424"/>
                <a:gd name="T54" fmla="*/ 0 w 283"/>
                <a:gd name="T55" fmla="*/ 212 h 424"/>
                <a:gd name="T56" fmla="*/ 3 w 283"/>
                <a:gd name="T57" fmla="*/ 174 h 424"/>
                <a:gd name="T58" fmla="*/ 9 w 283"/>
                <a:gd name="T59" fmla="*/ 138 h 424"/>
                <a:gd name="T60" fmla="*/ 20 w 283"/>
                <a:gd name="T61" fmla="*/ 105 h 424"/>
                <a:gd name="T62" fmla="*/ 34 w 283"/>
                <a:gd name="T63" fmla="*/ 75 h 424"/>
                <a:gd name="T64" fmla="*/ 51 w 283"/>
                <a:gd name="T65" fmla="*/ 50 h 424"/>
                <a:gd name="T66" fmla="*/ 70 w 283"/>
                <a:gd name="T67" fmla="*/ 29 h 424"/>
                <a:gd name="T68" fmla="*/ 92 w 283"/>
                <a:gd name="T69" fmla="*/ 13 h 424"/>
                <a:gd name="T70" fmla="*/ 116 w 283"/>
                <a:gd name="T71" fmla="*/ 4 h 424"/>
                <a:gd name="T72" fmla="*/ 142 w 283"/>
                <a:gd name="T73"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83" h="424">
                  <a:moveTo>
                    <a:pt x="142" y="0"/>
                  </a:moveTo>
                  <a:lnTo>
                    <a:pt x="167" y="4"/>
                  </a:lnTo>
                  <a:lnTo>
                    <a:pt x="191" y="13"/>
                  </a:lnTo>
                  <a:lnTo>
                    <a:pt x="213" y="29"/>
                  </a:lnTo>
                  <a:lnTo>
                    <a:pt x="233" y="50"/>
                  </a:lnTo>
                  <a:lnTo>
                    <a:pt x="250" y="75"/>
                  </a:lnTo>
                  <a:lnTo>
                    <a:pt x="264" y="105"/>
                  </a:lnTo>
                  <a:lnTo>
                    <a:pt x="274" y="138"/>
                  </a:lnTo>
                  <a:lnTo>
                    <a:pt x="280" y="174"/>
                  </a:lnTo>
                  <a:lnTo>
                    <a:pt x="283" y="212"/>
                  </a:lnTo>
                  <a:lnTo>
                    <a:pt x="280" y="250"/>
                  </a:lnTo>
                  <a:lnTo>
                    <a:pt x="274" y="286"/>
                  </a:lnTo>
                  <a:lnTo>
                    <a:pt x="264" y="319"/>
                  </a:lnTo>
                  <a:lnTo>
                    <a:pt x="250" y="349"/>
                  </a:lnTo>
                  <a:lnTo>
                    <a:pt x="233" y="373"/>
                  </a:lnTo>
                  <a:lnTo>
                    <a:pt x="213" y="395"/>
                  </a:lnTo>
                  <a:lnTo>
                    <a:pt x="191" y="411"/>
                  </a:lnTo>
                  <a:lnTo>
                    <a:pt x="167" y="421"/>
                  </a:lnTo>
                  <a:lnTo>
                    <a:pt x="142" y="424"/>
                  </a:lnTo>
                  <a:lnTo>
                    <a:pt x="116" y="421"/>
                  </a:lnTo>
                  <a:lnTo>
                    <a:pt x="92" y="411"/>
                  </a:lnTo>
                  <a:lnTo>
                    <a:pt x="70" y="395"/>
                  </a:lnTo>
                  <a:lnTo>
                    <a:pt x="51" y="373"/>
                  </a:lnTo>
                  <a:lnTo>
                    <a:pt x="34" y="349"/>
                  </a:lnTo>
                  <a:lnTo>
                    <a:pt x="20" y="319"/>
                  </a:lnTo>
                  <a:lnTo>
                    <a:pt x="9" y="286"/>
                  </a:lnTo>
                  <a:lnTo>
                    <a:pt x="3" y="250"/>
                  </a:lnTo>
                  <a:lnTo>
                    <a:pt x="0" y="212"/>
                  </a:lnTo>
                  <a:lnTo>
                    <a:pt x="3" y="174"/>
                  </a:lnTo>
                  <a:lnTo>
                    <a:pt x="9" y="138"/>
                  </a:lnTo>
                  <a:lnTo>
                    <a:pt x="20" y="105"/>
                  </a:lnTo>
                  <a:lnTo>
                    <a:pt x="34" y="75"/>
                  </a:lnTo>
                  <a:lnTo>
                    <a:pt x="51" y="50"/>
                  </a:lnTo>
                  <a:lnTo>
                    <a:pt x="70" y="29"/>
                  </a:lnTo>
                  <a:lnTo>
                    <a:pt x="92" y="13"/>
                  </a:lnTo>
                  <a:lnTo>
                    <a:pt x="116" y="4"/>
                  </a:lnTo>
                  <a:lnTo>
                    <a:pt x="142" y="0"/>
                  </a:lnTo>
                  <a:close/>
                </a:path>
              </a:pathLst>
            </a:custGeom>
            <a:solidFill>
              <a:srgbClr val="FFFFFF"/>
            </a:solidFill>
            <a:ln w="0">
              <a:noFill/>
              <a:prstDash val="solid"/>
              <a:round/>
              <a:headEnd/>
              <a:tailEnd/>
            </a:ln>
          </p:spPr>
          <p:txBody>
            <a:bodyPr lIns="68580" tIns="34290" rIns="68580" bIns="34290" anchor="ctr"/>
            <a:lstStyle/>
            <a:p>
              <a:pPr>
                <a:defRPr/>
              </a:pPr>
              <a:endParaRPr lang="en-IN" sz="1350" kern="0">
                <a:solidFill>
                  <a:prstClr val="black"/>
                </a:solidFill>
              </a:endParaRPr>
            </a:p>
          </p:txBody>
        </p:sp>
        <p:sp>
          <p:nvSpPr>
            <p:cNvPr id="27" name="Freeform 57">
              <a:extLst>
                <a:ext uri="{FF2B5EF4-FFF2-40B4-BE49-F238E27FC236}">
                  <a16:creationId xmlns:a16="http://schemas.microsoft.com/office/drawing/2014/main" id="{B285B717-ECF9-88CE-E24A-1E0966AFE777}"/>
                </a:ext>
              </a:extLst>
            </p:cNvPr>
            <p:cNvSpPr>
              <a:spLocks/>
            </p:cNvSpPr>
            <p:nvPr/>
          </p:nvSpPr>
          <p:spPr bwMode="auto">
            <a:xfrm flipH="1">
              <a:off x="7711560" y="6349734"/>
              <a:ext cx="26798" cy="38691"/>
            </a:xfrm>
            <a:custGeom>
              <a:avLst/>
              <a:gdLst>
                <a:gd name="T0" fmla="*/ 142 w 282"/>
                <a:gd name="T1" fmla="*/ 0 h 423"/>
                <a:gd name="T2" fmla="*/ 166 w 282"/>
                <a:gd name="T3" fmla="*/ 3 h 423"/>
                <a:gd name="T4" fmla="*/ 190 w 282"/>
                <a:gd name="T5" fmla="*/ 13 h 423"/>
                <a:gd name="T6" fmla="*/ 212 w 282"/>
                <a:gd name="T7" fmla="*/ 29 h 423"/>
                <a:gd name="T8" fmla="*/ 232 w 282"/>
                <a:gd name="T9" fmla="*/ 50 h 423"/>
                <a:gd name="T10" fmla="*/ 250 w 282"/>
                <a:gd name="T11" fmla="*/ 75 h 423"/>
                <a:gd name="T12" fmla="*/ 263 w 282"/>
                <a:gd name="T13" fmla="*/ 105 h 423"/>
                <a:gd name="T14" fmla="*/ 273 w 282"/>
                <a:gd name="T15" fmla="*/ 137 h 423"/>
                <a:gd name="T16" fmla="*/ 281 w 282"/>
                <a:gd name="T17" fmla="*/ 173 h 423"/>
                <a:gd name="T18" fmla="*/ 282 w 282"/>
                <a:gd name="T19" fmla="*/ 212 h 423"/>
                <a:gd name="T20" fmla="*/ 281 w 282"/>
                <a:gd name="T21" fmla="*/ 250 h 423"/>
                <a:gd name="T22" fmla="*/ 273 w 282"/>
                <a:gd name="T23" fmla="*/ 285 h 423"/>
                <a:gd name="T24" fmla="*/ 263 w 282"/>
                <a:gd name="T25" fmla="*/ 319 h 423"/>
                <a:gd name="T26" fmla="*/ 250 w 282"/>
                <a:gd name="T27" fmla="*/ 349 h 423"/>
                <a:gd name="T28" fmla="*/ 232 w 282"/>
                <a:gd name="T29" fmla="*/ 374 h 423"/>
                <a:gd name="T30" fmla="*/ 212 w 282"/>
                <a:gd name="T31" fmla="*/ 395 h 423"/>
                <a:gd name="T32" fmla="*/ 190 w 282"/>
                <a:gd name="T33" fmla="*/ 411 h 423"/>
                <a:gd name="T34" fmla="*/ 166 w 282"/>
                <a:gd name="T35" fmla="*/ 421 h 423"/>
                <a:gd name="T36" fmla="*/ 142 w 282"/>
                <a:gd name="T37" fmla="*/ 423 h 423"/>
                <a:gd name="T38" fmla="*/ 115 w 282"/>
                <a:gd name="T39" fmla="*/ 421 h 423"/>
                <a:gd name="T40" fmla="*/ 92 w 282"/>
                <a:gd name="T41" fmla="*/ 411 h 423"/>
                <a:gd name="T42" fmla="*/ 69 w 282"/>
                <a:gd name="T43" fmla="*/ 395 h 423"/>
                <a:gd name="T44" fmla="*/ 51 w 282"/>
                <a:gd name="T45" fmla="*/ 374 h 423"/>
                <a:gd name="T46" fmla="*/ 33 w 282"/>
                <a:gd name="T47" fmla="*/ 349 h 423"/>
                <a:gd name="T48" fmla="*/ 20 w 282"/>
                <a:gd name="T49" fmla="*/ 319 h 423"/>
                <a:gd name="T50" fmla="*/ 9 w 282"/>
                <a:gd name="T51" fmla="*/ 285 h 423"/>
                <a:gd name="T52" fmla="*/ 2 w 282"/>
                <a:gd name="T53" fmla="*/ 250 h 423"/>
                <a:gd name="T54" fmla="*/ 0 w 282"/>
                <a:gd name="T55" fmla="*/ 212 h 423"/>
                <a:gd name="T56" fmla="*/ 2 w 282"/>
                <a:gd name="T57" fmla="*/ 173 h 423"/>
                <a:gd name="T58" fmla="*/ 9 w 282"/>
                <a:gd name="T59" fmla="*/ 137 h 423"/>
                <a:gd name="T60" fmla="*/ 20 w 282"/>
                <a:gd name="T61" fmla="*/ 105 h 423"/>
                <a:gd name="T62" fmla="*/ 33 w 282"/>
                <a:gd name="T63" fmla="*/ 75 h 423"/>
                <a:gd name="T64" fmla="*/ 51 w 282"/>
                <a:gd name="T65" fmla="*/ 50 h 423"/>
                <a:gd name="T66" fmla="*/ 69 w 282"/>
                <a:gd name="T67" fmla="*/ 29 h 423"/>
                <a:gd name="T68" fmla="*/ 92 w 282"/>
                <a:gd name="T69" fmla="*/ 13 h 423"/>
                <a:gd name="T70" fmla="*/ 115 w 282"/>
                <a:gd name="T71" fmla="*/ 3 h 423"/>
                <a:gd name="T72" fmla="*/ 142 w 282"/>
                <a:gd name="T73" fmla="*/ 0 h 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82" h="423">
                  <a:moveTo>
                    <a:pt x="142" y="0"/>
                  </a:moveTo>
                  <a:lnTo>
                    <a:pt x="166" y="3"/>
                  </a:lnTo>
                  <a:lnTo>
                    <a:pt x="190" y="13"/>
                  </a:lnTo>
                  <a:lnTo>
                    <a:pt x="212" y="29"/>
                  </a:lnTo>
                  <a:lnTo>
                    <a:pt x="232" y="50"/>
                  </a:lnTo>
                  <a:lnTo>
                    <a:pt x="250" y="75"/>
                  </a:lnTo>
                  <a:lnTo>
                    <a:pt x="263" y="105"/>
                  </a:lnTo>
                  <a:lnTo>
                    <a:pt x="273" y="137"/>
                  </a:lnTo>
                  <a:lnTo>
                    <a:pt x="281" y="173"/>
                  </a:lnTo>
                  <a:lnTo>
                    <a:pt x="282" y="212"/>
                  </a:lnTo>
                  <a:lnTo>
                    <a:pt x="281" y="250"/>
                  </a:lnTo>
                  <a:lnTo>
                    <a:pt x="273" y="285"/>
                  </a:lnTo>
                  <a:lnTo>
                    <a:pt x="263" y="319"/>
                  </a:lnTo>
                  <a:lnTo>
                    <a:pt x="250" y="349"/>
                  </a:lnTo>
                  <a:lnTo>
                    <a:pt x="232" y="374"/>
                  </a:lnTo>
                  <a:lnTo>
                    <a:pt x="212" y="395"/>
                  </a:lnTo>
                  <a:lnTo>
                    <a:pt x="190" y="411"/>
                  </a:lnTo>
                  <a:lnTo>
                    <a:pt x="166" y="421"/>
                  </a:lnTo>
                  <a:lnTo>
                    <a:pt x="142" y="423"/>
                  </a:lnTo>
                  <a:lnTo>
                    <a:pt x="115" y="421"/>
                  </a:lnTo>
                  <a:lnTo>
                    <a:pt x="92" y="411"/>
                  </a:lnTo>
                  <a:lnTo>
                    <a:pt x="69" y="395"/>
                  </a:lnTo>
                  <a:lnTo>
                    <a:pt x="51" y="374"/>
                  </a:lnTo>
                  <a:lnTo>
                    <a:pt x="33" y="349"/>
                  </a:lnTo>
                  <a:lnTo>
                    <a:pt x="20" y="319"/>
                  </a:lnTo>
                  <a:lnTo>
                    <a:pt x="9" y="285"/>
                  </a:lnTo>
                  <a:lnTo>
                    <a:pt x="2" y="250"/>
                  </a:lnTo>
                  <a:lnTo>
                    <a:pt x="0" y="212"/>
                  </a:lnTo>
                  <a:lnTo>
                    <a:pt x="2" y="173"/>
                  </a:lnTo>
                  <a:lnTo>
                    <a:pt x="9" y="137"/>
                  </a:lnTo>
                  <a:lnTo>
                    <a:pt x="20" y="105"/>
                  </a:lnTo>
                  <a:lnTo>
                    <a:pt x="33" y="75"/>
                  </a:lnTo>
                  <a:lnTo>
                    <a:pt x="51" y="50"/>
                  </a:lnTo>
                  <a:lnTo>
                    <a:pt x="69" y="29"/>
                  </a:lnTo>
                  <a:lnTo>
                    <a:pt x="92" y="13"/>
                  </a:lnTo>
                  <a:lnTo>
                    <a:pt x="115" y="3"/>
                  </a:lnTo>
                  <a:lnTo>
                    <a:pt x="142" y="0"/>
                  </a:lnTo>
                  <a:close/>
                </a:path>
              </a:pathLst>
            </a:custGeom>
            <a:solidFill>
              <a:srgbClr val="FFFFFF"/>
            </a:solidFill>
            <a:ln w="0">
              <a:noFill/>
              <a:prstDash val="solid"/>
              <a:round/>
              <a:headEnd/>
              <a:tailEnd/>
            </a:ln>
          </p:spPr>
          <p:txBody>
            <a:bodyPr lIns="68580" tIns="34290" rIns="68580" bIns="34290" anchor="ctr"/>
            <a:lstStyle/>
            <a:p>
              <a:pPr>
                <a:defRPr/>
              </a:pPr>
              <a:endParaRPr lang="en-IN" sz="1350" kern="0">
                <a:solidFill>
                  <a:prstClr val="black"/>
                </a:solidFill>
              </a:endParaRPr>
            </a:p>
          </p:txBody>
        </p:sp>
        <p:sp>
          <p:nvSpPr>
            <p:cNvPr id="28" name="Freeform 58">
              <a:extLst>
                <a:ext uri="{FF2B5EF4-FFF2-40B4-BE49-F238E27FC236}">
                  <a16:creationId xmlns:a16="http://schemas.microsoft.com/office/drawing/2014/main" id="{E176875D-F291-53A1-4342-BE5743C494BB}"/>
                </a:ext>
              </a:extLst>
            </p:cNvPr>
            <p:cNvSpPr>
              <a:spLocks/>
            </p:cNvSpPr>
            <p:nvPr/>
          </p:nvSpPr>
          <p:spPr bwMode="auto">
            <a:xfrm flipH="1">
              <a:off x="7711560" y="6421163"/>
              <a:ext cx="26798" cy="38691"/>
            </a:xfrm>
            <a:custGeom>
              <a:avLst/>
              <a:gdLst>
                <a:gd name="T0" fmla="*/ 142 w 282"/>
                <a:gd name="T1" fmla="*/ 0 h 424"/>
                <a:gd name="T2" fmla="*/ 166 w 282"/>
                <a:gd name="T3" fmla="*/ 3 h 424"/>
                <a:gd name="T4" fmla="*/ 190 w 282"/>
                <a:gd name="T5" fmla="*/ 13 h 424"/>
                <a:gd name="T6" fmla="*/ 212 w 282"/>
                <a:gd name="T7" fmla="*/ 28 h 424"/>
                <a:gd name="T8" fmla="*/ 232 w 282"/>
                <a:gd name="T9" fmla="*/ 49 h 424"/>
                <a:gd name="T10" fmla="*/ 250 w 282"/>
                <a:gd name="T11" fmla="*/ 75 h 424"/>
                <a:gd name="T12" fmla="*/ 263 w 282"/>
                <a:gd name="T13" fmla="*/ 105 h 424"/>
                <a:gd name="T14" fmla="*/ 273 w 282"/>
                <a:gd name="T15" fmla="*/ 138 h 424"/>
                <a:gd name="T16" fmla="*/ 281 w 282"/>
                <a:gd name="T17" fmla="*/ 174 h 424"/>
                <a:gd name="T18" fmla="*/ 282 w 282"/>
                <a:gd name="T19" fmla="*/ 212 h 424"/>
                <a:gd name="T20" fmla="*/ 281 w 282"/>
                <a:gd name="T21" fmla="*/ 250 h 424"/>
                <a:gd name="T22" fmla="*/ 273 w 282"/>
                <a:gd name="T23" fmla="*/ 286 h 424"/>
                <a:gd name="T24" fmla="*/ 263 w 282"/>
                <a:gd name="T25" fmla="*/ 319 h 424"/>
                <a:gd name="T26" fmla="*/ 250 w 282"/>
                <a:gd name="T27" fmla="*/ 348 h 424"/>
                <a:gd name="T28" fmla="*/ 232 w 282"/>
                <a:gd name="T29" fmla="*/ 374 h 424"/>
                <a:gd name="T30" fmla="*/ 212 w 282"/>
                <a:gd name="T31" fmla="*/ 395 h 424"/>
                <a:gd name="T32" fmla="*/ 190 w 282"/>
                <a:gd name="T33" fmla="*/ 410 h 424"/>
                <a:gd name="T34" fmla="*/ 166 w 282"/>
                <a:gd name="T35" fmla="*/ 420 h 424"/>
                <a:gd name="T36" fmla="*/ 142 w 282"/>
                <a:gd name="T37" fmla="*/ 424 h 424"/>
                <a:gd name="T38" fmla="*/ 115 w 282"/>
                <a:gd name="T39" fmla="*/ 420 h 424"/>
                <a:gd name="T40" fmla="*/ 92 w 282"/>
                <a:gd name="T41" fmla="*/ 410 h 424"/>
                <a:gd name="T42" fmla="*/ 69 w 282"/>
                <a:gd name="T43" fmla="*/ 395 h 424"/>
                <a:gd name="T44" fmla="*/ 51 w 282"/>
                <a:gd name="T45" fmla="*/ 374 h 424"/>
                <a:gd name="T46" fmla="*/ 33 w 282"/>
                <a:gd name="T47" fmla="*/ 348 h 424"/>
                <a:gd name="T48" fmla="*/ 20 w 282"/>
                <a:gd name="T49" fmla="*/ 319 h 424"/>
                <a:gd name="T50" fmla="*/ 9 w 282"/>
                <a:gd name="T51" fmla="*/ 286 h 424"/>
                <a:gd name="T52" fmla="*/ 2 w 282"/>
                <a:gd name="T53" fmla="*/ 250 h 424"/>
                <a:gd name="T54" fmla="*/ 0 w 282"/>
                <a:gd name="T55" fmla="*/ 212 h 424"/>
                <a:gd name="T56" fmla="*/ 2 w 282"/>
                <a:gd name="T57" fmla="*/ 174 h 424"/>
                <a:gd name="T58" fmla="*/ 9 w 282"/>
                <a:gd name="T59" fmla="*/ 138 h 424"/>
                <a:gd name="T60" fmla="*/ 20 w 282"/>
                <a:gd name="T61" fmla="*/ 105 h 424"/>
                <a:gd name="T62" fmla="*/ 33 w 282"/>
                <a:gd name="T63" fmla="*/ 75 h 424"/>
                <a:gd name="T64" fmla="*/ 51 w 282"/>
                <a:gd name="T65" fmla="*/ 49 h 424"/>
                <a:gd name="T66" fmla="*/ 69 w 282"/>
                <a:gd name="T67" fmla="*/ 28 h 424"/>
                <a:gd name="T68" fmla="*/ 92 w 282"/>
                <a:gd name="T69" fmla="*/ 13 h 424"/>
                <a:gd name="T70" fmla="*/ 115 w 282"/>
                <a:gd name="T71" fmla="*/ 3 h 424"/>
                <a:gd name="T72" fmla="*/ 142 w 282"/>
                <a:gd name="T73"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82" h="424">
                  <a:moveTo>
                    <a:pt x="142" y="0"/>
                  </a:moveTo>
                  <a:lnTo>
                    <a:pt x="166" y="3"/>
                  </a:lnTo>
                  <a:lnTo>
                    <a:pt x="190" y="13"/>
                  </a:lnTo>
                  <a:lnTo>
                    <a:pt x="212" y="28"/>
                  </a:lnTo>
                  <a:lnTo>
                    <a:pt x="232" y="49"/>
                  </a:lnTo>
                  <a:lnTo>
                    <a:pt x="250" y="75"/>
                  </a:lnTo>
                  <a:lnTo>
                    <a:pt x="263" y="105"/>
                  </a:lnTo>
                  <a:lnTo>
                    <a:pt x="273" y="138"/>
                  </a:lnTo>
                  <a:lnTo>
                    <a:pt x="281" y="174"/>
                  </a:lnTo>
                  <a:lnTo>
                    <a:pt x="282" y="212"/>
                  </a:lnTo>
                  <a:lnTo>
                    <a:pt x="281" y="250"/>
                  </a:lnTo>
                  <a:lnTo>
                    <a:pt x="273" y="286"/>
                  </a:lnTo>
                  <a:lnTo>
                    <a:pt x="263" y="319"/>
                  </a:lnTo>
                  <a:lnTo>
                    <a:pt x="250" y="348"/>
                  </a:lnTo>
                  <a:lnTo>
                    <a:pt x="232" y="374"/>
                  </a:lnTo>
                  <a:lnTo>
                    <a:pt x="212" y="395"/>
                  </a:lnTo>
                  <a:lnTo>
                    <a:pt x="190" y="410"/>
                  </a:lnTo>
                  <a:lnTo>
                    <a:pt x="166" y="420"/>
                  </a:lnTo>
                  <a:lnTo>
                    <a:pt x="142" y="424"/>
                  </a:lnTo>
                  <a:lnTo>
                    <a:pt x="115" y="420"/>
                  </a:lnTo>
                  <a:lnTo>
                    <a:pt x="92" y="410"/>
                  </a:lnTo>
                  <a:lnTo>
                    <a:pt x="69" y="395"/>
                  </a:lnTo>
                  <a:lnTo>
                    <a:pt x="51" y="374"/>
                  </a:lnTo>
                  <a:lnTo>
                    <a:pt x="33" y="348"/>
                  </a:lnTo>
                  <a:lnTo>
                    <a:pt x="20" y="319"/>
                  </a:lnTo>
                  <a:lnTo>
                    <a:pt x="9" y="286"/>
                  </a:lnTo>
                  <a:lnTo>
                    <a:pt x="2" y="250"/>
                  </a:lnTo>
                  <a:lnTo>
                    <a:pt x="0" y="212"/>
                  </a:lnTo>
                  <a:lnTo>
                    <a:pt x="2" y="174"/>
                  </a:lnTo>
                  <a:lnTo>
                    <a:pt x="9" y="138"/>
                  </a:lnTo>
                  <a:lnTo>
                    <a:pt x="20" y="105"/>
                  </a:lnTo>
                  <a:lnTo>
                    <a:pt x="33" y="75"/>
                  </a:lnTo>
                  <a:lnTo>
                    <a:pt x="51" y="49"/>
                  </a:lnTo>
                  <a:lnTo>
                    <a:pt x="69" y="28"/>
                  </a:lnTo>
                  <a:lnTo>
                    <a:pt x="92" y="13"/>
                  </a:lnTo>
                  <a:lnTo>
                    <a:pt x="115" y="3"/>
                  </a:lnTo>
                  <a:lnTo>
                    <a:pt x="142" y="0"/>
                  </a:lnTo>
                  <a:close/>
                </a:path>
              </a:pathLst>
            </a:custGeom>
            <a:solidFill>
              <a:srgbClr val="FFFFFF"/>
            </a:solidFill>
            <a:ln w="0">
              <a:noFill/>
              <a:prstDash val="solid"/>
              <a:round/>
              <a:headEnd/>
              <a:tailEnd/>
            </a:ln>
          </p:spPr>
          <p:txBody>
            <a:bodyPr lIns="68580" tIns="34290" rIns="68580" bIns="34290" anchor="ctr"/>
            <a:lstStyle/>
            <a:p>
              <a:pPr>
                <a:defRPr/>
              </a:pPr>
              <a:endParaRPr lang="en-IN" sz="1350" kern="0">
                <a:solidFill>
                  <a:prstClr val="black"/>
                </a:solidFill>
              </a:endParaRPr>
            </a:p>
          </p:txBody>
        </p:sp>
        <p:sp>
          <p:nvSpPr>
            <p:cNvPr id="29" name="Freeform 59">
              <a:extLst>
                <a:ext uri="{FF2B5EF4-FFF2-40B4-BE49-F238E27FC236}">
                  <a16:creationId xmlns:a16="http://schemas.microsoft.com/office/drawing/2014/main" id="{DF0EDA2E-7563-2616-C5F3-8BF353431A27}"/>
                </a:ext>
              </a:extLst>
            </p:cNvPr>
            <p:cNvSpPr>
              <a:spLocks/>
            </p:cNvSpPr>
            <p:nvPr/>
          </p:nvSpPr>
          <p:spPr bwMode="auto">
            <a:xfrm flipH="1">
              <a:off x="7769621" y="6382472"/>
              <a:ext cx="26798" cy="38691"/>
            </a:xfrm>
            <a:custGeom>
              <a:avLst/>
              <a:gdLst>
                <a:gd name="T0" fmla="*/ 142 w 283"/>
                <a:gd name="T1" fmla="*/ 0 h 425"/>
                <a:gd name="T2" fmla="*/ 167 w 283"/>
                <a:gd name="T3" fmla="*/ 4 h 425"/>
                <a:gd name="T4" fmla="*/ 191 w 283"/>
                <a:gd name="T5" fmla="*/ 14 h 425"/>
                <a:gd name="T6" fmla="*/ 213 w 283"/>
                <a:gd name="T7" fmla="*/ 30 h 425"/>
                <a:gd name="T8" fmla="*/ 233 w 283"/>
                <a:gd name="T9" fmla="*/ 51 h 425"/>
                <a:gd name="T10" fmla="*/ 250 w 283"/>
                <a:gd name="T11" fmla="*/ 76 h 425"/>
                <a:gd name="T12" fmla="*/ 264 w 283"/>
                <a:gd name="T13" fmla="*/ 106 h 425"/>
                <a:gd name="T14" fmla="*/ 274 w 283"/>
                <a:gd name="T15" fmla="*/ 138 h 425"/>
                <a:gd name="T16" fmla="*/ 280 w 283"/>
                <a:gd name="T17" fmla="*/ 175 h 425"/>
                <a:gd name="T18" fmla="*/ 283 w 283"/>
                <a:gd name="T19" fmla="*/ 213 h 425"/>
                <a:gd name="T20" fmla="*/ 280 w 283"/>
                <a:gd name="T21" fmla="*/ 250 h 425"/>
                <a:gd name="T22" fmla="*/ 274 w 283"/>
                <a:gd name="T23" fmla="*/ 286 h 425"/>
                <a:gd name="T24" fmla="*/ 264 w 283"/>
                <a:gd name="T25" fmla="*/ 320 h 425"/>
                <a:gd name="T26" fmla="*/ 250 w 283"/>
                <a:gd name="T27" fmla="*/ 350 h 425"/>
                <a:gd name="T28" fmla="*/ 233 w 283"/>
                <a:gd name="T29" fmla="*/ 375 h 425"/>
                <a:gd name="T30" fmla="*/ 213 w 283"/>
                <a:gd name="T31" fmla="*/ 396 h 425"/>
                <a:gd name="T32" fmla="*/ 191 w 283"/>
                <a:gd name="T33" fmla="*/ 412 h 425"/>
                <a:gd name="T34" fmla="*/ 167 w 283"/>
                <a:gd name="T35" fmla="*/ 421 h 425"/>
                <a:gd name="T36" fmla="*/ 142 w 283"/>
                <a:gd name="T37" fmla="*/ 425 h 425"/>
                <a:gd name="T38" fmla="*/ 116 w 283"/>
                <a:gd name="T39" fmla="*/ 421 h 425"/>
                <a:gd name="T40" fmla="*/ 92 w 283"/>
                <a:gd name="T41" fmla="*/ 412 h 425"/>
                <a:gd name="T42" fmla="*/ 70 w 283"/>
                <a:gd name="T43" fmla="*/ 396 h 425"/>
                <a:gd name="T44" fmla="*/ 51 w 283"/>
                <a:gd name="T45" fmla="*/ 375 h 425"/>
                <a:gd name="T46" fmla="*/ 34 w 283"/>
                <a:gd name="T47" fmla="*/ 350 h 425"/>
                <a:gd name="T48" fmla="*/ 20 w 283"/>
                <a:gd name="T49" fmla="*/ 320 h 425"/>
                <a:gd name="T50" fmla="*/ 9 w 283"/>
                <a:gd name="T51" fmla="*/ 286 h 425"/>
                <a:gd name="T52" fmla="*/ 3 w 283"/>
                <a:gd name="T53" fmla="*/ 250 h 425"/>
                <a:gd name="T54" fmla="*/ 0 w 283"/>
                <a:gd name="T55" fmla="*/ 213 h 425"/>
                <a:gd name="T56" fmla="*/ 3 w 283"/>
                <a:gd name="T57" fmla="*/ 175 h 425"/>
                <a:gd name="T58" fmla="*/ 9 w 283"/>
                <a:gd name="T59" fmla="*/ 138 h 425"/>
                <a:gd name="T60" fmla="*/ 20 w 283"/>
                <a:gd name="T61" fmla="*/ 106 h 425"/>
                <a:gd name="T62" fmla="*/ 34 w 283"/>
                <a:gd name="T63" fmla="*/ 76 h 425"/>
                <a:gd name="T64" fmla="*/ 51 w 283"/>
                <a:gd name="T65" fmla="*/ 51 h 425"/>
                <a:gd name="T66" fmla="*/ 70 w 283"/>
                <a:gd name="T67" fmla="*/ 30 h 425"/>
                <a:gd name="T68" fmla="*/ 92 w 283"/>
                <a:gd name="T69" fmla="*/ 14 h 425"/>
                <a:gd name="T70" fmla="*/ 116 w 283"/>
                <a:gd name="T71" fmla="*/ 4 h 425"/>
                <a:gd name="T72" fmla="*/ 142 w 283"/>
                <a:gd name="T73" fmla="*/ 0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83" h="425">
                  <a:moveTo>
                    <a:pt x="142" y="0"/>
                  </a:moveTo>
                  <a:lnTo>
                    <a:pt x="167" y="4"/>
                  </a:lnTo>
                  <a:lnTo>
                    <a:pt x="191" y="14"/>
                  </a:lnTo>
                  <a:lnTo>
                    <a:pt x="213" y="30"/>
                  </a:lnTo>
                  <a:lnTo>
                    <a:pt x="233" y="51"/>
                  </a:lnTo>
                  <a:lnTo>
                    <a:pt x="250" y="76"/>
                  </a:lnTo>
                  <a:lnTo>
                    <a:pt x="264" y="106"/>
                  </a:lnTo>
                  <a:lnTo>
                    <a:pt x="274" y="138"/>
                  </a:lnTo>
                  <a:lnTo>
                    <a:pt x="280" y="175"/>
                  </a:lnTo>
                  <a:lnTo>
                    <a:pt x="283" y="213"/>
                  </a:lnTo>
                  <a:lnTo>
                    <a:pt x="280" y="250"/>
                  </a:lnTo>
                  <a:lnTo>
                    <a:pt x="274" y="286"/>
                  </a:lnTo>
                  <a:lnTo>
                    <a:pt x="264" y="320"/>
                  </a:lnTo>
                  <a:lnTo>
                    <a:pt x="250" y="350"/>
                  </a:lnTo>
                  <a:lnTo>
                    <a:pt x="233" y="375"/>
                  </a:lnTo>
                  <a:lnTo>
                    <a:pt x="213" y="396"/>
                  </a:lnTo>
                  <a:lnTo>
                    <a:pt x="191" y="412"/>
                  </a:lnTo>
                  <a:lnTo>
                    <a:pt x="167" y="421"/>
                  </a:lnTo>
                  <a:lnTo>
                    <a:pt x="142" y="425"/>
                  </a:lnTo>
                  <a:lnTo>
                    <a:pt x="116" y="421"/>
                  </a:lnTo>
                  <a:lnTo>
                    <a:pt x="92" y="412"/>
                  </a:lnTo>
                  <a:lnTo>
                    <a:pt x="70" y="396"/>
                  </a:lnTo>
                  <a:lnTo>
                    <a:pt x="51" y="375"/>
                  </a:lnTo>
                  <a:lnTo>
                    <a:pt x="34" y="350"/>
                  </a:lnTo>
                  <a:lnTo>
                    <a:pt x="20" y="320"/>
                  </a:lnTo>
                  <a:lnTo>
                    <a:pt x="9" y="286"/>
                  </a:lnTo>
                  <a:lnTo>
                    <a:pt x="3" y="250"/>
                  </a:lnTo>
                  <a:lnTo>
                    <a:pt x="0" y="213"/>
                  </a:lnTo>
                  <a:lnTo>
                    <a:pt x="3" y="175"/>
                  </a:lnTo>
                  <a:lnTo>
                    <a:pt x="9" y="138"/>
                  </a:lnTo>
                  <a:lnTo>
                    <a:pt x="20" y="106"/>
                  </a:lnTo>
                  <a:lnTo>
                    <a:pt x="34" y="76"/>
                  </a:lnTo>
                  <a:lnTo>
                    <a:pt x="51" y="51"/>
                  </a:lnTo>
                  <a:lnTo>
                    <a:pt x="70" y="30"/>
                  </a:lnTo>
                  <a:lnTo>
                    <a:pt x="92" y="14"/>
                  </a:lnTo>
                  <a:lnTo>
                    <a:pt x="116" y="4"/>
                  </a:lnTo>
                  <a:lnTo>
                    <a:pt x="142" y="0"/>
                  </a:lnTo>
                  <a:close/>
                </a:path>
              </a:pathLst>
            </a:custGeom>
            <a:solidFill>
              <a:srgbClr val="FFFFFF"/>
            </a:solidFill>
            <a:ln w="0">
              <a:noFill/>
              <a:prstDash val="solid"/>
              <a:round/>
              <a:headEnd/>
              <a:tailEnd/>
            </a:ln>
          </p:spPr>
          <p:txBody>
            <a:bodyPr lIns="68580" tIns="34290" rIns="68580" bIns="34290" anchor="ctr"/>
            <a:lstStyle/>
            <a:p>
              <a:pPr>
                <a:defRPr/>
              </a:pPr>
              <a:endParaRPr lang="en-IN" sz="1350" kern="0">
                <a:solidFill>
                  <a:prstClr val="black"/>
                </a:solidFill>
              </a:endParaRPr>
            </a:p>
          </p:txBody>
        </p:sp>
        <p:sp>
          <p:nvSpPr>
            <p:cNvPr id="30" name="Freeform 60">
              <a:extLst>
                <a:ext uri="{FF2B5EF4-FFF2-40B4-BE49-F238E27FC236}">
                  <a16:creationId xmlns:a16="http://schemas.microsoft.com/office/drawing/2014/main" id="{193AD1D3-3C49-F2BD-7A62-77776DB9DD74}"/>
                </a:ext>
              </a:extLst>
            </p:cNvPr>
            <p:cNvSpPr>
              <a:spLocks/>
            </p:cNvSpPr>
            <p:nvPr/>
          </p:nvSpPr>
          <p:spPr bwMode="auto">
            <a:xfrm flipH="1">
              <a:off x="7576083" y="6316995"/>
              <a:ext cx="25309" cy="38691"/>
            </a:xfrm>
            <a:custGeom>
              <a:avLst/>
              <a:gdLst>
                <a:gd name="T0" fmla="*/ 141 w 283"/>
                <a:gd name="T1" fmla="*/ 0 h 423"/>
                <a:gd name="T2" fmla="*/ 167 w 283"/>
                <a:gd name="T3" fmla="*/ 3 h 423"/>
                <a:gd name="T4" fmla="*/ 191 w 283"/>
                <a:gd name="T5" fmla="*/ 13 h 423"/>
                <a:gd name="T6" fmla="*/ 213 w 283"/>
                <a:gd name="T7" fmla="*/ 29 h 423"/>
                <a:gd name="T8" fmla="*/ 232 w 283"/>
                <a:gd name="T9" fmla="*/ 50 h 423"/>
                <a:gd name="T10" fmla="*/ 249 w 283"/>
                <a:gd name="T11" fmla="*/ 75 h 423"/>
                <a:gd name="T12" fmla="*/ 263 w 283"/>
                <a:gd name="T13" fmla="*/ 105 h 423"/>
                <a:gd name="T14" fmla="*/ 274 w 283"/>
                <a:gd name="T15" fmla="*/ 138 h 423"/>
                <a:gd name="T16" fmla="*/ 280 w 283"/>
                <a:gd name="T17" fmla="*/ 173 h 423"/>
                <a:gd name="T18" fmla="*/ 283 w 283"/>
                <a:gd name="T19" fmla="*/ 212 h 423"/>
                <a:gd name="T20" fmla="*/ 280 w 283"/>
                <a:gd name="T21" fmla="*/ 250 h 423"/>
                <a:gd name="T22" fmla="*/ 274 w 283"/>
                <a:gd name="T23" fmla="*/ 285 h 423"/>
                <a:gd name="T24" fmla="*/ 263 w 283"/>
                <a:gd name="T25" fmla="*/ 319 h 423"/>
                <a:gd name="T26" fmla="*/ 249 w 283"/>
                <a:gd name="T27" fmla="*/ 348 h 423"/>
                <a:gd name="T28" fmla="*/ 232 w 283"/>
                <a:gd name="T29" fmla="*/ 373 h 423"/>
                <a:gd name="T30" fmla="*/ 213 w 283"/>
                <a:gd name="T31" fmla="*/ 394 h 423"/>
                <a:gd name="T32" fmla="*/ 191 w 283"/>
                <a:gd name="T33" fmla="*/ 411 h 423"/>
                <a:gd name="T34" fmla="*/ 167 w 283"/>
                <a:gd name="T35" fmla="*/ 421 h 423"/>
                <a:gd name="T36" fmla="*/ 141 w 283"/>
                <a:gd name="T37" fmla="*/ 423 h 423"/>
                <a:gd name="T38" fmla="*/ 116 w 283"/>
                <a:gd name="T39" fmla="*/ 421 h 423"/>
                <a:gd name="T40" fmla="*/ 92 w 283"/>
                <a:gd name="T41" fmla="*/ 411 h 423"/>
                <a:gd name="T42" fmla="*/ 70 w 283"/>
                <a:gd name="T43" fmla="*/ 394 h 423"/>
                <a:gd name="T44" fmla="*/ 50 w 283"/>
                <a:gd name="T45" fmla="*/ 373 h 423"/>
                <a:gd name="T46" fmla="*/ 33 w 283"/>
                <a:gd name="T47" fmla="*/ 348 h 423"/>
                <a:gd name="T48" fmla="*/ 19 w 283"/>
                <a:gd name="T49" fmla="*/ 319 h 423"/>
                <a:gd name="T50" fmla="*/ 9 w 283"/>
                <a:gd name="T51" fmla="*/ 285 h 423"/>
                <a:gd name="T52" fmla="*/ 3 w 283"/>
                <a:gd name="T53" fmla="*/ 250 h 423"/>
                <a:gd name="T54" fmla="*/ 0 w 283"/>
                <a:gd name="T55" fmla="*/ 212 h 423"/>
                <a:gd name="T56" fmla="*/ 3 w 283"/>
                <a:gd name="T57" fmla="*/ 173 h 423"/>
                <a:gd name="T58" fmla="*/ 9 w 283"/>
                <a:gd name="T59" fmla="*/ 138 h 423"/>
                <a:gd name="T60" fmla="*/ 19 w 283"/>
                <a:gd name="T61" fmla="*/ 105 h 423"/>
                <a:gd name="T62" fmla="*/ 33 w 283"/>
                <a:gd name="T63" fmla="*/ 75 h 423"/>
                <a:gd name="T64" fmla="*/ 50 w 283"/>
                <a:gd name="T65" fmla="*/ 50 h 423"/>
                <a:gd name="T66" fmla="*/ 70 w 283"/>
                <a:gd name="T67" fmla="*/ 29 h 423"/>
                <a:gd name="T68" fmla="*/ 92 w 283"/>
                <a:gd name="T69" fmla="*/ 13 h 423"/>
                <a:gd name="T70" fmla="*/ 116 w 283"/>
                <a:gd name="T71" fmla="*/ 3 h 423"/>
                <a:gd name="T72" fmla="*/ 141 w 283"/>
                <a:gd name="T73" fmla="*/ 0 h 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83" h="423">
                  <a:moveTo>
                    <a:pt x="141" y="0"/>
                  </a:moveTo>
                  <a:lnTo>
                    <a:pt x="167" y="3"/>
                  </a:lnTo>
                  <a:lnTo>
                    <a:pt x="191" y="13"/>
                  </a:lnTo>
                  <a:lnTo>
                    <a:pt x="213" y="29"/>
                  </a:lnTo>
                  <a:lnTo>
                    <a:pt x="232" y="50"/>
                  </a:lnTo>
                  <a:lnTo>
                    <a:pt x="249" y="75"/>
                  </a:lnTo>
                  <a:lnTo>
                    <a:pt x="263" y="105"/>
                  </a:lnTo>
                  <a:lnTo>
                    <a:pt x="274" y="138"/>
                  </a:lnTo>
                  <a:lnTo>
                    <a:pt x="280" y="173"/>
                  </a:lnTo>
                  <a:lnTo>
                    <a:pt x="283" y="212"/>
                  </a:lnTo>
                  <a:lnTo>
                    <a:pt x="280" y="250"/>
                  </a:lnTo>
                  <a:lnTo>
                    <a:pt x="274" y="285"/>
                  </a:lnTo>
                  <a:lnTo>
                    <a:pt x="263" y="319"/>
                  </a:lnTo>
                  <a:lnTo>
                    <a:pt x="249" y="348"/>
                  </a:lnTo>
                  <a:lnTo>
                    <a:pt x="232" y="373"/>
                  </a:lnTo>
                  <a:lnTo>
                    <a:pt x="213" y="394"/>
                  </a:lnTo>
                  <a:lnTo>
                    <a:pt x="191" y="411"/>
                  </a:lnTo>
                  <a:lnTo>
                    <a:pt x="167" y="421"/>
                  </a:lnTo>
                  <a:lnTo>
                    <a:pt x="141" y="423"/>
                  </a:lnTo>
                  <a:lnTo>
                    <a:pt x="116" y="421"/>
                  </a:lnTo>
                  <a:lnTo>
                    <a:pt x="92" y="411"/>
                  </a:lnTo>
                  <a:lnTo>
                    <a:pt x="70" y="394"/>
                  </a:lnTo>
                  <a:lnTo>
                    <a:pt x="50" y="373"/>
                  </a:lnTo>
                  <a:lnTo>
                    <a:pt x="33" y="348"/>
                  </a:lnTo>
                  <a:lnTo>
                    <a:pt x="19" y="319"/>
                  </a:lnTo>
                  <a:lnTo>
                    <a:pt x="9" y="285"/>
                  </a:lnTo>
                  <a:lnTo>
                    <a:pt x="3" y="250"/>
                  </a:lnTo>
                  <a:lnTo>
                    <a:pt x="0" y="212"/>
                  </a:lnTo>
                  <a:lnTo>
                    <a:pt x="3" y="173"/>
                  </a:lnTo>
                  <a:lnTo>
                    <a:pt x="9" y="138"/>
                  </a:lnTo>
                  <a:lnTo>
                    <a:pt x="19" y="105"/>
                  </a:lnTo>
                  <a:lnTo>
                    <a:pt x="33" y="75"/>
                  </a:lnTo>
                  <a:lnTo>
                    <a:pt x="50" y="50"/>
                  </a:lnTo>
                  <a:lnTo>
                    <a:pt x="70" y="29"/>
                  </a:lnTo>
                  <a:lnTo>
                    <a:pt x="92" y="13"/>
                  </a:lnTo>
                  <a:lnTo>
                    <a:pt x="116" y="3"/>
                  </a:lnTo>
                  <a:lnTo>
                    <a:pt x="141" y="0"/>
                  </a:lnTo>
                  <a:close/>
                </a:path>
              </a:pathLst>
            </a:custGeom>
            <a:solidFill>
              <a:srgbClr val="FFFFFF"/>
            </a:solidFill>
            <a:ln w="0">
              <a:noFill/>
              <a:prstDash val="solid"/>
              <a:round/>
              <a:headEnd/>
              <a:tailEnd/>
            </a:ln>
          </p:spPr>
          <p:txBody>
            <a:bodyPr lIns="68580" tIns="34290" rIns="68580" bIns="34290" anchor="ctr"/>
            <a:lstStyle/>
            <a:p>
              <a:pPr>
                <a:defRPr/>
              </a:pPr>
              <a:endParaRPr lang="en-IN" sz="1350" kern="0">
                <a:solidFill>
                  <a:prstClr val="black"/>
                </a:solidFill>
              </a:endParaRPr>
            </a:p>
          </p:txBody>
        </p:sp>
        <p:sp>
          <p:nvSpPr>
            <p:cNvPr id="31" name="Freeform 61">
              <a:extLst>
                <a:ext uri="{FF2B5EF4-FFF2-40B4-BE49-F238E27FC236}">
                  <a16:creationId xmlns:a16="http://schemas.microsoft.com/office/drawing/2014/main" id="{9D4AE085-7AF8-233B-B442-2619D792C4FA}"/>
                </a:ext>
              </a:extLst>
            </p:cNvPr>
            <p:cNvSpPr>
              <a:spLocks/>
            </p:cNvSpPr>
            <p:nvPr/>
          </p:nvSpPr>
          <p:spPr bwMode="auto">
            <a:xfrm flipH="1">
              <a:off x="7634145" y="6413722"/>
              <a:ext cx="25308" cy="40180"/>
            </a:xfrm>
            <a:custGeom>
              <a:avLst/>
              <a:gdLst>
                <a:gd name="T0" fmla="*/ 140 w 282"/>
                <a:gd name="T1" fmla="*/ 0 h 424"/>
                <a:gd name="T2" fmla="*/ 167 w 282"/>
                <a:gd name="T3" fmla="*/ 3 h 424"/>
                <a:gd name="T4" fmla="*/ 190 w 282"/>
                <a:gd name="T5" fmla="*/ 13 h 424"/>
                <a:gd name="T6" fmla="*/ 213 w 282"/>
                <a:gd name="T7" fmla="*/ 29 h 424"/>
                <a:gd name="T8" fmla="*/ 231 w 282"/>
                <a:gd name="T9" fmla="*/ 49 h 424"/>
                <a:gd name="T10" fmla="*/ 249 w 282"/>
                <a:gd name="T11" fmla="*/ 76 h 424"/>
                <a:gd name="T12" fmla="*/ 262 w 282"/>
                <a:gd name="T13" fmla="*/ 105 h 424"/>
                <a:gd name="T14" fmla="*/ 274 w 282"/>
                <a:gd name="T15" fmla="*/ 138 h 424"/>
                <a:gd name="T16" fmla="*/ 280 w 282"/>
                <a:gd name="T17" fmla="*/ 174 h 424"/>
                <a:gd name="T18" fmla="*/ 282 w 282"/>
                <a:gd name="T19" fmla="*/ 212 h 424"/>
                <a:gd name="T20" fmla="*/ 280 w 282"/>
                <a:gd name="T21" fmla="*/ 250 h 424"/>
                <a:gd name="T22" fmla="*/ 274 w 282"/>
                <a:gd name="T23" fmla="*/ 286 h 424"/>
                <a:gd name="T24" fmla="*/ 262 w 282"/>
                <a:gd name="T25" fmla="*/ 319 h 424"/>
                <a:gd name="T26" fmla="*/ 249 w 282"/>
                <a:gd name="T27" fmla="*/ 349 h 424"/>
                <a:gd name="T28" fmla="*/ 231 w 282"/>
                <a:gd name="T29" fmla="*/ 374 h 424"/>
                <a:gd name="T30" fmla="*/ 213 w 282"/>
                <a:gd name="T31" fmla="*/ 395 h 424"/>
                <a:gd name="T32" fmla="*/ 190 w 282"/>
                <a:gd name="T33" fmla="*/ 410 h 424"/>
                <a:gd name="T34" fmla="*/ 167 w 282"/>
                <a:gd name="T35" fmla="*/ 420 h 424"/>
                <a:gd name="T36" fmla="*/ 140 w 282"/>
                <a:gd name="T37" fmla="*/ 424 h 424"/>
                <a:gd name="T38" fmla="*/ 116 w 282"/>
                <a:gd name="T39" fmla="*/ 420 h 424"/>
                <a:gd name="T40" fmla="*/ 92 w 282"/>
                <a:gd name="T41" fmla="*/ 410 h 424"/>
                <a:gd name="T42" fmla="*/ 70 w 282"/>
                <a:gd name="T43" fmla="*/ 395 h 424"/>
                <a:gd name="T44" fmla="*/ 50 w 282"/>
                <a:gd name="T45" fmla="*/ 374 h 424"/>
                <a:gd name="T46" fmla="*/ 32 w 282"/>
                <a:gd name="T47" fmla="*/ 349 h 424"/>
                <a:gd name="T48" fmla="*/ 19 w 282"/>
                <a:gd name="T49" fmla="*/ 319 h 424"/>
                <a:gd name="T50" fmla="*/ 9 w 282"/>
                <a:gd name="T51" fmla="*/ 286 h 424"/>
                <a:gd name="T52" fmla="*/ 1 w 282"/>
                <a:gd name="T53" fmla="*/ 250 h 424"/>
                <a:gd name="T54" fmla="*/ 0 w 282"/>
                <a:gd name="T55" fmla="*/ 212 h 424"/>
                <a:gd name="T56" fmla="*/ 1 w 282"/>
                <a:gd name="T57" fmla="*/ 174 h 424"/>
                <a:gd name="T58" fmla="*/ 9 w 282"/>
                <a:gd name="T59" fmla="*/ 138 h 424"/>
                <a:gd name="T60" fmla="*/ 19 w 282"/>
                <a:gd name="T61" fmla="*/ 105 h 424"/>
                <a:gd name="T62" fmla="*/ 32 w 282"/>
                <a:gd name="T63" fmla="*/ 76 h 424"/>
                <a:gd name="T64" fmla="*/ 50 w 282"/>
                <a:gd name="T65" fmla="*/ 49 h 424"/>
                <a:gd name="T66" fmla="*/ 70 w 282"/>
                <a:gd name="T67" fmla="*/ 29 h 424"/>
                <a:gd name="T68" fmla="*/ 92 w 282"/>
                <a:gd name="T69" fmla="*/ 13 h 424"/>
                <a:gd name="T70" fmla="*/ 116 w 282"/>
                <a:gd name="T71" fmla="*/ 3 h 424"/>
                <a:gd name="T72" fmla="*/ 140 w 282"/>
                <a:gd name="T73"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82" h="424">
                  <a:moveTo>
                    <a:pt x="140" y="0"/>
                  </a:moveTo>
                  <a:lnTo>
                    <a:pt x="167" y="3"/>
                  </a:lnTo>
                  <a:lnTo>
                    <a:pt x="190" y="13"/>
                  </a:lnTo>
                  <a:lnTo>
                    <a:pt x="213" y="29"/>
                  </a:lnTo>
                  <a:lnTo>
                    <a:pt x="231" y="49"/>
                  </a:lnTo>
                  <a:lnTo>
                    <a:pt x="249" y="76"/>
                  </a:lnTo>
                  <a:lnTo>
                    <a:pt x="262" y="105"/>
                  </a:lnTo>
                  <a:lnTo>
                    <a:pt x="274" y="138"/>
                  </a:lnTo>
                  <a:lnTo>
                    <a:pt x="280" y="174"/>
                  </a:lnTo>
                  <a:lnTo>
                    <a:pt x="282" y="212"/>
                  </a:lnTo>
                  <a:lnTo>
                    <a:pt x="280" y="250"/>
                  </a:lnTo>
                  <a:lnTo>
                    <a:pt x="274" y="286"/>
                  </a:lnTo>
                  <a:lnTo>
                    <a:pt x="262" y="319"/>
                  </a:lnTo>
                  <a:lnTo>
                    <a:pt x="249" y="349"/>
                  </a:lnTo>
                  <a:lnTo>
                    <a:pt x="231" y="374"/>
                  </a:lnTo>
                  <a:lnTo>
                    <a:pt x="213" y="395"/>
                  </a:lnTo>
                  <a:lnTo>
                    <a:pt x="190" y="410"/>
                  </a:lnTo>
                  <a:lnTo>
                    <a:pt x="167" y="420"/>
                  </a:lnTo>
                  <a:lnTo>
                    <a:pt x="140" y="424"/>
                  </a:lnTo>
                  <a:lnTo>
                    <a:pt x="116" y="420"/>
                  </a:lnTo>
                  <a:lnTo>
                    <a:pt x="92" y="410"/>
                  </a:lnTo>
                  <a:lnTo>
                    <a:pt x="70" y="395"/>
                  </a:lnTo>
                  <a:lnTo>
                    <a:pt x="50" y="374"/>
                  </a:lnTo>
                  <a:lnTo>
                    <a:pt x="32" y="349"/>
                  </a:lnTo>
                  <a:lnTo>
                    <a:pt x="19" y="319"/>
                  </a:lnTo>
                  <a:lnTo>
                    <a:pt x="9" y="286"/>
                  </a:lnTo>
                  <a:lnTo>
                    <a:pt x="1" y="250"/>
                  </a:lnTo>
                  <a:lnTo>
                    <a:pt x="0" y="212"/>
                  </a:lnTo>
                  <a:lnTo>
                    <a:pt x="1" y="174"/>
                  </a:lnTo>
                  <a:lnTo>
                    <a:pt x="9" y="138"/>
                  </a:lnTo>
                  <a:lnTo>
                    <a:pt x="19" y="105"/>
                  </a:lnTo>
                  <a:lnTo>
                    <a:pt x="32" y="76"/>
                  </a:lnTo>
                  <a:lnTo>
                    <a:pt x="50" y="49"/>
                  </a:lnTo>
                  <a:lnTo>
                    <a:pt x="70" y="29"/>
                  </a:lnTo>
                  <a:lnTo>
                    <a:pt x="92" y="13"/>
                  </a:lnTo>
                  <a:lnTo>
                    <a:pt x="116" y="3"/>
                  </a:lnTo>
                  <a:lnTo>
                    <a:pt x="140" y="0"/>
                  </a:lnTo>
                  <a:close/>
                </a:path>
              </a:pathLst>
            </a:custGeom>
            <a:solidFill>
              <a:srgbClr val="FFFFFF"/>
            </a:solidFill>
            <a:ln w="0">
              <a:noFill/>
              <a:prstDash val="solid"/>
              <a:round/>
              <a:headEnd/>
              <a:tailEnd/>
            </a:ln>
          </p:spPr>
          <p:txBody>
            <a:bodyPr lIns="68580" tIns="34290" rIns="68580" bIns="34290" anchor="ctr"/>
            <a:lstStyle/>
            <a:p>
              <a:pPr>
                <a:defRPr/>
              </a:pPr>
              <a:endParaRPr lang="en-IN" sz="1350" kern="0">
                <a:solidFill>
                  <a:prstClr val="black"/>
                </a:solidFill>
              </a:endParaRPr>
            </a:p>
          </p:txBody>
        </p:sp>
        <p:sp>
          <p:nvSpPr>
            <p:cNvPr id="32" name="Freeform 62">
              <a:extLst>
                <a:ext uri="{FF2B5EF4-FFF2-40B4-BE49-F238E27FC236}">
                  <a16:creationId xmlns:a16="http://schemas.microsoft.com/office/drawing/2014/main" id="{7A4E2522-2E30-6A52-3CD8-01B68F5C8E4C}"/>
                </a:ext>
              </a:extLst>
            </p:cNvPr>
            <p:cNvSpPr>
              <a:spLocks/>
            </p:cNvSpPr>
            <p:nvPr/>
          </p:nvSpPr>
          <p:spPr bwMode="auto">
            <a:xfrm flipH="1">
              <a:off x="7666898" y="6245565"/>
              <a:ext cx="38708" cy="26786"/>
            </a:xfrm>
            <a:custGeom>
              <a:avLst/>
              <a:gdLst>
                <a:gd name="T0" fmla="*/ 211 w 424"/>
                <a:gd name="T1" fmla="*/ 0 h 282"/>
                <a:gd name="T2" fmla="*/ 250 w 424"/>
                <a:gd name="T3" fmla="*/ 2 h 282"/>
                <a:gd name="T4" fmla="*/ 286 w 424"/>
                <a:gd name="T5" fmla="*/ 9 h 282"/>
                <a:gd name="T6" fmla="*/ 318 w 424"/>
                <a:gd name="T7" fmla="*/ 19 h 282"/>
                <a:gd name="T8" fmla="*/ 348 w 424"/>
                <a:gd name="T9" fmla="*/ 33 h 282"/>
                <a:gd name="T10" fmla="*/ 374 w 424"/>
                <a:gd name="T11" fmla="*/ 50 h 282"/>
                <a:gd name="T12" fmla="*/ 395 w 424"/>
                <a:gd name="T13" fmla="*/ 70 h 282"/>
                <a:gd name="T14" fmla="*/ 410 w 424"/>
                <a:gd name="T15" fmla="*/ 92 h 282"/>
                <a:gd name="T16" fmla="*/ 420 w 424"/>
                <a:gd name="T17" fmla="*/ 116 h 282"/>
                <a:gd name="T18" fmla="*/ 424 w 424"/>
                <a:gd name="T19" fmla="*/ 142 h 282"/>
                <a:gd name="T20" fmla="*/ 420 w 424"/>
                <a:gd name="T21" fmla="*/ 167 h 282"/>
                <a:gd name="T22" fmla="*/ 410 w 424"/>
                <a:gd name="T23" fmla="*/ 190 h 282"/>
                <a:gd name="T24" fmla="*/ 395 w 424"/>
                <a:gd name="T25" fmla="*/ 213 h 282"/>
                <a:gd name="T26" fmla="*/ 374 w 424"/>
                <a:gd name="T27" fmla="*/ 232 h 282"/>
                <a:gd name="T28" fmla="*/ 348 w 424"/>
                <a:gd name="T29" fmla="*/ 249 h 282"/>
                <a:gd name="T30" fmla="*/ 318 w 424"/>
                <a:gd name="T31" fmla="*/ 264 h 282"/>
                <a:gd name="T32" fmla="*/ 286 w 424"/>
                <a:gd name="T33" fmla="*/ 273 h 282"/>
                <a:gd name="T34" fmla="*/ 250 w 424"/>
                <a:gd name="T35" fmla="*/ 280 h 282"/>
                <a:gd name="T36" fmla="*/ 211 w 424"/>
                <a:gd name="T37" fmla="*/ 282 h 282"/>
                <a:gd name="T38" fmla="*/ 174 w 424"/>
                <a:gd name="T39" fmla="*/ 280 h 282"/>
                <a:gd name="T40" fmla="*/ 138 w 424"/>
                <a:gd name="T41" fmla="*/ 273 h 282"/>
                <a:gd name="T42" fmla="*/ 106 w 424"/>
                <a:gd name="T43" fmla="*/ 264 h 282"/>
                <a:gd name="T44" fmla="*/ 76 w 424"/>
                <a:gd name="T45" fmla="*/ 249 h 282"/>
                <a:gd name="T46" fmla="*/ 50 w 424"/>
                <a:gd name="T47" fmla="*/ 232 h 282"/>
                <a:gd name="T48" fmla="*/ 29 w 424"/>
                <a:gd name="T49" fmla="*/ 213 h 282"/>
                <a:gd name="T50" fmla="*/ 14 w 424"/>
                <a:gd name="T51" fmla="*/ 190 h 282"/>
                <a:gd name="T52" fmla="*/ 4 w 424"/>
                <a:gd name="T53" fmla="*/ 167 h 282"/>
                <a:gd name="T54" fmla="*/ 0 w 424"/>
                <a:gd name="T55" fmla="*/ 142 h 282"/>
                <a:gd name="T56" fmla="*/ 4 w 424"/>
                <a:gd name="T57" fmla="*/ 116 h 282"/>
                <a:gd name="T58" fmla="*/ 14 w 424"/>
                <a:gd name="T59" fmla="*/ 92 h 282"/>
                <a:gd name="T60" fmla="*/ 29 w 424"/>
                <a:gd name="T61" fmla="*/ 70 h 282"/>
                <a:gd name="T62" fmla="*/ 50 w 424"/>
                <a:gd name="T63" fmla="*/ 50 h 282"/>
                <a:gd name="T64" fmla="*/ 76 w 424"/>
                <a:gd name="T65" fmla="*/ 33 h 282"/>
                <a:gd name="T66" fmla="*/ 106 w 424"/>
                <a:gd name="T67" fmla="*/ 19 h 282"/>
                <a:gd name="T68" fmla="*/ 138 w 424"/>
                <a:gd name="T69" fmla="*/ 9 h 282"/>
                <a:gd name="T70" fmla="*/ 174 w 424"/>
                <a:gd name="T71" fmla="*/ 2 h 282"/>
                <a:gd name="T72" fmla="*/ 211 w 424"/>
                <a:gd name="T73"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24" h="282">
                  <a:moveTo>
                    <a:pt x="211" y="0"/>
                  </a:moveTo>
                  <a:lnTo>
                    <a:pt x="250" y="2"/>
                  </a:lnTo>
                  <a:lnTo>
                    <a:pt x="286" y="9"/>
                  </a:lnTo>
                  <a:lnTo>
                    <a:pt x="318" y="19"/>
                  </a:lnTo>
                  <a:lnTo>
                    <a:pt x="348" y="33"/>
                  </a:lnTo>
                  <a:lnTo>
                    <a:pt x="374" y="50"/>
                  </a:lnTo>
                  <a:lnTo>
                    <a:pt x="395" y="70"/>
                  </a:lnTo>
                  <a:lnTo>
                    <a:pt x="410" y="92"/>
                  </a:lnTo>
                  <a:lnTo>
                    <a:pt x="420" y="116"/>
                  </a:lnTo>
                  <a:lnTo>
                    <a:pt x="424" y="142"/>
                  </a:lnTo>
                  <a:lnTo>
                    <a:pt x="420" y="167"/>
                  </a:lnTo>
                  <a:lnTo>
                    <a:pt x="410" y="190"/>
                  </a:lnTo>
                  <a:lnTo>
                    <a:pt x="395" y="213"/>
                  </a:lnTo>
                  <a:lnTo>
                    <a:pt x="374" y="232"/>
                  </a:lnTo>
                  <a:lnTo>
                    <a:pt x="348" y="249"/>
                  </a:lnTo>
                  <a:lnTo>
                    <a:pt x="318" y="264"/>
                  </a:lnTo>
                  <a:lnTo>
                    <a:pt x="286" y="273"/>
                  </a:lnTo>
                  <a:lnTo>
                    <a:pt x="250" y="280"/>
                  </a:lnTo>
                  <a:lnTo>
                    <a:pt x="211" y="282"/>
                  </a:lnTo>
                  <a:lnTo>
                    <a:pt x="174" y="280"/>
                  </a:lnTo>
                  <a:lnTo>
                    <a:pt x="138" y="273"/>
                  </a:lnTo>
                  <a:lnTo>
                    <a:pt x="106" y="264"/>
                  </a:lnTo>
                  <a:lnTo>
                    <a:pt x="76" y="249"/>
                  </a:lnTo>
                  <a:lnTo>
                    <a:pt x="50" y="232"/>
                  </a:lnTo>
                  <a:lnTo>
                    <a:pt x="29" y="213"/>
                  </a:lnTo>
                  <a:lnTo>
                    <a:pt x="14" y="190"/>
                  </a:lnTo>
                  <a:lnTo>
                    <a:pt x="4" y="167"/>
                  </a:lnTo>
                  <a:lnTo>
                    <a:pt x="0" y="142"/>
                  </a:lnTo>
                  <a:lnTo>
                    <a:pt x="4" y="116"/>
                  </a:lnTo>
                  <a:lnTo>
                    <a:pt x="14" y="92"/>
                  </a:lnTo>
                  <a:lnTo>
                    <a:pt x="29" y="70"/>
                  </a:lnTo>
                  <a:lnTo>
                    <a:pt x="50" y="50"/>
                  </a:lnTo>
                  <a:lnTo>
                    <a:pt x="76" y="33"/>
                  </a:lnTo>
                  <a:lnTo>
                    <a:pt x="106" y="19"/>
                  </a:lnTo>
                  <a:lnTo>
                    <a:pt x="138" y="9"/>
                  </a:lnTo>
                  <a:lnTo>
                    <a:pt x="174" y="2"/>
                  </a:lnTo>
                  <a:lnTo>
                    <a:pt x="211" y="0"/>
                  </a:lnTo>
                  <a:close/>
                </a:path>
              </a:pathLst>
            </a:custGeom>
            <a:solidFill>
              <a:srgbClr val="FFFFFF"/>
            </a:solidFill>
            <a:ln w="0">
              <a:noFill/>
              <a:prstDash val="solid"/>
              <a:round/>
              <a:headEnd/>
              <a:tailEnd/>
            </a:ln>
          </p:spPr>
          <p:txBody>
            <a:bodyPr lIns="68580" tIns="34290" rIns="68580" bIns="34290" anchor="ctr"/>
            <a:lstStyle/>
            <a:p>
              <a:pPr>
                <a:defRPr/>
              </a:pPr>
              <a:endParaRPr lang="en-IN" sz="1350" kern="0">
                <a:solidFill>
                  <a:prstClr val="black"/>
                </a:solidFill>
              </a:endParaRPr>
            </a:p>
          </p:txBody>
        </p:sp>
        <p:sp>
          <p:nvSpPr>
            <p:cNvPr id="33" name="Freeform 63">
              <a:extLst>
                <a:ext uri="{FF2B5EF4-FFF2-40B4-BE49-F238E27FC236}">
                  <a16:creationId xmlns:a16="http://schemas.microsoft.com/office/drawing/2014/main" id="{375EB506-812E-BBBB-3EF9-17E02AD6F0AF}"/>
                </a:ext>
              </a:extLst>
            </p:cNvPr>
            <p:cNvSpPr>
              <a:spLocks/>
            </p:cNvSpPr>
            <p:nvPr/>
          </p:nvSpPr>
          <p:spPr bwMode="auto">
            <a:xfrm flipH="1">
              <a:off x="7498668" y="6397354"/>
              <a:ext cx="25309" cy="40179"/>
            </a:xfrm>
            <a:custGeom>
              <a:avLst/>
              <a:gdLst>
                <a:gd name="T0" fmla="*/ 142 w 283"/>
                <a:gd name="T1" fmla="*/ 0 h 424"/>
                <a:gd name="T2" fmla="*/ 167 w 283"/>
                <a:gd name="T3" fmla="*/ 3 h 424"/>
                <a:gd name="T4" fmla="*/ 191 w 283"/>
                <a:gd name="T5" fmla="*/ 13 h 424"/>
                <a:gd name="T6" fmla="*/ 213 w 283"/>
                <a:gd name="T7" fmla="*/ 28 h 424"/>
                <a:gd name="T8" fmla="*/ 233 w 283"/>
                <a:gd name="T9" fmla="*/ 49 h 424"/>
                <a:gd name="T10" fmla="*/ 250 w 283"/>
                <a:gd name="T11" fmla="*/ 74 h 424"/>
                <a:gd name="T12" fmla="*/ 264 w 283"/>
                <a:gd name="T13" fmla="*/ 104 h 424"/>
                <a:gd name="T14" fmla="*/ 274 w 283"/>
                <a:gd name="T15" fmla="*/ 138 h 424"/>
                <a:gd name="T16" fmla="*/ 280 w 283"/>
                <a:gd name="T17" fmla="*/ 174 h 424"/>
                <a:gd name="T18" fmla="*/ 283 w 283"/>
                <a:gd name="T19" fmla="*/ 211 h 424"/>
                <a:gd name="T20" fmla="*/ 280 w 283"/>
                <a:gd name="T21" fmla="*/ 250 h 424"/>
                <a:gd name="T22" fmla="*/ 274 w 283"/>
                <a:gd name="T23" fmla="*/ 286 h 424"/>
                <a:gd name="T24" fmla="*/ 264 w 283"/>
                <a:gd name="T25" fmla="*/ 318 h 424"/>
                <a:gd name="T26" fmla="*/ 250 w 283"/>
                <a:gd name="T27" fmla="*/ 348 h 424"/>
                <a:gd name="T28" fmla="*/ 233 w 283"/>
                <a:gd name="T29" fmla="*/ 374 h 424"/>
                <a:gd name="T30" fmla="*/ 213 w 283"/>
                <a:gd name="T31" fmla="*/ 394 h 424"/>
                <a:gd name="T32" fmla="*/ 191 w 283"/>
                <a:gd name="T33" fmla="*/ 410 h 424"/>
                <a:gd name="T34" fmla="*/ 167 w 283"/>
                <a:gd name="T35" fmla="*/ 420 h 424"/>
                <a:gd name="T36" fmla="*/ 142 w 283"/>
                <a:gd name="T37" fmla="*/ 424 h 424"/>
                <a:gd name="T38" fmla="*/ 116 w 283"/>
                <a:gd name="T39" fmla="*/ 420 h 424"/>
                <a:gd name="T40" fmla="*/ 92 w 283"/>
                <a:gd name="T41" fmla="*/ 410 h 424"/>
                <a:gd name="T42" fmla="*/ 70 w 283"/>
                <a:gd name="T43" fmla="*/ 394 h 424"/>
                <a:gd name="T44" fmla="*/ 51 w 283"/>
                <a:gd name="T45" fmla="*/ 374 h 424"/>
                <a:gd name="T46" fmla="*/ 34 w 283"/>
                <a:gd name="T47" fmla="*/ 348 h 424"/>
                <a:gd name="T48" fmla="*/ 20 w 283"/>
                <a:gd name="T49" fmla="*/ 318 h 424"/>
                <a:gd name="T50" fmla="*/ 9 w 283"/>
                <a:gd name="T51" fmla="*/ 286 h 424"/>
                <a:gd name="T52" fmla="*/ 3 w 283"/>
                <a:gd name="T53" fmla="*/ 250 h 424"/>
                <a:gd name="T54" fmla="*/ 0 w 283"/>
                <a:gd name="T55" fmla="*/ 211 h 424"/>
                <a:gd name="T56" fmla="*/ 3 w 283"/>
                <a:gd name="T57" fmla="*/ 174 h 424"/>
                <a:gd name="T58" fmla="*/ 9 w 283"/>
                <a:gd name="T59" fmla="*/ 138 h 424"/>
                <a:gd name="T60" fmla="*/ 20 w 283"/>
                <a:gd name="T61" fmla="*/ 104 h 424"/>
                <a:gd name="T62" fmla="*/ 34 w 283"/>
                <a:gd name="T63" fmla="*/ 74 h 424"/>
                <a:gd name="T64" fmla="*/ 51 w 283"/>
                <a:gd name="T65" fmla="*/ 49 h 424"/>
                <a:gd name="T66" fmla="*/ 70 w 283"/>
                <a:gd name="T67" fmla="*/ 28 h 424"/>
                <a:gd name="T68" fmla="*/ 92 w 283"/>
                <a:gd name="T69" fmla="*/ 13 h 424"/>
                <a:gd name="T70" fmla="*/ 116 w 283"/>
                <a:gd name="T71" fmla="*/ 3 h 424"/>
                <a:gd name="T72" fmla="*/ 142 w 283"/>
                <a:gd name="T73"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83" h="424">
                  <a:moveTo>
                    <a:pt x="142" y="0"/>
                  </a:moveTo>
                  <a:lnTo>
                    <a:pt x="167" y="3"/>
                  </a:lnTo>
                  <a:lnTo>
                    <a:pt x="191" y="13"/>
                  </a:lnTo>
                  <a:lnTo>
                    <a:pt x="213" y="28"/>
                  </a:lnTo>
                  <a:lnTo>
                    <a:pt x="233" y="49"/>
                  </a:lnTo>
                  <a:lnTo>
                    <a:pt x="250" y="74"/>
                  </a:lnTo>
                  <a:lnTo>
                    <a:pt x="264" y="104"/>
                  </a:lnTo>
                  <a:lnTo>
                    <a:pt x="274" y="138"/>
                  </a:lnTo>
                  <a:lnTo>
                    <a:pt x="280" y="174"/>
                  </a:lnTo>
                  <a:lnTo>
                    <a:pt x="283" y="211"/>
                  </a:lnTo>
                  <a:lnTo>
                    <a:pt x="280" y="250"/>
                  </a:lnTo>
                  <a:lnTo>
                    <a:pt x="274" y="286"/>
                  </a:lnTo>
                  <a:lnTo>
                    <a:pt x="264" y="318"/>
                  </a:lnTo>
                  <a:lnTo>
                    <a:pt x="250" y="348"/>
                  </a:lnTo>
                  <a:lnTo>
                    <a:pt x="233" y="374"/>
                  </a:lnTo>
                  <a:lnTo>
                    <a:pt x="213" y="394"/>
                  </a:lnTo>
                  <a:lnTo>
                    <a:pt x="191" y="410"/>
                  </a:lnTo>
                  <a:lnTo>
                    <a:pt x="167" y="420"/>
                  </a:lnTo>
                  <a:lnTo>
                    <a:pt x="142" y="424"/>
                  </a:lnTo>
                  <a:lnTo>
                    <a:pt x="116" y="420"/>
                  </a:lnTo>
                  <a:lnTo>
                    <a:pt x="92" y="410"/>
                  </a:lnTo>
                  <a:lnTo>
                    <a:pt x="70" y="394"/>
                  </a:lnTo>
                  <a:lnTo>
                    <a:pt x="51" y="374"/>
                  </a:lnTo>
                  <a:lnTo>
                    <a:pt x="34" y="348"/>
                  </a:lnTo>
                  <a:lnTo>
                    <a:pt x="20" y="318"/>
                  </a:lnTo>
                  <a:lnTo>
                    <a:pt x="9" y="286"/>
                  </a:lnTo>
                  <a:lnTo>
                    <a:pt x="3" y="250"/>
                  </a:lnTo>
                  <a:lnTo>
                    <a:pt x="0" y="211"/>
                  </a:lnTo>
                  <a:lnTo>
                    <a:pt x="3" y="174"/>
                  </a:lnTo>
                  <a:lnTo>
                    <a:pt x="9" y="138"/>
                  </a:lnTo>
                  <a:lnTo>
                    <a:pt x="20" y="104"/>
                  </a:lnTo>
                  <a:lnTo>
                    <a:pt x="34" y="74"/>
                  </a:lnTo>
                  <a:lnTo>
                    <a:pt x="51" y="49"/>
                  </a:lnTo>
                  <a:lnTo>
                    <a:pt x="70" y="28"/>
                  </a:lnTo>
                  <a:lnTo>
                    <a:pt x="92" y="13"/>
                  </a:lnTo>
                  <a:lnTo>
                    <a:pt x="116" y="3"/>
                  </a:lnTo>
                  <a:lnTo>
                    <a:pt x="142" y="0"/>
                  </a:lnTo>
                  <a:close/>
                </a:path>
              </a:pathLst>
            </a:custGeom>
            <a:solidFill>
              <a:srgbClr val="FFFFFF"/>
            </a:solidFill>
            <a:ln w="0">
              <a:noFill/>
              <a:prstDash val="solid"/>
              <a:round/>
              <a:headEnd/>
              <a:tailEnd/>
            </a:ln>
          </p:spPr>
          <p:txBody>
            <a:bodyPr lIns="68580" tIns="34290" rIns="68580" bIns="34290" anchor="ctr"/>
            <a:lstStyle/>
            <a:p>
              <a:pPr>
                <a:defRPr/>
              </a:pPr>
              <a:endParaRPr lang="en-IN" sz="1350" kern="0">
                <a:solidFill>
                  <a:prstClr val="black"/>
                </a:solidFill>
              </a:endParaRPr>
            </a:p>
          </p:txBody>
        </p:sp>
        <p:sp>
          <p:nvSpPr>
            <p:cNvPr id="34" name="Freeform 64">
              <a:extLst>
                <a:ext uri="{FF2B5EF4-FFF2-40B4-BE49-F238E27FC236}">
                  <a16:creationId xmlns:a16="http://schemas.microsoft.com/office/drawing/2014/main" id="{AA9C7893-14F0-9BF2-7C2B-A592AD1A6D63}"/>
                </a:ext>
              </a:extLst>
            </p:cNvPr>
            <p:cNvSpPr>
              <a:spLocks/>
            </p:cNvSpPr>
            <p:nvPr/>
          </p:nvSpPr>
          <p:spPr bwMode="auto">
            <a:xfrm flipH="1">
              <a:off x="7510578" y="6281280"/>
              <a:ext cx="40197" cy="26786"/>
            </a:xfrm>
            <a:custGeom>
              <a:avLst/>
              <a:gdLst>
                <a:gd name="T0" fmla="*/ 211 w 424"/>
                <a:gd name="T1" fmla="*/ 0 h 283"/>
                <a:gd name="T2" fmla="*/ 250 w 424"/>
                <a:gd name="T3" fmla="*/ 3 h 283"/>
                <a:gd name="T4" fmla="*/ 286 w 424"/>
                <a:gd name="T5" fmla="*/ 9 h 283"/>
                <a:gd name="T6" fmla="*/ 318 w 424"/>
                <a:gd name="T7" fmla="*/ 19 h 283"/>
                <a:gd name="T8" fmla="*/ 348 w 424"/>
                <a:gd name="T9" fmla="*/ 33 h 283"/>
                <a:gd name="T10" fmla="*/ 374 w 424"/>
                <a:gd name="T11" fmla="*/ 50 h 283"/>
                <a:gd name="T12" fmla="*/ 394 w 424"/>
                <a:gd name="T13" fmla="*/ 70 h 283"/>
                <a:gd name="T14" fmla="*/ 410 w 424"/>
                <a:gd name="T15" fmla="*/ 92 h 283"/>
                <a:gd name="T16" fmla="*/ 420 w 424"/>
                <a:gd name="T17" fmla="*/ 116 h 283"/>
                <a:gd name="T18" fmla="*/ 424 w 424"/>
                <a:gd name="T19" fmla="*/ 141 h 283"/>
                <a:gd name="T20" fmla="*/ 420 w 424"/>
                <a:gd name="T21" fmla="*/ 167 h 283"/>
                <a:gd name="T22" fmla="*/ 410 w 424"/>
                <a:gd name="T23" fmla="*/ 191 h 283"/>
                <a:gd name="T24" fmla="*/ 394 w 424"/>
                <a:gd name="T25" fmla="*/ 213 h 283"/>
                <a:gd name="T26" fmla="*/ 374 w 424"/>
                <a:gd name="T27" fmla="*/ 232 h 283"/>
                <a:gd name="T28" fmla="*/ 348 w 424"/>
                <a:gd name="T29" fmla="*/ 249 h 283"/>
                <a:gd name="T30" fmla="*/ 318 w 424"/>
                <a:gd name="T31" fmla="*/ 263 h 283"/>
                <a:gd name="T32" fmla="*/ 286 w 424"/>
                <a:gd name="T33" fmla="*/ 274 h 283"/>
                <a:gd name="T34" fmla="*/ 250 w 424"/>
                <a:gd name="T35" fmla="*/ 280 h 283"/>
                <a:gd name="T36" fmla="*/ 211 w 424"/>
                <a:gd name="T37" fmla="*/ 283 h 283"/>
                <a:gd name="T38" fmla="*/ 174 w 424"/>
                <a:gd name="T39" fmla="*/ 280 h 283"/>
                <a:gd name="T40" fmla="*/ 138 w 424"/>
                <a:gd name="T41" fmla="*/ 274 h 283"/>
                <a:gd name="T42" fmla="*/ 105 w 424"/>
                <a:gd name="T43" fmla="*/ 263 h 283"/>
                <a:gd name="T44" fmla="*/ 76 w 424"/>
                <a:gd name="T45" fmla="*/ 249 h 283"/>
                <a:gd name="T46" fmla="*/ 50 w 424"/>
                <a:gd name="T47" fmla="*/ 232 h 283"/>
                <a:gd name="T48" fmla="*/ 29 w 424"/>
                <a:gd name="T49" fmla="*/ 213 h 283"/>
                <a:gd name="T50" fmla="*/ 14 w 424"/>
                <a:gd name="T51" fmla="*/ 191 h 283"/>
                <a:gd name="T52" fmla="*/ 4 w 424"/>
                <a:gd name="T53" fmla="*/ 167 h 283"/>
                <a:gd name="T54" fmla="*/ 0 w 424"/>
                <a:gd name="T55" fmla="*/ 141 h 283"/>
                <a:gd name="T56" fmla="*/ 4 w 424"/>
                <a:gd name="T57" fmla="*/ 116 h 283"/>
                <a:gd name="T58" fmla="*/ 14 w 424"/>
                <a:gd name="T59" fmla="*/ 92 h 283"/>
                <a:gd name="T60" fmla="*/ 29 w 424"/>
                <a:gd name="T61" fmla="*/ 70 h 283"/>
                <a:gd name="T62" fmla="*/ 50 w 424"/>
                <a:gd name="T63" fmla="*/ 50 h 283"/>
                <a:gd name="T64" fmla="*/ 76 w 424"/>
                <a:gd name="T65" fmla="*/ 33 h 283"/>
                <a:gd name="T66" fmla="*/ 105 w 424"/>
                <a:gd name="T67" fmla="*/ 19 h 283"/>
                <a:gd name="T68" fmla="*/ 138 w 424"/>
                <a:gd name="T69" fmla="*/ 9 h 283"/>
                <a:gd name="T70" fmla="*/ 174 w 424"/>
                <a:gd name="T71" fmla="*/ 3 h 283"/>
                <a:gd name="T72" fmla="*/ 211 w 424"/>
                <a:gd name="T73" fmla="*/ 0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24" h="283">
                  <a:moveTo>
                    <a:pt x="211" y="0"/>
                  </a:moveTo>
                  <a:lnTo>
                    <a:pt x="250" y="3"/>
                  </a:lnTo>
                  <a:lnTo>
                    <a:pt x="286" y="9"/>
                  </a:lnTo>
                  <a:lnTo>
                    <a:pt x="318" y="19"/>
                  </a:lnTo>
                  <a:lnTo>
                    <a:pt x="348" y="33"/>
                  </a:lnTo>
                  <a:lnTo>
                    <a:pt x="374" y="50"/>
                  </a:lnTo>
                  <a:lnTo>
                    <a:pt x="394" y="70"/>
                  </a:lnTo>
                  <a:lnTo>
                    <a:pt x="410" y="92"/>
                  </a:lnTo>
                  <a:lnTo>
                    <a:pt x="420" y="116"/>
                  </a:lnTo>
                  <a:lnTo>
                    <a:pt x="424" y="141"/>
                  </a:lnTo>
                  <a:lnTo>
                    <a:pt x="420" y="167"/>
                  </a:lnTo>
                  <a:lnTo>
                    <a:pt x="410" y="191"/>
                  </a:lnTo>
                  <a:lnTo>
                    <a:pt x="394" y="213"/>
                  </a:lnTo>
                  <a:lnTo>
                    <a:pt x="374" y="232"/>
                  </a:lnTo>
                  <a:lnTo>
                    <a:pt x="348" y="249"/>
                  </a:lnTo>
                  <a:lnTo>
                    <a:pt x="318" y="263"/>
                  </a:lnTo>
                  <a:lnTo>
                    <a:pt x="286" y="274"/>
                  </a:lnTo>
                  <a:lnTo>
                    <a:pt x="250" y="280"/>
                  </a:lnTo>
                  <a:lnTo>
                    <a:pt x="211" y="283"/>
                  </a:lnTo>
                  <a:lnTo>
                    <a:pt x="174" y="280"/>
                  </a:lnTo>
                  <a:lnTo>
                    <a:pt x="138" y="274"/>
                  </a:lnTo>
                  <a:lnTo>
                    <a:pt x="105" y="263"/>
                  </a:lnTo>
                  <a:lnTo>
                    <a:pt x="76" y="249"/>
                  </a:lnTo>
                  <a:lnTo>
                    <a:pt x="50" y="232"/>
                  </a:lnTo>
                  <a:lnTo>
                    <a:pt x="29" y="213"/>
                  </a:lnTo>
                  <a:lnTo>
                    <a:pt x="14" y="191"/>
                  </a:lnTo>
                  <a:lnTo>
                    <a:pt x="4" y="167"/>
                  </a:lnTo>
                  <a:lnTo>
                    <a:pt x="0" y="141"/>
                  </a:lnTo>
                  <a:lnTo>
                    <a:pt x="4" y="116"/>
                  </a:lnTo>
                  <a:lnTo>
                    <a:pt x="14" y="92"/>
                  </a:lnTo>
                  <a:lnTo>
                    <a:pt x="29" y="70"/>
                  </a:lnTo>
                  <a:lnTo>
                    <a:pt x="50" y="50"/>
                  </a:lnTo>
                  <a:lnTo>
                    <a:pt x="76" y="33"/>
                  </a:lnTo>
                  <a:lnTo>
                    <a:pt x="105" y="19"/>
                  </a:lnTo>
                  <a:lnTo>
                    <a:pt x="138" y="9"/>
                  </a:lnTo>
                  <a:lnTo>
                    <a:pt x="174" y="3"/>
                  </a:lnTo>
                  <a:lnTo>
                    <a:pt x="211" y="0"/>
                  </a:lnTo>
                  <a:close/>
                </a:path>
              </a:pathLst>
            </a:custGeom>
            <a:solidFill>
              <a:srgbClr val="FFFFFF"/>
            </a:solidFill>
            <a:ln w="0">
              <a:noFill/>
              <a:prstDash val="solid"/>
              <a:round/>
              <a:headEnd/>
              <a:tailEnd/>
            </a:ln>
          </p:spPr>
          <p:txBody>
            <a:bodyPr lIns="68580" tIns="34290" rIns="68580" bIns="34290" anchor="ctr"/>
            <a:lstStyle/>
            <a:p>
              <a:pPr>
                <a:defRPr/>
              </a:pPr>
              <a:endParaRPr lang="en-IN" sz="1350" kern="0">
                <a:solidFill>
                  <a:prstClr val="black"/>
                </a:solidFill>
              </a:endParaRPr>
            </a:p>
          </p:txBody>
        </p:sp>
      </p:grpSp>
      <p:sp>
        <p:nvSpPr>
          <p:cNvPr id="35" name="TextBox 34">
            <a:extLst>
              <a:ext uri="{FF2B5EF4-FFF2-40B4-BE49-F238E27FC236}">
                <a16:creationId xmlns:a16="http://schemas.microsoft.com/office/drawing/2014/main" id="{854805B8-3D27-4E12-1451-177F22716087}"/>
              </a:ext>
            </a:extLst>
          </p:cNvPr>
          <p:cNvSpPr txBox="1"/>
          <p:nvPr/>
        </p:nvSpPr>
        <p:spPr>
          <a:xfrm flipH="1">
            <a:off x="7091363" y="1087438"/>
            <a:ext cx="1897062" cy="981075"/>
          </a:xfrm>
          <a:prstGeom prst="rect">
            <a:avLst/>
          </a:prstGeom>
          <a:noFill/>
        </p:spPr>
        <p:txBody>
          <a:bodyPr wrap="none"/>
          <a:lstStyle/>
          <a:p>
            <a:pPr>
              <a:defRPr/>
            </a:pPr>
            <a:r>
              <a:rPr lang="en-IN" sz="1400" b="1" dirty="0">
                <a:solidFill>
                  <a:srgbClr val="D62900"/>
                </a:solidFill>
                <a:latin typeface="72 Black" panose="020B0A04030603020204" pitchFamily="34" charset="0"/>
                <a:cs typeface="72 Black" panose="020B0A04030603020204" pitchFamily="34" charset="0"/>
              </a:rPr>
              <a:t>HOBBIES</a:t>
            </a:r>
          </a:p>
          <a:p>
            <a:pPr marL="171450" indent="-171450">
              <a:buFont typeface="Arial" panose="020B0604020202020204" pitchFamily="34" charset="0"/>
              <a:buChar char="•"/>
              <a:defRPr/>
            </a:pPr>
            <a:r>
              <a:rPr lang="en-US" sz="1200" dirty="0">
                <a:solidFill>
                  <a:srgbClr val="000000"/>
                </a:solidFill>
                <a:latin typeface="EMprint Semibold" panose="020B0703020204020204" pitchFamily="34" charset="0"/>
                <a:ea typeface="EMprint Semibold" panose="020B0703020204020204" pitchFamily="34" charset="0"/>
              </a:rPr>
              <a:t>Video Games</a:t>
            </a:r>
          </a:p>
          <a:p>
            <a:pPr marL="171450" indent="-171450">
              <a:buFont typeface="Arial" panose="020B0604020202020204" pitchFamily="34" charset="0"/>
              <a:buChar char="•"/>
              <a:defRPr/>
            </a:pPr>
            <a:r>
              <a:rPr lang="en-US" sz="1200" dirty="0">
                <a:solidFill>
                  <a:srgbClr val="000000"/>
                </a:solidFill>
                <a:latin typeface="EMprint Semibold" panose="020B0703020204020204" pitchFamily="34" charset="0"/>
                <a:ea typeface="EMprint Semibold" panose="020B0703020204020204" pitchFamily="34" charset="0"/>
              </a:rPr>
              <a:t>Woodworking</a:t>
            </a:r>
          </a:p>
          <a:p>
            <a:pPr marL="171450" indent="-171450">
              <a:buFont typeface="Arial" panose="020B0604020202020204" pitchFamily="34" charset="0"/>
              <a:buChar char="•"/>
              <a:defRPr/>
            </a:pPr>
            <a:r>
              <a:rPr lang="en-US" sz="1200" dirty="0">
                <a:solidFill>
                  <a:srgbClr val="000000"/>
                </a:solidFill>
                <a:latin typeface="EMprint Semibold" panose="020B0703020204020204" pitchFamily="34" charset="0"/>
                <a:ea typeface="EMprint Semibold" panose="020B0703020204020204" pitchFamily="34" charset="0"/>
              </a:rPr>
              <a:t>STEM Outreach</a:t>
            </a:r>
          </a:p>
          <a:p>
            <a:pPr marL="171450" indent="-171450">
              <a:buFont typeface="Arial" panose="020B0604020202020204" pitchFamily="34" charset="0"/>
              <a:buChar char="•"/>
              <a:defRPr/>
            </a:pPr>
            <a:r>
              <a:rPr lang="en-US" sz="1200" dirty="0">
                <a:solidFill>
                  <a:srgbClr val="000000"/>
                </a:solidFill>
                <a:latin typeface="EMprint Semibold" panose="020B0703020204020204" pitchFamily="34" charset="0"/>
                <a:ea typeface="EMprint Semibold" panose="020B0703020204020204" pitchFamily="34" charset="0"/>
              </a:rPr>
              <a:t>Star Trek/Star Wars</a:t>
            </a:r>
          </a:p>
        </p:txBody>
      </p:sp>
      <p:sp>
        <p:nvSpPr>
          <p:cNvPr id="38" name="Freeform 95">
            <a:extLst>
              <a:ext uri="{FF2B5EF4-FFF2-40B4-BE49-F238E27FC236}">
                <a16:creationId xmlns:a16="http://schemas.microsoft.com/office/drawing/2014/main" id="{997F72CC-A2A1-A05E-21A0-8A594CBFEE3D}"/>
              </a:ext>
            </a:extLst>
          </p:cNvPr>
          <p:cNvSpPr>
            <a:spLocks/>
          </p:cNvSpPr>
          <p:nvPr/>
        </p:nvSpPr>
        <p:spPr bwMode="auto">
          <a:xfrm>
            <a:off x="8135938" y="520700"/>
            <a:ext cx="1255712" cy="1468438"/>
          </a:xfrm>
          <a:custGeom>
            <a:avLst/>
            <a:gdLst>
              <a:gd name="T0" fmla="*/ 491 w 664"/>
              <a:gd name="T1" fmla="*/ 854 h 854"/>
              <a:gd name="T2" fmla="*/ 664 w 664"/>
              <a:gd name="T3" fmla="*/ 438 h 854"/>
              <a:gd name="T4" fmla="*/ 226 w 664"/>
              <a:gd name="T5" fmla="*/ 0 h 854"/>
              <a:gd name="T6" fmla="*/ 0 w 664"/>
              <a:gd name="T7" fmla="*/ 0 h 854"/>
            </a:gdLst>
            <a:ahLst/>
            <a:cxnLst>
              <a:cxn ang="0">
                <a:pos x="T0" y="T1"/>
              </a:cxn>
              <a:cxn ang="0">
                <a:pos x="T2" y="T3"/>
              </a:cxn>
              <a:cxn ang="0">
                <a:pos x="T4" y="T5"/>
              </a:cxn>
              <a:cxn ang="0">
                <a:pos x="T6" y="T7"/>
              </a:cxn>
            </a:cxnLst>
            <a:rect l="0" t="0" r="r" b="b"/>
            <a:pathLst>
              <a:path w="664" h="854">
                <a:moveTo>
                  <a:pt x="491" y="854"/>
                </a:moveTo>
                <a:cubicBezTo>
                  <a:pt x="501" y="695"/>
                  <a:pt x="564" y="550"/>
                  <a:pt x="664" y="438"/>
                </a:cubicBezTo>
                <a:cubicBezTo>
                  <a:pt x="226" y="0"/>
                  <a:pt x="226" y="0"/>
                  <a:pt x="226" y="0"/>
                </a:cubicBezTo>
                <a:cubicBezTo>
                  <a:pt x="0" y="0"/>
                  <a:pt x="0" y="0"/>
                  <a:pt x="0" y="0"/>
                </a:cubicBezTo>
              </a:path>
            </a:pathLst>
          </a:custGeom>
          <a:noFill/>
          <a:ln w="25400" cap="rnd">
            <a:solidFill>
              <a:srgbClr val="B49C84"/>
            </a:solidFill>
            <a:prstDash val="solid"/>
            <a:miter lim="800000"/>
            <a:headEnd/>
            <a:tailEnd/>
          </a:ln>
        </p:spPr>
        <p:txBody>
          <a:bodyPr lIns="68580" tIns="34290" rIns="68580" bIns="34290" anchor="ctr"/>
          <a:lstStyle/>
          <a:p>
            <a:pPr>
              <a:defRPr/>
            </a:pPr>
            <a:endParaRPr lang="en-IN" sz="1350" kern="0">
              <a:solidFill>
                <a:prstClr val="black"/>
              </a:solidFill>
            </a:endParaRPr>
          </a:p>
        </p:txBody>
      </p:sp>
      <p:sp>
        <p:nvSpPr>
          <p:cNvPr id="44" name="Rectangle 217">
            <a:extLst>
              <a:ext uri="{FF2B5EF4-FFF2-40B4-BE49-F238E27FC236}">
                <a16:creationId xmlns:a16="http://schemas.microsoft.com/office/drawing/2014/main" id="{7FD5147D-67E9-91C5-154A-C652F7367786}"/>
              </a:ext>
            </a:extLst>
          </p:cNvPr>
          <p:cNvSpPr>
            <a:spLocks noChangeArrowheads="1"/>
          </p:cNvSpPr>
          <p:nvPr/>
        </p:nvSpPr>
        <p:spPr bwMode="auto">
          <a:xfrm>
            <a:off x="8924925" y="3768725"/>
            <a:ext cx="1878013" cy="25400"/>
          </a:xfrm>
          <a:prstGeom prst="rect">
            <a:avLst/>
          </a:prstGeom>
          <a:noFill/>
          <a:ln>
            <a:noFill/>
          </a:ln>
        </p:spPr>
        <p:txBody>
          <a:bodyPr lIns="68580" tIns="34290" rIns="68580" bIns="34290" anchor="ctr"/>
          <a:lstStyle/>
          <a:p>
            <a:pPr>
              <a:defRPr/>
            </a:pPr>
            <a:endParaRPr lang="en-IN" sz="1350" kern="0">
              <a:solidFill>
                <a:prstClr val="black"/>
              </a:solidFill>
            </a:endParaRPr>
          </a:p>
        </p:txBody>
      </p:sp>
      <p:sp>
        <p:nvSpPr>
          <p:cNvPr id="39947" name="Title 4">
            <a:extLst>
              <a:ext uri="{FF2B5EF4-FFF2-40B4-BE49-F238E27FC236}">
                <a16:creationId xmlns:a16="http://schemas.microsoft.com/office/drawing/2014/main" id="{0BCAE9F8-4799-5ADB-FE2C-EF0EA968084D}"/>
              </a:ext>
            </a:extLst>
          </p:cNvPr>
          <p:cNvSpPr txBox="1">
            <a:spLocks/>
          </p:cNvSpPr>
          <p:nvPr/>
        </p:nvSpPr>
        <p:spPr bwMode="auto">
          <a:xfrm>
            <a:off x="4175125" y="406400"/>
            <a:ext cx="4846638"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rIns="0" bIns="0" anchor="ctr"/>
          <a:lstStyle>
            <a:lvl1pPr marL="171450" indent="-171450" defTabSz="407988">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407988">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407988">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407988">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407988">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407988"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407988"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407988"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407988"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sz="1200">
                <a:solidFill>
                  <a:srgbClr val="202058"/>
                </a:solidFill>
                <a:latin typeface="EMprint Semibold" panose="020B0703020204020204" pitchFamily="34" charset="0"/>
              </a:rPr>
              <a:t>Know Thyself and Those Around You</a:t>
            </a:r>
          </a:p>
          <a:p>
            <a:pPr eaLnBrk="1" hangingPunct="1">
              <a:spcBef>
                <a:spcPct val="0"/>
              </a:spcBef>
            </a:pPr>
            <a:r>
              <a:rPr lang="en-US" altLang="en-US" sz="1200">
                <a:solidFill>
                  <a:srgbClr val="202058"/>
                </a:solidFill>
                <a:latin typeface="EMprint Semibold" panose="020B0703020204020204" pitchFamily="34" charset="0"/>
              </a:rPr>
              <a:t>Challenge your Preconceptions or they will Challenge You</a:t>
            </a:r>
          </a:p>
        </p:txBody>
      </p:sp>
      <p:pic>
        <p:nvPicPr>
          <p:cNvPr id="39948" name="Picture 52">
            <a:extLst>
              <a:ext uri="{FF2B5EF4-FFF2-40B4-BE49-F238E27FC236}">
                <a16:creationId xmlns:a16="http://schemas.microsoft.com/office/drawing/2014/main" id="{1DA15BB4-7FFA-890B-0CE4-8ACAF39A804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00650" y="3149600"/>
            <a:ext cx="3608388" cy="20970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grpSp>
        <p:nvGrpSpPr>
          <p:cNvPr id="39949" name="Group 53">
            <a:extLst>
              <a:ext uri="{FF2B5EF4-FFF2-40B4-BE49-F238E27FC236}">
                <a16:creationId xmlns:a16="http://schemas.microsoft.com/office/drawing/2014/main" id="{34C6E005-B374-CC9F-D377-235B1EF81EDE}"/>
              </a:ext>
            </a:extLst>
          </p:cNvPr>
          <p:cNvGrpSpPr>
            <a:grpSpLocks/>
          </p:cNvGrpSpPr>
          <p:nvPr/>
        </p:nvGrpSpPr>
        <p:grpSpPr bwMode="auto">
          <a:xfrm>
            <a:off x="5953125" y="2801938"/>
            <a:ext cx="2316163" cy="325437"/>
            <a:chOff x="1126013" y="4341408"/>
            <a:chExt cx="2315990" cy="325466"/>
          </a:xfrm>
        </p:grpSpPr>
        <p:sp>
          <p:nvSpPr>
            <p:cNvPr id="39962" name="TextBox 54">
              <a:extLst>
                <a:ext uri="{FF2B5EF4-FFF2-40B4-BE49-F238E27FC236}">
                  <a16:creationId xmlns:a16="http://schemas.microsoft.com/office/drawing/2014/main" id="{FEA0715C-E401-D541-65A9-29B813761E89}"/>
                </a:ext>
              </a:extLst>
            </p:cNvPr>
            <p:cNvSpPr txBox="1">
              <a:spLocks noChangeArrowheads="1"/>
            </p:cNvSpPr>
            <p:nvPr/>
          </p:nvSpPr>
          <p:spPr bwMode="auto">
            <a:xfrm>
              <a:off x="2531176" y="4359097"/>
              <a:ext cx="91082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400" b="1">
                  <a:solidFill>
                    <a:srgbClr val="3D424E"/>
                  </a:solidFill>
                  <a:latin typeface="Times New Roman" panose="02020603050405020304" pitchFamily="18" charset="0"/>
                </a:rPr>
                <a:t>PROFILE</a:t>
              </a:r>
            </a:p>
          </p:txBody>
        </p:sp>
        <p:pic>
          <p:nvPicPr>
            <p:cNvPr id="39963" name="Picture 55" descr="Screen Clipping">
              <a:extLst>
                <a:ext uri="{FF2B5EF4-FFF2-40B4-BE49-F238E27FC236}">
                  <a16:creationId xmlns:a16="http://schemas.microsoft.com/office/drawing/2014/main" id="{995FC8B8-14B0-7957-1280-8671DE02A8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6013" y="4341408"/>
              <a:ext cx="1444302" cy="301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9950" name="Picture 56">
            <a:extLst>
              <a:ext uri="{FF2B5EF4-FFF2-40B4-BE49-F238E27FC236}">
                <a16:creationId xmlns:a16="http://schemas.microsoft.com/office/drawing/2014/main" id="{60035FE6-F1A8-3C70-B7F5-D0FD1EC32E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2675" y="1679575"/>
            <a:ext cx="989013"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51" name="TextBox 58">
            <a:extLst>
              <a:ext uri="{FF2B5EF4-FFF2-40B4-BE49-F238E27FC236}">
                <a16:creationId xmlns:a16="http://schemas.microsoft.com/office/drawing/2014/main" id="{A5E552A2-052D-0993-CF64-55ACB06904EE}"/>
              </a:ext>
            </a:extLst>
          </p:cNvPr>
          <p:cNvSpPr txBox="1">
            <a:spLocks noChangeArrowheads="1"/>
          </p:cNvSpPr>
          <p:nvPr/>
        </p:nvSpPr>
        <p:spPr bwMode="auto">
          <a:xfrm flipH="1">
            <a:off x="4206875" y="220663"/>
            <a:ext cx="2239963"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400" b="1">
                <a:solidFill>
                  <a:srgbClr val="B59D86"/>
                </a:solidFill>
                <a:latin typeface="72 Black" panose="020B0A04030603020204" pitchFamily="34" charset="0"/>
                <a:cs typeface="72 Black" panose="020B0A04030603020204" pitchFamily="34" charset="0"/>
              </a:rPr>
              <a:t>Words to Live by</a:t>
            </a:r>
          </a:p>
        </p:txBody>
      </p:sp>
      <p:sp>
        <p:nvSpPr>
          <p:cNvPr id="39952" name="TextBox 62">
            <a:extLst>
              <a:ext uri="{FF2B5EF4-FFF2-40B4-BE49-F238E27FC236}">
                <a16:creationId xmlns:a16="http://schemas.microsoft.com/office/drawing/2014/main" id="{79C9CE20-8AE5-8A95-A75E-2B020216117C}"/>
              </a:ext>
            </a:extLst>
          </p:cNvPr>
          <p:cNvSpPr txBox="1">
            <a:spLocks noChangeArrowheads="1"/>
          </p:cNvSpPr>
          <p:nvPr/>
        </p:nvSpPr>
        <p:spPr bwMode="auto">
          <a:xfrm>
            <a:off x="769938" y="1327150"/>
            <a:ext cx="17208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200" b="1">
                <a:latin typeface="EMprint" panose="020B0503020204020204" pitchFamily="34" charset="0"/>
              </a:rPr>
              <a:t>Core Strengths Profile</a:t>
            </a:r>
          </a:p>
        </p:txBody>
      </p:sp>
      <p:pic>
        <p:nvPicPr>
          <p:cNvPr id="39953" name="Picture 64">
            <a:extLst>
              <a:ext uri="{FF2B5EF4-FFF2-40B4-BE49-F238E27FC236}">
                <a16:creationId xmlns:a16="http://schemas.microsoft.com/office/drawing/2014/main" id="{B6C2A0BB-64A6-FD19-AF65-234DEED0C2B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138" y="2678113"/>
            <a:ext cx="4535487" cy="218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54" name="TextBox 65">
            <a:extLst>
              <a:ext uri="{FF2B5EF4-FFF2-40B4-BE49-F238E27FC236}">
                <a16:creationId xmlns:a16="http://schemas.microsoft.com/office/drawing/2014/main" id="{5F4CEE98-0794-264C-3CC6-E5F3A1FEEFC8}"/>
              </a:ext>
            </a:extLst>
          </p:cNvPr>
          <p:cNvSpPr txBox="1">
            <a:spLocks noChangeArrowheads="1"/>
          </p:cNvSpPr>
          <p:nvPr/>
        </p:nvSpPr>
        <p:spPr bwMode="auto">
          <a:xfrm>
            <a:off x="1225550" y="2454275"/>
            <a:ext cx="7032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200">
                <a:latin typeface="EMprint" panose="020B0503020204020204" pitchFamily="34" charset="0"/>
              </a:rPr>
              <a:t>Process</a:t>
            </a:r>
          </a:p>
        </p:txBody>
      </p:sp>
      <p:sp>
        <p:nvSpPr>
          <p:cNvPr id="39955" name="TextBox 66">
            <a:extLst>
              <a:ext uri="{FF2B5EF4-FFF2-40B4-BE49-F238E27FC236}">
                <a16:creationId xmlns:a16="http://schemas.microsoft.com/office/drawing/2014/main" id="{54CC9C62-A647-F7F2-C41D-2843AB8ACADF}"/>
              </a:ext>
            </a:extLst>
          </p:cNvPr>
          <p:cNvSpPr txBox="1">
            <a:spLocks noChangeArrowheads="1"/>
          </p:cNvSpPr>
          <p:nvPr/>
        </p:nvSpPr>
        <p:spPr bwMode="auto">
          <a:xfrm>
            <a:off x="523875" y="1535113"/>
            <a:ext cx="644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200">
                <a:latin typeface="EMprint" panose="020B0503020204020204" pitchFamily="34" charset="0"/>
              </a:rPr>
              <a:t>People</a:t>
            </a:r>
          </a:p>
        </p:txBody>
      </p:sp>
      <p:sp>
        <p:nvSpPr>
          <p:cNvPr id="39956" name="TextBox 67">
            <a:extLst>
              <a:ext uri="{FF2B5EF4-FFF2-40B4-BE49-F238E27FC236}">
                <a16:creationId xmlns:a16="http://schemas.microsoft.com/office/drawing/2014/main" id="{5956BF3D-4FDD-EB16-EF02-9E447B15208D}"/>
              </a:ext>
            </a:extLst>
          </p:cNvPr>
          <p:cNvSpPr txBox="1">
            <a:spLocks noChangeArrowheads="1"/>
          </p:cNvSpPr>
          <p:nvPr/>
        </p:nvSpPr>
        <p:spPr bwMode="auto">
          <a:xfrm>
            <a:off x="2041525" y="1528763"/>
            <a:ext cx="6619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200">
                <a:latin typeface="EMprint" panose="020B0503020204020204" pitchFamily="34" charset="0"/>
              </a:rPr>
              <a:t>Results</a:t>
            </a:r>
          </a:p>
        </p:txBody>
      </p:sp>
      <p:sp>
        <p:nvSpPr>
          <p:cNvPr id="69" name="TextBox 68">
            <a:extLst>
              <a:ext uri="{FF2B5EF4-FFF2-40B4-BE49-F238E27FC236}">
                <a16:creationId xmlns:a16="http://schemas.microsoft.com/office/drawing/2014/main" id="{15C9348D-DAC9-9035-FEBD-B5B9DCE8F01F}"/>
              </a:ext>
            </a:extLst>
          </p:cNvPr>
          <p:cNvSpPr txBox="1"/>
          <p:nvPr/>
        </p:nvSpPr>
        <p:spPr>
          <a:xfrm>
            <a:off x="127208" y="82142"/>
            <a:ext cx="2561176" cy="1169551"/>
          </a:xfrm>
          <a:prstGeom prst="rect">
            <a:avLst/>
          </a:prstGeom>
          <a:solidFill>
            <a:schemeClr val="bg1">
              <a:lumMod val="95000"/>
            </a:schemeClr>
          </a:solidFill>
          <a:ln>
            <a:solidFill>
              <a:schemeClr val="tx1"/>
            </a:solidFill>
          </a:ln>
        </p:spPr>
        <p:txBody>
          <a:bodyPr>
            <a:spAutoFit/>
          </a:bodyPr>
          <a:lstStyle/>
          <a:p>
            <a:pPr>
              <a:defRPr/>
            </a:pPr>
            <a:r>
              <a:rPr lang="en-US" sz="1400" b="1" u="sng" dirty="0">
                <a:latin typeface="EMprint Semibold" panose="020B0703020204020204" pitchFamily="34" charset="0"/>
                <a:ea typeface="EMprint Semibold" panose="020B0703020204020204" pitchFamily="34" charset="0"/>
              </a:rPr>
              <a:t>MBTI/KTI: </a:t>
            </a:r>
            <a:r>
              <a:rPr lang="en-US" sz="1400" b="1" u="sng" dirty="0" err="1">
                <a:highlight>
                  <a:srgbClr val="00FFFF"/>
                </a:highlight>
                <a:latin typeface="EMprint Semibold" panose="020B0703020204020204" pitchFamily="34" charset="0"/>
                <a:ea typeface="EMprint Semibold" panose="020B0703020204020204" pitchFamily="34" charset="0"/>
              </a:rPr>
              <a:t>INTx</a:t>
            </a:r>
            <a:endParaRPr lang="en-US" sz="1400" b="1" u="sng" dirty="0">
              <a:highlight>
                <a:srgbClr val="00FFFF"/>
              </a:highlight>
              <a:latin typeface="EMprint Semibold" panose="020B0703020204020204" pitchFamily="34" charset="0"/>
              <a:ea typeface="EMprint Semibold" panose="020B0703020204020204" pitchFamily="34" charset="0"/>
            </a:endParaRPr>
          </a:p>
          <a:p>
            <a:pPr marL="285750" indent="-285750">
              <a:buFont typeface="Arial" panose="020B0604020202020204" pitchFamily="34" charset="0"/>
              <a:buChar char="•"/>
              <a:defRPr/>
            </a:pPr>
            <a:r>
              <a:rPr lang="en-US" sz="1400" b="1" dirty="0">
                <a:highlight>
                  <a:srgbClr val="00FFFF"/>
                </a:highlight>
                <a:latin typeface="EMprint" panose="020B0503020204020204" pitchFamily="34" charset="0"/>
                <a:ea typeface="EMprint" panose="020B0503020204020204" pitchFamily="34" charset="0"/>
              </a:rPr>
              <a:t>I</a:t>
            </a:r>
            <a:r>
              <a:rPr lang="en-US" sz="1400" dirty="0">
                <a:latin typeface="EMprint" panose="020B0503020204020204" pitchFamily="34" charset="0"/>
                <a:ea typeface="EMprint" panose="020B0503020204020204" pitchFamily="34" charset="0"/>
              </a:rPr>
              <a:t>ntrovert / </a:t>
            </a:r>
            <a:r>
              <a:rPr lang="en-US" sz="1400" b="1" dirty="0">
                <a:latin typeface="EMprint" panose="020B0503020204020204" pitchFamily="34" charset="0"/>
                <a:ea typeface="EMprint" panose="020B0503020204020204" pitchFamily="34" charset="0"/>
              </a:rPr>
              <a:t>E</a:t>
            </a:r>
            <a:r>
              <a:rPr lang="en-US" sz="1400" dirty="0">
                <a:latin typeface="EMprint" panose="020B0503020204020204" pitchFamily="34" charset="0"/>
                <a:ea typeface="EMprint" panose="020B0503020204020204" pitchFamily="34" charset="0"/>
              </a:rPr>
              <a:t>xtravert</a:t>
            </a:r>
          </a:p>
          <a:p>
            <a:pPr marL="285750" indent="-285750">
              <a:buFont typeface="Arial" panose="020B0604020202020204" pitchFamily="34" charset="0"/>
              <a:buChar char="•"/>
              <a:defRPr/>
            </a:pPr>
            <a:r>
              <a:rPr lang="en-US" sz="1400" dirty="0" err="1">
                <a:latin typeface="EMprint" panose="020B0503020204020204" pitchFamily="34" charset="0"/>
                <a:ea typeface="EMprint" panose="020B0503020204020204" pitchFamily="34" charset="0"/>
              </a:rPr>
              <a:t>I</a:t>
            </a:r>
            <a:r>
              <a:rPr lang="en-US" sz="1400" b="1" dirty="0" err="1">
                <a:highlight>
                  <a:srgbClr val="00FFFF"/>
                </a:highlight>
                <a:latin typeface="EMprint" panose="020B0503020204020204" pitchFamily="34" charset="0"/>
                <a:ea typeface="EMprint" panose="020B0503020204020204" pitchFamily="34" charset="0"/>
              </a:rPr>
              <a:t>N</a:t>
            </a:r>
            <a:r>
              <a:rPr lang="en-US" sz="1400" dirty="0" err="1">
                <a:latin typeface="EMprint" panose="020B0503020204020204" pitchFamily="34" charset="0"/>
                <a:ea typeface="EMprint" panose="020B0503020204020204" pitchFamily="34" charset="0"/>
              </a:rPr>
              <a:t>tuitive</a:t>
            </a:r>
            <a:r>
              <a:rPr lang="en-US" sz="1400" dirty="0">
                <a:latin typeface="EMprint" panose="020B0503020204020204" pitchFamily="34" charset="0"/>
                <a:ea typeface="EMprint" panose="020B0503020204020204" pitchFamily="34" charset="0"/>
              </a:rPr>
              <a:t> / </a:t>
            </a:r>
            <a:r>
              <a:rPr lang="en-US" sz="1400" b="1" dirty="0">
                <a:latin typeface="EMprint" panose="020B0503020204020204" pitchFamily="34" charset="0"/>
                <a:ea typeface="EMprint" panose="020B0503020204020204" pitchFamily="34" charset="0"/>
              </a:rPr>
              <a:t>S</a:t>
            </a:r>
            <a:r>
              <a:rPr lang="en-US" sz="1400" dirty="0">
                <a:latin typeface="EMprint" panose="020B0503020204020204" pitchFamily="34" charset="0"/>
                <a:ea typeface="EMprint" panose="020B0503020204020204" pitchFamily="34" charset="0"/>
              </a:rPr>
              <a:t>ensing</a:t>
            </a:r>
          </a:p>
          <a:p>
            <a:pPr marL="285750" indent="-285750">
              <a:buFont typeface="Arial" panose="020B0604020202020204" pitchFamily="34" charset="0"/>
              <a:buChar char="•"/>
              <a:defRPr/>
            </a:pPr>
            <a:r>
              <a:rPr lang="en-US" sz="1400" b="1" dirty="0">
                <a:highlight>
                  <a:srgbClr val="00FFFF"/>
                </a:highlight>
                <a:latin typeface="EMprint" panose="020B0503020204020204" pitchFamily="34" charset="0"/>
                <a:ea typeface="EMprint" panose="020B0503020204020204" pitchFamily="34" charset="0"/>
              </a:rPr>
              <a:t>T</a:t>
            </a:r>
            <a:r>
              <a:rPr lang="en-US" sz="1400" dirty="0">
                <a:latin typeface="EMprint" panose="020B0503020204020204" pitchFamily="34" charset="0"/>
                <a:ea typeface="EMprint" panose="020B0503020204020204" pitchFamily="34" charset="0"/>
              </a:rPr>
              <a:t>hinking / </a:t>
            </a:r>
            <a:r>
              <a:rPr lang="en-US" sz="1400" b="1" dirty="0">
                <a:latin typeface="EMprint" panose="020B0503020204020204" pitchFamily="34" charset="0"/>
                <a:ea typeface="EMprint" panose="020B0503020204020204" pitchFamily="34" charset="0"/>
              </a:rPr>
              <a:t>F</a:t>
            </a:r>
            <a:r>
              <a:rPr lang="en-US" sz="1400" dirty="0">
                <a:latin typeface="EMprint" panose="020B0503020204020204" pitchFamily="34" charset="0"/>
                <a:ea typeface="EMprint" panose="020B0503020204020204" pitchFamily="34" charset="0"/>
              </a:rPr>
              <a:t>eeling</a:t>
            </a:r>
          </a:p>
          <a:p>
            <a:pPr marL="285750" indent="-285750">
              <a:buFont typeface="Arial" panose="020B0604020202020204" pitchFamily="34" charset="0"/>
              <a:buChar char="•"/>
              <a:defRPr/>
            </a:pPr>
            <a:r>
              <a:rPr lang="en-US" sz="1400" b="1" dirty="0">
                <a:latin typeface="EMprint" panose="020B0503020204020204" pitchFamily="34" charset="0"/>
                <a:ea typeface="EMprint" panose="020B0503020204020204" pitchFamily="34" charset="0"/>
              </a:rPr>
              <a:t>J</a:t>
            </a:r>
            <a:r>
              <a:rPr lang="en-US" sz="1400" dirty="0">
                <a:latin typeface="EMprint" panose="020B0503020204020204" pitchFamily="34" charset="0"/>
                <a:ea typeface="EMprint" panose="020B0503020204020204" pitchFamily="34" charset="0"/>
              </a:rPr>
              <a:t>udging / </a:t>
            </a:r>
            <a:r>
              <a:rPr lang="en-US" sz="1400" b="1" dirty="0">
                <a:latin typeface="EMprint" panose="020B0503020204020204" pitchFamily="34" charset="0"/>
                <a:ea typeface="EMprint" panose="020B0503020204020204" pitchFamily="34" charset="0"/>
              </a:rPr>
              <a:t>P</a:t>
            </a:r>
            <a:r>
              <a:rPr lang="en-US" sz="1400" dirty="0">
                <a:latin typeface="EMprint" panose="020B0503020204020204" pitchFamily="34" charset="0"/>
                <a:ea typeface="EMprint" panose="020B0503020204020204" pitchFamily="34" charset="0"/>
              </a:rPr>
              <a:t>erceiving (</a:t>
            </a:r>
            <a:r>
              <a:rPr lang="en-US" sz="1400" dirty="0">
                <a:highlight>
                  <a:srgbClr val="00FFFF"/>
                </a:highlight>
                <a:latin typeface="EMprint" panose="020B0503020204020204" pitchFamily="34" charset="0"/>
                <a:ea typeface="EMprint" panose="020B0503020204020204" pitchFamily="34" charset="0"/>
              </a:rPr>
              <a:t>split</a:t>
            </a:r>
            <a:r>
              <a:rPr lang="en-US" sz="1400" dirty="0">
                <a:latin typeface="EMprint" panose="020B0503020204020204" pitchFamily="34" charset="0"/>
                <a:ea typeface="EMprint" panose="020B0503020204020204" pitchFamily="34" charset="0"/>
              </a:rPr>
              <a:t>)</a:t>
            </a:r>
          </a:p>
        </p:txBody>
      </p:sp>
      <p:sp>
        <p:nvSpPr>
          <p:cNvPr id="74" name="TextBox 73">
            <a:extLst>
              <a:ext uri="{FF2B5EF4-FFF2-40B4-BE49-F238E27FC236}">
                <a16:creationId xmlns:a16="http://schemas.microsoft.com/office/drawing/2014/main" id="{B9BE6F1E-56B7-7C57-1957-E5F481769DB6}"/>
              </a:ext>
            </a:extLst>
          </p:cNvPr>
          <p:cNvSpPr txBox="1"/>
          <p:nvPr/>
        </p:nvSpPr>
        <p:spPr>
          <a:xfrm>
            <a:off x="66675" y="5384800"/>
            <a:ext cx="8202613" cy="1416050"/>
          </a:xfrm>
          <a:prstGeom prst="rect">
            <a:avLst/>
          </a:prstGeom>
          <a:solidFill>
            <a:schemeClr val="bg1">
              <a:lumMod val="95000"/>
            </a:schemeClr>
          </a:solidFill>
          <a:ln>
            <a:solidFill>
              <a:schemeClr val="tx1"/>
            </a:solidFill>
          </a:ln>
        </p:spPr>
        <p:txBody>
          <a:bodyPr>
            <a:spAutoFit/>
          </a:bodyPr>
          <a:lstStyle/>
          <a:p>
            <a:pPr>
              <a:defRPr/>
            </a:pPr>
            <a:r>
              <a:rPr lang="en-US" altLang="en-US" sz="1600" b="1" dirty="0">
                <a:latin typeface="EMprint" panose="020B0503020204020204" pitchFamily="34" charset="0"/>
                <a:ea typeface="EMprint" panose="020B0503020204020204" pitchFamily="34" charset="0"/>
                <a:cs typeface="Times New Roman" panose="02020603050405020304" pitchFamily="18" charset="0"/>
              </a:rPr>
              <a:t>Suggested Reading</a:t>
            </a:r>
          </a:p>
          <a:p>
            <a:pPr>
              <a:defRPr/>
            </a:pPr>
            <a:r>
              <a:rPr lang="en-US" altLang="en-US" sz="1400" dirty="0">
                <a:latin typeface="EMprint" panose="020B0503020204020204" pitchFamily="34" charset="0"/>
                <a:ea typeface="EMprint" panose="020B0503020204020204" pitchFamily="34" charset="0"/>
                <a:cs typeface="Times New Roman" panose="02020603050405020304" pitchFamily="18" charset="0"/>
              </a:rPr>
              <a:t>Keirsey, David, “Please Understand Me II”, Prometheus Nemesis Book Co., 1998.</a:t>
            </a:r>
          </a:p>
          <a:p>
            <a:pPr marL="628650" lvl="1" indent="-171450">
              <a:buFont typeface="Arial" panose="020B0604020202020204" pitchFamily="34" charset="0"/>
              <a:buChar char="•"/>
              <a:defRPr/>
            </a:pPr>
            <a:r>
              <a:rPr lang="en-US" altLang="en-US" sz="1400" dirty="0">
                <a:latin typeface="EMprint" panose="020B0503020204020204" pitchFamily="34" charset="0"/>
                <a:ea typeface="EMprint" panose="020B0503020204020204" pitchFamily="34" charset="0"/>
                <a:cs typeface="Times New Roman" panose="02020603050405020304" pitchFamily="18" charset="0"/>
              </a:rPr>
              <a:t>Detailed work on the KTI (similar to MBTI)</a:t>
            </a:r>
          </a:p>
          <a:p>
            <a:pPr marL="628650" lvl="1" indent="-171450">
              <a:buFont typeface="Arial" panose="020B0604020202020204" pitchFamily="34" charset="0"/>
              <a:buChar char="•"/>
              <a:defRPr/>
            </a:pPr>
            <a:r>
              <a:rPr lang="en-US" altLang="en-US" sz="1400" dirty="0">
                <a:latin typeface="EMprint" panose="020B0503020204020204" pitchFamily="34" charset="0"/>
                <a:ea typeface="EMprint" panose="020B0503020204020204" pitchFamily="34" charset="0"/>
                <a:cs typeface="Times New Roman" panose="02020603050405020304" pitchFamily="18" charset="0"/>
              </a:rPr>
              <a:t>Know your type, strengths and weaknesses, and how to approach style preferences of others</a:t>
            </a:r>
          </a:p>
          <a:p>
            <a:pPr>
              <a:defRPr/>
            </a:pPr>
            <a:r>
              <a:rPr lang="en-US" altLang="en-US" sz="1400" dirty="0">
                <a:latin typeface="EMprint" panose="020B0503020204020204" pitchFamily="34" charset="0"/>
                <a:ea typeface="EMprint" panose="020B0503020204020204" pitchFamily="34" charset="0"/>
                <a:cs typeface="Times New Roman" panose="02020603050405020304" pitchFamily="18" charset="0"/>
              </a:rPr>
              <a:t>If the University or Your Employer offers similar tools, become familiar with them as part of your Interpersonal Development</a:t>
            </a:r>
          </a:p>
        </p:txBody>
      </p:sp>
      <p:sp>
        <p:nvSpPr>
          <p:cNvPr id="2" name="Freeform 100">
            <a:extLst>
              <a:ext uri="{FF2B5EF4-FFF2-40B4-BE49-F238E27FC236}">
                <a16:creationId xmlns:a16="http://schemas.microsoft.com/office/drawing/2014/main" id="{F35920D9-34D7-8816-1B6B-3C3243448792}"/>
              </a:ext>
            </a:extLst>
          </p:cNvPr>
          <p:cNvSpPr>
            <a:spLocks/>
          </p:cNvSpPr>
          <p:nvPr/>
        </p:nvSpPr>
        <p:spPr bwMode="auto">
          <a:xfrm>
            <a:off x="10306050" y="3016250"/>
            <a:ext cx="1725613" cy="1365250"/>
          </a:xfrm>
          <a:custGeom>
            <a:avLst/>
            <a:gdLst>
              <a:gd name="T0" fmla="*/ 89 w 994"/>
              <a:gd name="T1" fmla="*/ 455 h 788"/>
              <a:gd name="T2" fmla="*/ 0 w 994"/>
              <a:gd name="T3" fmla="*/ 454 h 788"/>
              <a:gd name="T4" fmla="*/ 0 w 994"/>
              <a:gd name="T5" fmla="*/ 172 h 788"/>
              <a:gd name="T6" fmla="*/ 415 w 994"/>
              <a:gd name="T7" fmla="*/ 0 h 788"/>
              <a:gd name="T8" fmla="*/ 994 w 994"/>
              <a:gd name="T9" fmla="*/ 571 h 788"/>
              <a:gd name="T10" fmla="*/ 994 w 994"/>
              <a:gd name="T11" fmla="*/ 788 h 788"/>
            </a:gdLst>
            <a:ahLst/>
            <a:cxnLst>
              <a:cxn ang="0">
                <a:pos x="T0" y="T1"/>
              </a:cxn>
              <a:cxn ang="0">
                <a:pos x="T2" y="T3"/>
              </a:cxn>
              <a:cxn ang="0">
                <a:pos x="T4" y="T5"/>
              </a:cxn>
              <a:cxn ang="0">
                <a:pos x="T6" y="T7"/>
              </a:cxn>
              <a:cxn ang="0">
                <a:pos x="T8" y="T9"/>
              </a:cxn>
              <a:cxn ang="0">
                <a:pos x="T10" y="T11"/>
              </a:cxn>
            </a:cxnLst>
            <a:rect l="0" t="0" r="r" b="b"/>
            <a:pathLst>
              <a:path w="994" h="788">
                <a:moveTo>
                  <a:pt x="89" y="455"/>
                </a:moveTo>
                <a:cubicBezTo>
                  <a:pt x="0" y="454"/>
                  <a:pt x="0" y="454"/>
                  <a:pt x="0" y="454"/>
                </a:cubicBezTo>
                <a:cubicBezTo>
                  <a:pt x="0" y="172"/>
                  <a:pt x="0" y="172"/>
                  <a:pt x="0" y="172"/>
                </a:cubicBezTo>
                <a:cubicBezTo>
                  <a:pt x="159" y="162"/>
                  <a:pt x="303" y="99"/>
                  <a:pt x="415" y="0"/>
                </a:cubicBezTo>
                <a:cubicBezTo>
                  <a:pt x="994" y="571"/>
                  <a:pt x="994" y="571"/>
                  <a:pt x="994" y="571"/>
                </a:cubicBezTo>
                <a:cubicBezTo>
                  <a:pt x="994" y="788"/>
                  <a:pt x="994" y="788"/>
                  <a:pt x="994" y="788"/>
                </a:cubicBezTo>
              </a:path>
            </a:pathLst>
          </a:custGeom>
          <a:noFill/>
          <a:ln w="25400" cap="rnd">
            <a:solidFill>
              <a:srgbClr val="327379"/>
            </a:solidFill>
            <a:prstDash val="solid"/>
            <a:miter lim="800000"/>
            <a:headEnd/>
            <a:tailEnd/>
          </a:ln>
        </p:spPr>
        <p:txBody>
          <a:bodyPr lIns="68580" tIns="34290" rIns="68580" bIns="34290" anchor="ctr"/>
          <a:lstStyle/>
          <a:p>
            <a:pPr>
              <a:defRPr/>
            </a:pPr>
            <a:endParaRPr lang="en-IN" sz="1350" kern="0">
              <a:solidFill>
                <a:prstClr val="black"/>
              </a:solidFill>
            </a:endParaRPr>
          </a:p>
        </p:txBody>
      </p:sp>
      <p:sp>
        <p:nvSpPr>
          <p:cNvPr id="39960" name="Title 4">
            <a:extLst>
              <a:ext uri="{FF2B5EF4-FFF2-40B4-BE49-F238E27FC236}">
                <a16:creationId xmlns:a16="http://schemas.microsoft.com/office/drawing/2014/main" id="{E687A5DB-2003-146C-C17F-48CDE688162A}"/>
              </a:ext>
            </a:extLst>
          </p:cNvPr>
          <p:cNvSpPr txBox="1">
            <a:spLocks/>
          </p:cNvSpPr>
          <p:nvPr/>
        </p:nvSpPr>
        <p:spPr bwMode="auto">
          <a:xfrm>
            <a:off x="9753600" y="4371975"/>
            <a:ext cx="2354263"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rIns="0" bIns="0" anchor="ctr"/>
          <a:lstStyle>
            <a:lvl1pPr marL="171450" indent="-171450" defTabSz="407988">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defTabSz="407988">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defTabSz="407988">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defTabSz="407988">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defTabSz="407988">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defTabSz="407988"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defTabSz="407988"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defTabSz="407988"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defTabSz="407988"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sz="1200">
                <a:solidFill>
                  <a:srgbClr val="202058"/>
                </a:solidFill>
                <a:latin typeface="EMprint Semibold" panose="020B0703020204020204" pitchFamily="34" charset="0"/>
              </a:rPr>
              <a:t>Married 27 years</a:t>
            </a:r>
          </a:p>
          <a:p>
            <a:pPr eaLnBrk="1" hangingPunct="1">
              <a:spcBef>
                <a:spcPct val="0"/>
              </a:spcBef>
            </a:pPr>
            <a:r>
              <a:rPr lang="en-US" altLang="en-US" sz="1200">
                <a:solidFill>
                  <a:srgbClr val="202058"/>
                </a:solidFill>
                <a:latin typeface="EMprint Semibold" panose="020B0703020204020204" pitchFamily="34" charset="0"/>
              </a:rPr>
              <a:t>2 Adult Children</a:t>
            </a:r>
          </a:p>
          <a:p>
            <a:pPr eaLnBrk="1" hangingPunct="1">
              <a:spcBef>
                <a:spcPct val="0"/>
              </a:spcBef>
            </a:pPr>
            <a:r>
              <a:rPr lang="en-US" altLang="en-US" sz="1200">
                <a:solidFill>
                  <a:srgbClr val="202058"/>
                </a:solidFill>
                <a:latin typeface="EMprint Semibold" panose="020B0703020204020204" pitchFamily="34" charset="0"/>
              </a:rPr>
              <a:t>Former</a:t>
            </a:r>
          </a:p>
          <a:p>
            <a:pPr lvl="1" eaLnBrk="1" hangingPunct="1">
              <a:spcBef>
                <a:spcPct val="0"/>
              </a:spcBef>
            </a:pPr>
            <a:r>
              <a:rPr lang="en-US" altLang="en-US" sz="1100">
                <a:solidFill>
                  <a:srgbClr val="202058"/>
                </a:solidFill>
                <a:latin typeface="EMprint Semibold" panose="020B0703020204020204" pitchFamily="34" charset="0"/>
              </a:rPr>
              <a:t>Youth Basketball Coach</a:t>
            </a:r>
          </a:p>
          <a:p>
            <a:pPr lvl="1" eaLnBrk="1" hangingPunct="1">
              <a:spcBef>
                <a:spcPct val="0"/>
              </a:spcBef>
            </a:pPr>
            <a:r>
              <a:rPr lang="en-US" altLang="en-US" sz="1100">
                <a:solidFill>
                  <a:srgbClr val="202058"/>
                </a:solidFill>
                <a:latin typeface="EMprint Semibold" panose="020B0703020204020204" pitchFamily="34" charset="0"/>
              </a:rPr>
              <a:t>Drama Club Carpenter</a:t>
            </a:r>
          </a:p>
          <a:p>
            <a:pPr lvl="1" eaLnBrk="1" hangingPunct="1">
              <a:spcBef>
                <a:spcPct val="0"/>
              </a:spcBef>
            </a:pPr>
            <a:r>
              <a:rPr lang="en-US" altLang="en-US" sz="1100">
                <a:solidFill>
                  <a:srgbClr val="202058"/>
                </a:solidFill>
                <a:latin typeface="EMprint Semibold" panose="020B0703020204020204" pitchFamily="34" charset="0"/>
              </a:rPr>
              <a:t>Sunday School Teacher</a:t>
            </a:r>
          </a:p>
        </p:txBody>
      </p:sp>
      <p:sp>
        <p:nvSpPr>
          <p:cNvPr id="4" name="TextBox 58">
            <a:extLst>
              <a:ext uri="{FF2B5EF4-FFF2-40B4-BE49-F238E27FC236}">
                <a16:creationId xmlns:a16="http://schemas.microsoft.com/office/drawing/2014/main" id="{CD510BA0-C1C2-8B68-A079-5439D65BE018}"/>
              </a:ext>
            </a:extLst>
          </p:cNvPr>
          <p:cNvSpPr txBox="1">
            <a:spLocks noChangeArrowheads="1"/>
          </p:cNvSpPr>
          <p:nvPr/>
        </p:nvSpPr>
        <p:spPr bwMode="auto">
          <a:xfrm flipH="1">
            <a:off x="9753600" y="3863975"/>
            <a:ext cx="1143000" cy="323850"/>
          </a:xfrm>
          <a:prstGeom prst="rect">
            <a:avLst/>
          </a:prstGeom>
          <a:noFill/>
          <a:ln>
            <a:noFill/>
          </a:ln>
        </p:spPr>
        <p:txBody>
          <a:bodyPr wrap="none"/>
          <a:lstStyle>
            <a:lvl1pPr>
              <a:defRPr sz="3200">
                <a:solidFill>
                  <a:schemeClr val="tx1"/>
                </a:solidFill>
                <a:latin typeface="Times New Roman" panose="02020603050405020304" pitchFamily="18" charset="0"/>
                <a:cs typeface="Arial" panose="020B0604020202020204" pitchFamily="34" charset="0"/>
              </a:defRPr>
            </a:lvl1pPr>
            <a:lvl2pPr marL="742950" indent="-285750">
              <a:defRPr sz="3200">
                <a:solidFill>
                  <a:schemeClr val="tx1"/>
                </a:solidFill>
                <a:latin typeface="Times New Roman" panose="02020603050405020304" pitchFamily="18" charset="0"/>
                <a:cs typeface="Arial" panose="020B0604020202020204" pitchFamily="34" charset="0"/>
              </a:defRPr>
            </a:lvl2pPr>
            <a:lvl3pPr marL="1143000" indent="-228600">
              <a:defRPr sz="3200">
                <a:solidFill>
                  <a:schemeClr val="tx1"/>
                </a:solidFill>
                <a:latin typeface="Times New Roman" panose="02020603050405020304" pitchFamily="18" charset="0"/>
                <a:cs typeface="Arial" panose="020B0604020202020204" pitchFamily="34" charset="0"/>
              </a:defRPr>
            </a:lvl3pPr>
            <a:lvl4pPr marL="1600200" indent="-228600">
              <a:defRPr sz="3200">
                <a:solidFill>
                  <a:schemeClr val="tx1"/>
                </a:solidFill>
                <a:latin typeface="Times New Roman" panose="02020603050405020304" pitchFamily="18" charset="0"/>
                <a:cs typeface="Arial" panose="020B0604020202020204" pitchFamily="34" charset="0"/>
              </a:defRPr>
            </a:lvl4pPr>
            <a:lvl5pPr marL="2057400" indent="-228600">
              <a:defRPr sz="3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9pPr>
          </a:lstStyle>
          <a:p>
            <a:pPr>
              <a:defRPr/>
            </a:pPr>
            <a:r>
              <a:rPr lang="en-IN" altLang="en-US" sz="1400" b="1" dirty="0">
                <a:solidFill>
                  <a:schemeClr val="accent1">
                    <a:lumMod val="50000"/>
                  </a:schemeClr>
                </a:solidFill>
                <a:latin typeface="72 Black" panose="020B0A04030603020204" pitchFamily="34" charset="0"/>
                <a:cs typeface="72 Black" panose="020B0A04030603020204" pitchFamily="34" charset="0"/>
              </a:rPr>
              <a:t>Family</a:t>
            </a:r>
          </a:p>
        </p:txBody>
      </p:sp>
      <p:sp>
        <p:nvSpPr>
          <p:cNvPr id="3" name="TextBox 2">
            <a:extLst>
              <a:ext uri="{FF2B5EF4-FFF2-40B4-BE49-F238E27FC236}">
                <a16:creationId xmlns:a16="http://schemas.microsoft.com/office/drawing/2014/main" id="{47267483-B2FB-38CE-55A1-BF20181C52A3}"/>
              </a:ext>
            </a:extLst>
          </p:cNvPr>
          <p:cNvSpPr txBox="1"/>
          <p:nvPr/>
        </p:nvSpPr>
        <p:spPr>
          <a:xfrm>
            <a:off x="2337297" y="1925661"/>
            <a:ext cx="2196435" cy="461665"/>
          </a:xfrm>
          <a:prstGeom prst="rect">
            <a:avLst/>
          </a:prstGeom>
          <a:noFill/>
        </p:spPr>
        <p:txBody>
          <a:bodyPr wrap="none" rtlCol="0">
            <a:spAutoFit/>
          </a:bodyPr>
          <a:lstStyle/>
          <a:p>
            <a:r>
              <a:rPr lang="en-US" sz="2400" dirty="0">
                <a:highlight>
                  <a:srgbClr val="FFFF00"/>
                </a:highlight>
                <a:latin typeface="EMprint" panose="020B0503020204020204" pitchFamily="34" charset="0"/>
                <a:ea typeface="EMprint" panose="020B0503020204020204" pitchFamily="34" charset="0"/>
              </a:rPr>
              <a:t>Goto/</a:t>
            </a:r>
            <a:r>
              <a:rPr lang="en-US" sz="2400" dirty="0" err="1">
                <a:highlight>
                  <a:srgbClr val="FFFF00"/>
                </a:highlight>
                <a:latin typeface="EMprint" panose="020B0503020204020204" pitchFamily="34" charset="0"/>
                <a:ea typeface="EMprint" panose="020B0503020204020204" pitchFamily="34" charset="0"/>
              </a:rPr>
              <a:t>CSprofile</a:t>
            </a:r>
            <a:endParaRPr lang="en-US" sz="2400" dirty="0">
              <a:highlight>
                <a:srgbClr val="FFFF00"/>
              </a:highlight>
              <a:latin typeface="EMprint" panose="020B0503020204020204" pitchFamily="34" charset="0"/>
              <a:ea typeface="EMprint" panose="020B0503020204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6612638-690D-F226-1F7E-A1C3FC32C181}"/>
              </a:ext>
            </a:extLst>
          </p:cNvPr>
          <p:cNvSpPr>
            <a:spLocks noGrp="1"/>
          </p:cNvSpPr>
          <p:nvPr>
            <p:ph type="title"/>
          </p:nvPr>
        </p:nvSpPr>
        <p:spPr>
          <a:xfrm>
            <a:off x="963613" y="4406900"/>
            <a:ext cx="10363200" cy="1362075"/>
          </a:xfrm>
        </p:spPr>
        <p:txBody>
          <a:bodyPr/>
          <a:lstStyle/>
          <a:p>
            <a:pPr>
              <a:defRPr/>
            </a:pPr>
            <a:r>
              <a:rPr lang="en-US" altLang="en-US" dirty="0"/>
              <a:t>Technical Career Stages</a:t>
            </a:r>
          </a:p>
        </p:txBody>
      </p:sp>
      <p:sp>
        <p:nvSpPr>
          <p:cNvPr id="40963" name="Text Placeholder 5">
            <a:extLst>
              <a:ext uri="{FF2B5EF4-FFF2-40B4-BE49-F238E27FC236}">
                <a16:creationId xmlns:a16="http://schemas.microsoft.com/office/drawing/2014/main" id="{6F6AC114-5BF5-5AE1-B0ED-05992E23D05C}"/>
              </a:ext>
            </a:extLst>
          </p:cNvPr>
          <p:cNvSpPr>
            <a:spLocks noGrp="1" noChangeArrowheads="1"/>
          </p:cNvSpPr>
          <p:nvPr>
            <p:ph type="body" idx="1"/>
          </p:nvPr>
        </p:nvSpPr>
        <p:spPr>
          <a:xfrm>
            <a:off x="963613" y="2906713"/>
            <a:ext cx="10363200" cy="1500187"/>
          </a:xfrm>
        </p:spPr>
        <p:txBody>
          <a:bodyPr/>
          <a:lstStyle/>
          <a:p>
            <a:endParaRPr lang="en-US" altLang="en-US"/>
          </a:p>
        </p:txBody>
      </p:sp>
      <p:sp>
        <p:nvSpPr>
          <p:cNvPr id="40964" name="Slide Number Placeholder 3">
            <a:extLst>
              <a:ext uri="{FF2B5EF4-FFF2-40B4-BE49-F238E27FC236}">
                <a16:creationId xmlns:a16="http://schemas.microsoft.com/office/drawing/2014/main" id="{D554890E-EA30-A409-30CC-CDD1C0551006}"/>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F365167-5E4A-4F3A-9501-4D2CCA61B9DE}" type="slidenum">
              <a:rPr lang="en-US" altLang="en-US" sz="1400" smtClean="0"/>
              <a:pPr>
                <a:spcBef>
                  <a:spcPct val="0"/>
                </a:spcBef>
                <a:buFontTx/>
                <a:buNone/>
              </a:pPr>
              <a:t>6</a:t>
            </a:fld>
            <a:endParaRPr lang="en-US" altLang="en-US" sz="1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4">
            <a:extLst>
              <a:ext uri="{FF2B5EF4-FFF2-40B4-BE49-F238E27FC236}">
                <a16:creationId xmlns:a16="http://schemas.microsoft.com/office/drawing/2014/main" id="{C99B8934-248B-C70F-F5D4-1459D20B14BA}"/>
              </a:ext>
            </a:extLst>
          </p:cNvPr>
          <p:cNvSpPr>
            <a:spLocks noGrp="1" noChangeArrowheads="1"/>
          </p:cNvSpPr>
          <p:nvPr>
            <p:ph type="title"/>
          </p:nvPr>
        </p:nvSpPr>
        <p:spPr>
          <a:xfrm>
            <a:off x="1289050" y="55563"/>
            <a:ext cx="11684000" cy="681037"/>
          </a:xfrm>
        </p:spPr>
        <p:txBody>
          <a:bodyPr/>
          <a:lstStyle/>
          <a:p>
            <a:r>
              <a:rPr lang="en-US" altLang="en-US"/>
              <a:t> Technical Career Stages</a:t>
            </a:r>
          </a:p>
        </p:txBody>
      </p:sp>
      <p:sp>
        <p:nvSpPr>
          <p:cNvPr id="41987" name="Slide Number Placeholder 3">
            <a:extLst>
              <a:ext uri="{FF2B5EF4-FFF2-40B4-BE49-F238E27FC236}">
                <a16:creationId xmlns:a16="http://schemas.microsoft.com/office/drawing/2014/main" id="{6A9C55B8-FFA0-5DEB-6538-ABA9EF6B8E80}"/>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17270FF-FAF6-4C5E-A84E-6BCAC6A83FC8}" type="slidenum">
              <a:rPr lang="en-US" altLang="en-US" sz="1400" smtClean="0"/>
              <a:pPr>
                <a:spcBef>
                  <a:spcPct val="0"/>
                </a:spcBef>
                <a:buFontTx/>
                <a:buNone/>
              </a:pPr>
              <a:t>7</a:t>
            </a:fld>
            <a:endParaRPr lang="en-US" altLang="en-US" sz="1400"/>
          </a:p>
        </p:txBody>
      </p:sp>
      <p:graphicFrame>
        <p:nvGraphicFramePr>
          <p:cNvPr id="3" name="Table 3">
            <a:extLst>
              <a:ext uri="{FF2B5EF4-FFF2-40B4-BE49-F238E27FC236}">
                <a16:creationId xmlns:a16="http://schemas.microsoft.com/office/drawing/2014/main" id="{A7D78563-3E87-B09D-02B5-7A754B649D37}"/>
              </a:ext>
            </a:extLst>
          </p:cNvPr>
          <p:cNvGraphicFramePr>
            <a:graphicFrameLocks noGrp="1"/>
          </p:cNvGraphicFramePr>
          <p:nvPr>
            <p:extLst>
              <p:ext uri="{D42A27DB-BD31-4B8C-83A1-F6EECF244321}">
                <p14:modId xmlns:p14="http://schemas.microsoft.com/office/powerpoint/2010/main" val="792734075"/>
              </p:ext>
            </p:extLst>
          </p:nvPr>
        </p:nvGraphicFramePr>
        <p:xfrm>
          <a:off x="152400" y="1443038"/>
          <a:ext cx="11811000" cy="5186403"/>
        </p:xfrm>
        <a:graphic>
          <a:graphicData uri="http://schemas.openxmlformats.org/drawingml/2006/table">
            <a:tbl>
              <a:tblPr firstRow="1" bandRow="1">
                <a:tableStyleId>{5C22544A-7EE6-4342-B048-85BDC9FD1C3A}</a:tableStyleId>
              </a:tblPr>
              <a:tblGrid>
                <a:gridCol w="447387">
                  <a:extLst>
                    <a:ext uri="{9D8B030D-6E8A-4147-A177-3AD203B41FA5}">
                      <a16:colId xmlns:a16="http://schemas.microsoft.com/office/drawing/2014/main" val="20000"/>
                    </a:ext>
                  </a:extLst>
                </a:gridCol>
                <a:gridCol w="1533813">
                  <a:extLst>
                    <a:ext uri="{9D8B030D-6E8A-4147-A177-3AD203B41FA5}">
                      <a16:colId xmlns:a16="http://schemas.microsoft.com/office/drawing/2014/main" val="20001"/>
                    </a:ext>
                  </a:extLst>
                </a:gridCol>
                <a:gridCol w="3124200">
                  <a:extLst>
                    <a:ext uri="{9D8B030D-6E8A-4147-A177-3AD203B41FA5}">
                      <a16:colId xmlns:a16="http://schemas.microsoft.com/office/drawing/2014/main" val="20002"/>
                    </a:ext>
                  </a:extLst>
                </a:gridCol>
                <a:gridCol w="6705600">
                  <a:extLst>
                    <a:ext uri="{9D8B030D-6E8A-4147-A177-3AD203B41FA5}">
                      <a16:colId xmlns:a16="http://schemas.microsoft.com/office/drawing/2014/main" val="20003"/>
                    </a:ext>
                  </a:extLst>
                </a:gridCol>
              </a:tblGrid>
              <a:tr h="370699">
                <a:tc>
                  <a:txBody>
                    <a:bodyPr/>
                    <a:lstStyle/>
                    <a:p>
                      <a:endParaRPr lang="en-US" sz="1800" dirty="0"/>
                    </a:p>
                  </a:txBody>
                  <a:tcPr marT="45703" marB="45703"/>
                </a:tc>
                <a:tc>
                  <a:txBody>
                    <a:bodyPr/>
                    <a:lstStyle/>
                    <a:p>
                      <a:r>
                        <a:rPr lang="en-US" sz="1800" dirty="0"/>
                        <a:t>Stage</a:t>
                      </a:r>
                    </a:p>
                  </a:txBody>
                  <a:tcPr marT="45703" marB="45703"/>
                </a:tc>
                <a:tc>
                  <a:txBody>
                    <a:bodyPr/>
                    <a:lstStyle/>
                    <a:p>
                      <a:r>
                        <a:rPr lang="en-US" sz="1800" dirty="0"/>
                        <a:t>Focus</a:t>
                      </a:r>
                    </a:p>
                  </a:txBody>
                  <a:tcPr marT="45703" marB="45703"/>
                </a:tc>
                <a:tc>
                  <a:txBody>
                    <a:bodyPr/>
                    <a:lstStyle/>
                    <a:p>
                      <a:r>
                        <a:rPr lang="en-US" sz="1800" dirty="0"/>
                        <a:t>Work Scope</a:t>
                      </a:r>
                    </a:p>
                  </a:txBody>
                  <a:tcPr marT="45703" marB="45703"/>
                </a:tc>
                <a:extLst>
                  <a:ext uri="{0D108BD9-81ED-4DB2-BD59-A6C34878D82A}">
                    <a16:rowId xmlns:a16="http://schemas.microsoft.com/office/drawing/2014/main" val="10000"/>
                  </a:ext>
                </a:extLst>
              </a:tr>
              <a:tr h="701000">
                <a:tc>
                  <a:txBody>
                    <a:bodyPr/>
                    <a:lstStyle/>
                    <a:p>
                      <a:r>
                        <a:rPr lang="en-US" sz="2000" dirty="0"/>
                        <a:t>1</a:t>
                      </a:r>
                    </a:p>
                  </a:txBody>
                  <a:tcPr marT="45703" marB="45703">
                    <a:solidFill>
                      <a:srgbClr val="00B050"/>
                    </a:solidFill>
                  </a:tcPr>
                </a:tc>
                <a:tc>
                  <a:txBody>
                    <a:bodyPr/>
                    <a:lstStyle/>
                    <a:p>
                      <a:r>
                        <a:rPr lang="en-US" sz="2000" b="1" dirty="0"/>
                        <a:t>Apprentice</a:t>
                      </a:r>
                    </a:p>
                    <a:p>
                      <a:r>
                        <a:rPr lang="en-US" sz="2000" dirty="0"/>
                        <a:t>   1-2 </a:t>
                      </a:r>
                      <a:r>
                        <a:rPr lang="en-US" sz="2000" dirty="0" err="1"/>
                        <a:t>yrs</a:t>
                      </a:r>
                      <a:endParaRPr lang="en-US" sz="2000" dirty="0"/>
                    </a:p>
                  </a:txBody>
                  <a:tcPr marT="45703" marB="45703"/>
                </a:tc>
                <a:tc>
                  <a:txBody>
                    <a:bodyPr/>
                    <a:lstStyle/>
                    <a:p>
                      <a:r>
                        <a:rPr lang="en-US" sz="2000" dirty="0"/>
                        <a:t>Learning the Business</a:t>
                      </a:r>
                    </a:p>
                    <a:p>
                      <a:endParaRPr lang="en-US" sz="2000" dirty="0"/>
                    </a:p>
                  </a:txBody>
                  <a:tcPr marT="45703" marB="45703"/>
                </a:tc>
                <a:tc>
                  <a:txBody>
                    <a:bodyPr/>
                    <a:lstStyle/>
                    <a:p>
                      <a:pPr marL="342900" indent="-342900">
                        <a:buFont typeface="Arial" panose="020B0604020202020204" pitchFamily="34" charset="0"/>
                        <a:buChar char="•"/>
                      </a:pPr>
                      <a:r>
                        <a:rPr lang="en-US" sz="1800" dirty="0"/>
                        <a:t>Training – Tools, Skills, Work Processes, Job Specific Theory</a:t>
                      </a:r>
                    </a:p>
                    <a:p>
                      <a:pPr marL="342900" indent="-342900">
                        <a:buFont typeface="Arial" panose="020B0604020202020204" pitchFamily="34" charset="0"/>
                        <a:buChar char="•"/>
                      </a:pPr>
                      <a:r>
                        <a:rPr lang="en-US" sz="1800" dirty="0"/>
                        <a:t>Tasks within project (under direction of Stage 2-3)</a:t>
                      </a:r>
                    </a:p>
                  </a:txBody>
                  <a:tcPr marT="45703" marB="45703"/>
                </a:tc>
                <a:extLst>
                  <a:ext uri="{0D108BD9-81ED-4DB2-BD59-A6C34878D82A}">
                    <a16:rowId xmlns:a16="http://schemas.microsoft.com/office/drawing/2014/main" val="10001"/>
                  </a:ext>
                </a:extLst>
              </a:tr>
              <a:tr h="1188676">
                <a:tc>
                  <a:txBody>
                    <a:bodyPr/>
                    <a:lstStyle/>
                    <a:p>
                      <a:r>
                        <a:rPr lang="en-US" sz="2000" dirty="0"/>
                        <a:t>2</a:t>
                      </a:r>
                    </a:p>
                  </a:txBody>
                  <a:tcPr marT="45703" marB="45703">
                    <a:solidFill>
                      <a:srgbClr val="FF99CC"/>
                    </a:solidFill>
                  </a:tcPr>
                </a:tc>
                <a:tc>
                  <a:txBody>
                    <a:bodyPr/>
                    <a:lstStyle/>
                    <a:p>
                      <a:r>
                        <a:rPr lang="en-US" sz="2000" b="1" dirty="0"/>
                        <a:t>Colleague</a:t>
                      </a:r>
                    </a:p>
                    <a:p>
                      <a:r>
                        <a:rPr lang="en-US" sz="2000" dirty="0"/>
                        <a:t>   5-10+ </a:t>
                      </a:r>
                      <a:r>
                        <a:rPr lang="en-US" sz="2000" dirty="0" err="1"/>
                        <a:t>yrs</a:t>
                      </a:r>
                      <a:endParaRPr lang="en-US" sz="2000" dirty="0"/>
                    </a:p>
                  </a:txBody>
                  <a:tcPr marT="45703" marB="45703"/>
                </a:tc>
                <a:tc>
                  <a:txBody>
                    <a:bodyPr/>
                    <a:lstStyle/>
                    <a:p>
                      <a:r>
                        <a:rPr lang="en-US" sz="2000" dirty="0"/>
                        <a:t>Implementing</a:t>
                      </a:r>
                    </a:p>
                  </a:txBody>
                  <a:tcPr marT="45703" marB="45703"/>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t>Competent on standard Application and Troubleshooting in own discipline</a:t>
                      </a:r>
                    </a:p>
                    <a:p>
                      <a:pPr marL="342900" indent="-342900">
                        <a:buFont typeface="Arial" panose="020B0604020202020204" pitchFamily="34" charset="0"/>
                        <a:buChar char="•"/>
                      </a:pPr>
                      <a:r>
                        <a:rPr lang="en-US" sz="1800" dirty="0">
                          <a:highlight>
                            <a:srgbClr val="FFFF00"/>
                          </a:highlight>
                        </a:rPr>
                        <a:t>Leading</a:t>
                      </a:r>
                      <a:r>
                        <a:rPr lang="en-US" sz="1800" dirty="0"/>
                        <a:t> and contributing to standard projects of predefined scope. </a:t>
                      </a:r>
                      <a:r>
                        <a:rPr lang="en-US" sz="1800" dirty="0">
                          <a:highlight>
                            <a:srgbClr val="FFFF00"/>
                          </a:highlight>
                        </a:rPr>
                        <a:t>Onboarding and training Stage 1</a:t>
                      </a:r>
                    </a:p>
                  </a:txBody>
                  <a:tcPr marT="45703" marB="45703"/>
                </a:tc>
                <a:extLst>
                  <a:ext uri="{0D108BD9-81ED-4DB2-BD59-A6C34878D82A}">
                    <a16:rowId xmlns:a16="http://schemas.microsoft.com/office/drawing/2014/main" val="10002"/>
                  </a:ext>
                </a:extLst>
              </a:tr>
              <a:tr h="1737311">
                <a:tc>
                  <a:txBody>
                    <a:bodyPr/>
                    <a:lstStyle/>
                    <a:p>
                      <a:r>
                        <a:rPr lang="en-US" sz="2000" dirty="0"/>
                        <a:t>3</a:t>
                      </a:r>
                    </a:p>
                  </a:txBody>
                  <a:tcPr marT="45703" marB="45703">
                    <a:solidFill>
                      <a:srgbClr val="0066FF"/>
                    </a:solidFill>
                  </a:tcPr>
                </a:tc>
                <a:tc>
                  <a:txBody>
                    <a:bodyPr/>
                    <a:lstStyle/>
                    <a:p>
                      <a:r>
                        <a:rPr lang="en-US" sz="2000" b="1" dirty="0"/>
                        <a:t>Expert</a:t>
                      </a:r>
                    </a:p>
                    <a:p>
                      <a:r>
                        <a:rPr lang="en-US" sz="2000" dirty="0"/>
                        <a:t>   10+ </a:t>
                      </a:r>
                      <a:r>
                        <a:rPr lang="en-US" sz="2000" dirty="0" err="1"/>
                        <a:t>yrs</a:t>
                      </a:r>
                      <a:endParaRPr lang="en-US" sz="2000" dirty="0"/>
                    </a:p>
                  </a:txBody>
                  <a:tcPr marT="45703" marB="4570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dk1"/>
                          </a:solidFill>
                          <a:latin typeface="+mn-lt"/>
                          <a:ea typeface="+mn-ea"/>
                          <a:cs typeface="+mn-cs"/>
                        </a:rPr>
                        <a:t>Leadership/Mentoring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kern="1200" dirty="0">
                        <a:solidFill>
                          <a:schemeClr val="dk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kern="1200" dirty="0">
                        <a:solidFill>
                          <a:schemeClr val="dk1"/>
                        </a:solidFill>
                        <a:latin typeface="+mn-lt"/>
                        <a:ea typeface="+mn-ea"/>
                        <a:cs typeface="+mn-cs"/>
                      </a:endParaRPr>
                    </a:p>
                  </a:txBody>
                  <a:tcPr marT="45703" marB="45703"/>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t>Defining Projects and Initiatives (Scope, Benefit, Cost, Time)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t>Advanced Application &amp; Troubleshooting </a:t>
                      </a:r>
                    </a:p>
                    <a:p>
                      <a:pPr marL="342900" indent="-342900">
                        <a:buFont typeface="Arial" panose="020B0604020202020204" pitchFamily="34" charset="0"/>
                        <a:buChar char="•"/>
                      </a:pPr>
                      <a:r>
                        <a:rPr lang="en-US" sz="1800" dirty="0"/>
                        <a:t>Leading New Technology Pilots &amp; Commercialization</a:t>
                      </a:r>
                    </a:p>
                    <a:p>
                      <a:pPr marL="342900" indent="-342900">
                        <a:buFont typeface="Arial" panose="020B0604020202020204" pitchFamily="34" charset="0"/>
                        <a:buChar char="•"/>
                      </a:pPr>
                      <a:r>
                        <a:rPr lang="en-US" sz="1800" dirty="0">
                          <a:highlight>
                            <a:srgbClr val="FFFF00"/>
                          </a:highlight>
                        </a:rPr>
                        <a:t>Mentoring Stage 1-2</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highlight>
                            <a:srgbClr val="FFFF00"/>
                          </a:highlight>
                        </a:rPr>
                        <a:t>Coaching, 1-on-1s, Shadowing/Delegating</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highlight>
                            <a:srgbClr val="FFFF00"/>
                          </a:highlight>
                        </a:rPr>
                        <a:t>Accountability on “Individual Development Plans” </a:t>
                      </a:r>
                    </a:p>
                  </a:txBody>
                  <a:tcPr marT="45703" marB="45703"/>
                </a:tc>
                <a:extLst>
                  <a:ext uri="{0D108BD9-81ED-4DB2-BD59-A6C34878D82A}">
                    <a16:rowId xmlns:a16="http://schemas.microsoft.com/office/drawing/2014/main" val="10003"/>
                  </a:ext>
                </a:extLst>
              </a:tr>
              <a:tr h="1188676">
                <a:tc>
                  <a:txBody>
                    <a:bodyPr/>
                    <a:lstStyle/>
                    <a:p>
                      <a:r>
                        <a:rPr lang="en-US" sz="2000" dirty="0"/>
                        <a:t>4</a:t>
                      </a:r>
                    </a:p>
                  </a:txBody>
                  <a:tcPr marT="45703" marB="45703">
                    <a:solidFill>
                      <a:schemeClr val="accent6">
                        <a:lumMod val="60000"/>
                        <a:lumOff val="40000"/>
                      </a:schemeClr>
                    </a:solidFill>
                  </a:tcPr>
                </a:tc>
                <a:tc>
                  <a:txBody>
                    <a:bodyPr/>
                    <a:lstStyle/>
                    <a:p>
                      <a:r>
                        <a:rPr lang="en-US" sz="2000" b="1" dirty="0"/>
                        <a:t>Sponsor</a:t>
                      </a:r>
                    </a:p>
                  </a:txBody>
                  <a:tcPr marT="45703" marB="45703"/>
                </a:tc>
                <a:tc>
                  <a:txBody>
                    <a:bodyPr/>
                    <a:lstStyle/>
                    <a:p>
                      <a:r>
                        <a:rPr lang="en-US" sz="2000" dirty="0"/>
                        <a:t>Strategic Vision</a:t>
                      </a:r>
                    </a:p>
                    <a:p>
                      <a:r>
                        <a:rPr lang="en-US" sz="2000" dirty="0"/>
                        <a:t>Regional/Global Influence</a:t>
                      </a:r>
                    </a:p>
                  </a:txBody>
                  <a:tcPr marT="45703" marB="45703"/>
                </a:tc>
                <a:tc>
                  <a:txBody>
                    <a:bodyPr/>
                    <a:lstStyle/>
                    <a:p>
                      <a:pPr marL="342900" indent="-342900">
                        <a:buFont typeface="Arial" panose="020B0604020202020204" pitchFamily="34" charset="0"/>
                        <a:buChar char="•"/>
                      </a:pPr>
                      <a:r>
                        <a:rPr lang="en-US" sz="1800" dirty="0">
                          <a:highlight>
                            <a:srgbClr val="FFFF00"/>
                          </a:highlight>
                        </a:rPr>
                        <a:t>Developing the Strategic Plan (1 &amp; 5 year)</a:t>
                      </a:r>
                    </a:p>
                    <a:p>
                      <a:pPr marL="342900" indent="-342900">
                        <a:buFont typeface="Arial" panose="020B0604020202020204" pitchFamily="34" charset="0"/>
                        <a:buChar char="•"/>
                      </a:pPr>
                      <a:r>
                        <a:rPr lang="en-US" sz="1800" dirty="0">
                          <a:highlight>
                            <a:srgbClr val="FFFF00"/>
                          </a:highlight>
                        </a:rPr>
                        <a:t>Promoting the Strategic plan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highlight>
                            <a:srgbClr val="FFFF00"/>
                          </a:highlight>
                        </a:rPr>
                        <a:t>Driving Emerging Technologies to Commercialization</a:t>
                      </a:r>
                    </a:p>
                    <a:p>
                      <a:pPr marL="342900" indent="-342900">
                        <a:buFont typeface="Arial" panose="020B0604020202020204" pitchFamily="34" charset="0"/>
                        <a:buChar char="•"/>
                      </a:pPr>
                      <a:r>
                        <a:rPr lang="en-US" sz="1800" dirty="0">
                          <a:highlight>
                            <a:srgbClr val="FFFF00"/>
                          </a:highlight>
                        </a:rPr>
                        <a:t>Regional/Global Discipline Health</a:t>
                      </a:r>
                    </a:p>
                  </a:txBody>
                  <a:tcPr marT="45703" marB="45703"/>
                </a:tc>
                <a:extLst>
                  <a:ext uri="{0D108BD9-81ED-4DB2-BD59-A6C34878D82A}">
                    <a16:rowId xmlns:a16="http://schemas.microsoft.com/office/drawing/2014/main" val="10004"/>
                  </a:ext>
                </a:extLst>
              </a:tr>
            </a:tbl>
          </a:graphicData>
        </a:graphic>
      </p:graphicFrame>
      <p:sp>
        <p:nvSpPr>
          <p:cNvPr id="24" name="Content Placeholder 6">
            <a:extLst>
              <a:ext uri="{FF2B5EF4-FFF2-40B4-BE49-F238E27FC236}">
                <a16:creationId xmlns:a16="http://schemas.microsoft.com/office/drawing/2014/main" id="{E37E0F38-8DBF-BB6D-BFD8-8305C5F119B2}"/>
              </a:ext>
            </a:extLst>
          </p:cNvPr>
          <p:cNvSpPr txBox="1">
            <a:spLocks noChangeArrowheads="1"/>
          </p:cNvSpPr>
          <p:nvPr/>
        </p:nvSpPr>
        <p:spPr bwMode="auto">
          <a:xfrm>
            <a:off x="609600" y="796925"/>
            <a:ext cx="1776413" cy="438150"/>
          </a:xfrm>
          <a:prstGeom prst="rect">
            <a:avLst/>
          </a:prstGeom>
          <a:noFill/>
          <a:ln>
            <a:noFill/>
          </a:ln>
          <a:effec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0" indent="0">
              <a:buFontTx/>
              <a:buNone/>
              <a:defRPr/>
            </a:pPr>
            <a:r>
              <a:rPr lang="en-US" altLang="en-US" sz="2000" b="1" kern="0" dirty="0"/>
              <a:t>Student</a:t>
            </a:r>
            <a:endParaRPr lang="en-US" altLang="en-US" sz="2000" kern="0" dirty="0"/>
          </a:p>
        </p:txBody>
      </p:sp>
      <p:sp>
        <p:nvSpPr>
          <p:cNvPr id="27" name="Content Placeholder 6">
            <a:extLst>
              <a:ext uri="{FF2B5EF4-FFF2-40B4-BE49-F238E27FC236}">
                <a16:creationId xmlns:a16="http://schemas.microsoft.com/office/drawing/2014/main" id="{D9D041D7-99DB-6635-30CD-C415979CCB9F}"/>
              </a:ext>
            </a:extLst>
          </p:cNvPr>
          <p:cNvSpPr txBox="1">
            <a:spLocks noChangeArrowheads="1"/>
          </p:cNvSpPr>
          <p:nvPr/>
        </p:nvSpPr>
        <p:spPr bwMode="auto">
          <a:xfrm>
            <a:off x="2133600" y="806450"/>
            <a:ext cx="2362200" cy="438150"/>
          </a:xfrm>
          <a:prstGeom prst="rect">
            <a:avLst/>
          </a:prstGeom>
          <a:noFill/>
          <a:ln>
            <a:noFill/>
          </a:ln>
          <a:effec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0" indent="0">
              <a:buFontTx/>
              <a:buNone/>
              <a:defRPr/>
            </a:pPr>
            <a:r>
              <a:rPr lang="en-US" altLang="en-US" sz="2000" kern="0" dirty="0"/>
              <a:t>BS, MS, PhD</a:t>
            </a:r>
          </a:p>
        </p:txBody>
      </p:sp>
      <p:sp>
        <p:nvSpPr>
          <p:cNvPr id="41991" name="Oval 3">
            <a:extLst>
              <a:ext uri="{FF2B5EF4-FFF2-40B4-BE49-F238E27FC236}">
                <a16:creationId xmlns:a16="http://schemas.microsoft.com/office/drawing/2014/main" id="{F48026E7-7623-E25C-AFF3-540591231A3D}"/>
              </a:ext>
            </a:extLst>
          </p:cNvPr>
          <p:cNvSpPr>
            <a:spLocks noChangeArrowheads="1"/>
          </p:cNvSpPr>
          <p:nvPr/>
        </p:nvSpPr>
        <p:spPr bwMode="auto">
          <a:xfrm>
            <a:off x="1981200" y="796925"/>
            <a:ext cx="2133600" cy="438150"/>
          </a:xfrm>
          <a:prstGeom prst="ellipse">
            <a:avLst/>
          </a:prstGeom>
          <a:noFill/>
          <a:ln w="317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41992" name="Arrow: Right 4">
            <a:extLst>
              <a:ext uri="{FF2B5EF4-FFF2-40B4-BE49-F238E27FC236}">
                <a16:creationId xmlns:a16="http://schemas.microsoft.com/office/drawing/2014/main" id="{64C6622E-AC33-97FC-DB58-E21326D0EE80}"/>
              </a:ext>
            </a:extLst>
          </p:cNvPr>
          <p:cNvSpPr>
            <a:spLocks noChangeArrowheads="1"/>
          </p:cNvSpPr>
          <p:nvPr/>
        </p:nvSpPr>
        <p:spPr bwMode="auto">
          <a:xfrm rot="7012800">
            <a:off x="1541463" y="1290638"/>
            <a:ext cx="727075" cy="263525"/>
          </a:xfrm>
          <a:prstGeom prst="rightArrow">
            <a:avLst>
              <a:gd name="adj1" fmla="val 50000"/>
              <a:gd name="adj2" fmla="val 49790"/>
            </a:avLst>
          </a:prstGeom>
          <a:solidFill>
            <a:srgbClr val="FF0000"/>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2" name="Speech Bubble: Rectangle with Corners Rounded 1">
            <a:extLst>
              <a:ext uri="{FF2B5EF4-FFF2-40B4-BE49-F238E27FC236}">
                <a16:creationId xmlns:a16="http://schemas.microsoft.com/office/drawing/2014/main" id="{214DFEAB-8D89-D9B0-6127-32911834F3BB}"/>
              </a:ext>
            </a:extLst>
          </p:cNvPr>
          <p:cNvSpPr/>
          <p:nvPr/>
        </p:nvSpPr>
        <p:spPr bwMode="auto">
          <a:xfrm>
            <a:off x="2514600" y="4419600"/>
            <a:ext cx="2590800" cy="685800"/>
          </a:xfrm>
          <a:prstGeom prst="wedgeRoundRectCallout">
            <a:avLst>
              <a:gd name="adj1" fmla="val 72256"/>
              <a:gd name="adj2" fmla="val 3179"/>
              <a:gd name="adj3" fmla="val 16667"/>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EMprint" panose="020B0503020204020204" pitchFamily="34" charset="0"/>
                <a:ea typeface="EMprint" panose="020B0503020204020204" pitchFamily="34" charset="0"/>
              </a:rPr>
              <a:t>R&amp;Rs with significant non-technical component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DE9209BB-2DE9-2D31-53CD-85ACC3D3DFA0}"/>
              </a:ext>
            </a:extLst>
          </p:cNvPr>
          <p:cNvSpPr>
            <a:spLocks noGrp="1" noChangeArrowheads="1"/>
          </p:cNvSpPr>
          <p:nvPr>
            <p:ph type="title"/>
          </p:nvPr>
        </p:nvSpPr>
        <p:spPr/>
        <p:txBody>
          <a:bodyPr/>
          <a:lstStyle/>
          <a:p>
            <a:r>
              <a:rPr lang="en-US" altLang="en-US"/>
              <a:t>Being a Successful Expert is not all about the Technical Skill</a:t>
            </a:r>
          </a:p>
        </p:txBody>
      </p:sp>
      <p:sp>
        <p:nvSpPr>
          <p:cNvPr id="43011" name="Content Placeholder 2">
            <a:extLst>
              <a:ext uri="{FF2B5EF4-FFF2-40B4-BE49-F238E27FC236}">
                <a16:creationId xmlns:a16="http://schemas.microsoft.com/office/drawing/2014/main" id="{F96D24C3-455D-3037-02F5-7144C5A71865}"/>
              </a:ext>
            </a:extLst>
          </p:cNvPr>
          <p:cNvSpPr>
            <a:spLocks noGrp="1" noChangeArrowheads="1"/>
          </p:cNvSpPr>
          <p:nvPr>
            <p:ph idx="1"/>
          </p:nvPr>
        </p:nvSpPr>
        <p:spPr>
          <a:xfrm>
            <a:off x="257175" y="949325"/>
            <a:ext cx="8636000" cy="3962400"/>
          </a:xfrm>
        </p:spPr>
        <p:txBody>
          <a:bodyPr/>
          <a:lstStyle/>
          <a:p>
            <a:pPr marL="0" indent="0">
              <a:buFontTx/>
              <a:buNone/>
            </a:pPr>
            <a:r>
              <a:rPr lang="en-US" altLang="en-US" sz="2400"/>
              <a:t>Jurassic Park’s Nedry is classical example of a failed expert that does not realize that he is a failed expert</a:t>
            </a:r>
          </a:p>
          <a:p>
            <a:pPr lvl="1"/>
            <a:r>
              <a:rPr lang="en-US" altLang="en-US" sz="2000">
                <a:solidFill>
                  <a:srgbClr val="00B050"/>
                </a:solidFill>
              </a:rPr>
              <a:t>Very Experienced &amp; Proficient in Technical Skills</a:t>
            </a:r>
          </a:p>
          <a:p>
            <a:pPr lvl="1"/>
            <a:r>
              <a:rPr lang="en-US" altLang="en-US" sz="2000">
                <a:solidFill>
                  <a:srgbClr val="C00000"/>
                </a:solidFill>
              </a:rPr>
              <a:t>Does not care about his team</a:t>
            </a:r>
          </a:p>
          <a:p>
            <a:pPr lvl="1"/>
            <a:r>
              <a:rPr lang="en-US" altLang="en-US" sz="2000">
                <a:solidFill>
                  <a:srgbClr val="C00000"/>
                </a:solidFill>
              </a:rPr>
              <a:t>Does not take ownership of mentoring</a:t>
            </a:r>
          </a:p>
          <a:p>
            <a:pPr lvl="1"/>
            <a:r>
              <a:rPr lang="en-US" altLang="en-US" sz="2000">
                <a:solidFill>
                  <a:srgbClr val="C00000"/>
                </a:solidFill>
              </a:rPr>
              <a:t>Does not take ownership of succession planning</a:t>
            </a:r>
          </a:p>
          <a:p>
            <a:pPr lvl="2"/>
            <a:r>
              <a:rPr lang="en-US" altLang="en-US" sz="1800">
                <a:solidFill>
                  <a:srgbClr val="C00000"/>
                </a:solidFill>
              </a:rPr>
              <a:t>In fact, adds barriers to it</a:t>
            </a:r>
          </a:p>
          <a:p>
            <a:pPr lvl="1"/>
            <a:r>
              <a:rPr lang="en-US" altLang="en-US" sz="2000">
                <a:solidFill>
                  <a:srgbClr val="C00000"/>
                </a:solidFill>
              </a:rPr>
              <a:t>Does not take ownership of Advocating Technology</a:t>
            </a:r>
          </a:p>
          <a:p>
            <a:pPr lvl="2"/>
            <a:r>
              <a:rPr lang="en-US" altLang="en-US" sz="1800">
                <a:solidFill>
                  <a:srgbClr val="C00000"/>
                </a:solidFill>
              </a:rPr>
              <a:t>Blames others for not understanding what he does</a:t>
            </a:r>
          </a:p>
          <a:p>
            <a:pPr lvl="1"/>
            <a:r>
              <a:rPr lang="en-US" altLang="en-US" sz="2000">
                <a:solidFill>
                  <a:srgbClr val="C00000"/>
                </a:solidFill>
              </a:rPr>
              <a:t>No Ethics – actively undermines employer / violates NDA / theft</a:t>
            </a:r>
          </a:p>
        </p:txBody>
      </p:sp>
      <p:sp>
        <p:nvSpPr>
          <p:cNvPr id="43012" name="Slide Number Placeholder 3">
            <a:extLst>
              <a:ext uri="{FF2B5EF4-FFF2-40B4-BE49-F238E27FC236}">
                <a16:creationId xmlns:a16="http://schemas.microsoft.com/office/drawing/2014/main" id="{300D9C41-BD4F-F5DA-29CB-97EE006A468A}"/>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083566D-BA64-4F19-81A2-499AE5797E6E}" type="slidenum">
              <a:rPr lang="en-US" altLang="en-US" sz="1400" smtClean="0"/>
              <a:pPr>
                <a:spcBef>
                  <a:spcPct val="0"/>
                </a:spcBef>
                <a:buFontTx/>
                <a:buNone/>
              </a:pPr>
              <a:t>8</a:t>
            </a:fld>
            <a:endParaRPr lang="en-US" altLang="en-US" sz="1400"/>
          </a:p>
        </p:txBody>
      </p:sp>
      <p:pic>
        <p:nvPicPr>
          <p:cNvPr id="43013" name="Picture 7">
            <a:extLst>
              <a:ext uri="{FF2B5EF4-FFF2-40B4-BE49-F238E27FC236}">
                <a16:creationId xmlns:a16="http://schemas.microsoft.com/office/drawing/2014/main" id="{CBAA9225-0A17-DD9D-1663-B6DED3E5A6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93175" y="1371600"/>
            <a:ext cx="2497138"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a:extLst>
              <a:ext uri="{FF2B5EF4-FFF2-40B4-BE49-F238E27FC236}">
                <a16:creationId xmlns:a16="http://schemas.microsoft.com/office/drawing/2014/main" id="{955A7750-E6F2-E2FC-E910-BBDCC4406EC3}"/>
              </a:ext>
            </a:extLst>
          </p:cNvPr>
          <p:cNvSpPr txBox="1"/>
          <p:nvPr/>
        </p:nvSpPr>
        <p:spPr>
          <a:xfrm>
            <a:off x="304800" y="5035550"/>
            <a:ext cx="10363200" cy="1446213"/>
          </a:xfrm>
          <a:prstGeom prst="rect">
            <a:avLst/>
          </a:prstGeom>
          <a:noFill/>
        </p:spPr>
        <p:txBody>
          <a:bodyPr>
            <a:spAutoFit/>
          </a:bodyPr>
          <a:lstStyle/>
          <a:p>
            <a:pPr>
              <a:defRPr/>
            </a:pPr>
            <a:r>
              <a:rPr lang="en-US" sz="2800" dirty="0">
                <a:latin typeface="+mn-lt"/>
                <a:ea typeface="EMprint" panose="020B0503020204020204" pitchFamily="34" charset="0"/>
                <a:cs typeface="72 Black" panose="020B0A04030603020204" pitchFamily="34" charset="0"/>
              </a:rPr>
              <a:t>It is every Senior Engineer’s responsibility</a:t>
            </a:r>
          </a:p>
          <a:p>
            <a:pPr marL="914400" lvl="1" indent="-457200">
              <a:buFont typeface="Arial" panose="020B0604020202020204" pitchFamily="34" charset="0"/>
              <a:buChar char="•"/>
              <a:defRPr/>
            </a:pPr>
            <a:r>
              <a:rPr lang="en-US" sz="2000" dirty="0">
                <a:latin typeface="+mn-lt"/>
                <a:ea typeface="EMprint" panose="020B0503020204020204" pitchFamily="34" charset="0"/>
                <a:cs typeface="72 Black" panose="020B0A04030603020204" pitchFamily="34" charset="0"/>
              </a:rPr>
              <a:t>Be Ethical</a:t>
            </a:r>
          </a:p>
          <a:p>
            <a:pPr marL="914400" lvl="1" indent="-457200">
              <a:buFont typeface="Arial" panose="020B0604020202020204" pitchFamily="34" charset="0"/>
              <a:buChar char="•"/>
              <a:defRPr/>
            </a:pPr>
            <a:r>
              <a:rPr lang="en-US" sz="2000" dirty="0">
                <a:latin typeface="+mn-lt"/>
                <a:ea typeface="EMprint" panose="020B0503020204020204" pitchFamily="34" charset="0"/>
                <a:cs typeface="72 Black" panose="020B0A04030603020204" pitchFamily="34" charset="0"/>
              </a:rPr>
              <a:t>Develop the Next Generation</a:t>
            </a:r>
          </a:p>
          <a:p>
            <a:pPr marL="914400" lvl="1" indent="-457200">
              <a:buFont typeface="Arial" panose="020B0604020202020204" pitchFamily="34" charset="0"/>
              <a:buChar char="•"/>
              <a:defRPr/>
            </a:pPr>
            <a:r>
              <a:rPr lang="en-US" sz="2000" dirty="0">
                <a:latin typeface="+mn-lt"/>
                <a:ea typeface="EMprint" panose="020B0503020204020204" pitchFamily="34" charset="0"/>
                <a:cs typeface="72 Black" panose="020B0A04030603020204" pitchFamily="34" charset="0"/>
              </a:rPr>
              <a:t>Be an Ambassador for Technology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Line Callout 1 46">
            <a:extLst>
              <a:ext uri="{FF2B5EF4-FFF2-40B4-BE49-F238E27FC236}">
                <a16:creationId xmlns:a16="http://schemas.microsoft.com/office/drawing/2014/main" id="{28EB4C69-0429-590C-117F-BFB47B6E56F9}"/>
              </a:ext>
            </a:extLst>
          </p:cNvPr>
          <p:cNvSpPr/>
          <p:nvPr/>
        </p:nvSpPr>
        <p:spPr bwMode="auto">
          <a:xfrm>
            <a:off x="3690144" y="787580"/>
            <a:ext cx="2617788" cy="858837"/>
          </a:xfrm>
          <a:prstGeom prst="borderCallout1">
            <a:avLst>
              <a:gd name="adj1" fmla="val 101556"/>
              <a:gd name="adj2" fmla="val 10543"/>
              <a:gd name="adj3" fmla="val 448981"/>
              <a:gd name="adj4" fmla="val -9170"/>
            </a:avLst>
          </a:prstGeom>
          <a:solidFill>
            <a:srgbClr val="FF99CC"/>
          </a:solidFill>
          <a:ln w="9525" cap="flat" cmpd="sng" algn="ctr">
            <a:solidFill>
              <a:schemeClr val="tx1"/>
            </a:solidFill>
            <a:prstDash val="solid"/>
            <a:round/>
            <a:headEnd type="none" w="med" len="med"/>
            <a:tailEnd type="none" w="med" len="med"/>
          </a:ln>
          <a:effectLst/>
        </p:spPr>
        <p:txBody>
          <a:bodyPr/>
          <a:lstStyle/>
          <a:p>
            <a:pPr>
              <a:defRPr/>
            </a:pPr>
            <a:r>
              <a:rPr lang="en-US" sz="1800" dirty="0">
                <a:latin typeface="+mn-lt"/>
                <a:ea typeface="EMprint" panose="020B0503020204020204" pitchFamily="34" charset="0"/>
              </a:rPr>
              <a:t>RTO Site Lead</a:t>
            </a:r>
          </a:p>
          <a:p>
            <a:pPr>
              <a:defRPr/>
            </a:pPr>
            <a:r>
              <a:rPr lang="en-US" sz="1800" dirty="0">
                <a:latin typeface="+mn-lt"/>
                <a:ea typeface="EMprint" panose="020B0503020204020204" pitchFamily="34" charset="0"/>
              </a:rPr>
              <a:t>Crude, FCC, Reforming</a:t>
            </a:r>
          </a:p>
          <a:p>
            <a:pPr>
              <a:defRPr/>
            </a:pPr>
            <a:r>
              <a:rPr lang="en-US" sz="1800" dirty="0">
                <a:latin typeface="+mn-lt"/>
                <a:ea typeface="EMprint" panose="020B0503020204020204" pitchFamily="34" charset="0"/>
              </a:rPr>
              <a:t>Explainer Online Pilot</a:t>
            </a:r>
          </a:p>
        </p:txBody>
      </p:sp>
      <p:sp>
        <p:nvSpPr>
          <p:cNvPr id="44034" name="Title 1">
            <a:extLst>
              <a:ext uri="{FF2B5EF4-FFF2-40B4-BE49-F238E27FC236}">
                <a16:creationId xmlns:a16="http://schemas.microsoft.com/office/drawing/2014/main" id="{ED5E5ACD-3148-4D22-B394-FF9AF9886720}"/>
              </a:ext>
            </a:extLst>
          </p:cNvPr>
          <p:cNvSpPr>
            <a:spLocks noGrp="1" noChangeArrowheads="1"/>
          </p:cNvSpPr>
          <p:nvPr>
            <p:ph type="title"/>
          </p:nvPr>
        </p:nvSpPr>
        <p:spPr/>
        <p:txBody>
          <a:bodyPr/>
          <a:lstStyle/>
          <a:p>
            <a:r>
              <a:rPr lang="en-US" altLang="en-US"/>
              <a:t>Roles Across Bill’s Technical Career Path</a:t>
            </a:r>
          </a:p>
        </p:txBody>
      </p:sp>
      <p:sp>
        <p:nvSpPr>
          <p:cNvPr id="44035" name="Slide Number Placeholder 3">
            <a:extLst>
              <a:ext uri="{FF2B5EF4-FFF2-40B4-BE49-F238E27FC236}">
                <a16:creationId xmlns:a16="http://schemas.microsoft.com/office/drawing/2014/main" id="{6EA33866-A173-2D2E-0B93-AF11DB228AB8}"/>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78304AF-D80F-41EA-9584-C91F3643AB47}" type="slidenum">
              <a:rPr lang="en-US" altLang="en-US" sz="1400" smtClean="0"/>
              <a:pPr>
                <a:spcBef>
                  <a:spcPct val="0"/>
                </a:spcBef>
                <a:buFontTx/>
                <a:buNone/>
              </a:pPr>
              <a:t>9</a:t>
            </a:fld>
            <a:endParaRPr lang="en-US" altLang="en-US" sz="1400"/>
          </a:p>
        </p:txBody>
      </p:sp>
      <p:sp>
        <p:nvSpPr>
          <p:cNvPr id="44036" name="Right Arrow 1">
            <a:extLst>
              <a:ext uri="{FF2B5EF4-FFF2-40B4-BE49-F238E27FC236}">
                <a16:creationId xmlns:a16="http://schemas.microsoft.com/office/drawing/2014/main" id="{E3696A29-CFC9-B170-F43B-64C11FA1D8E0}"/>
              </a:ext>
            </a:extLst>
          </p:cNvPr>
          <p:cNvSpPr>
            <a:spLocks noChangeArrowheads="1"/>
          </p:cNvSpPr>
          <p:nvPr/>
        </p:nvSpPr>
        <p:spPr bwMode="auto">
          <a:xfrm>
            <a:off x="193675" y="4527550"/>
            <a:ext cx="923925" cy="533400"/>
          </a:xfrm>
          <a:prstGeom prst="rightArrow">
            <a:avLst>
              <a:gd name="adj1" fmla="val 50000"/>
              <a:gd name="adj2" fmla="val 49976"/>
            </a:avLst>
          </a:prstGeom>
          <a:solidFill>
            <a:srgbClr val="00B050"/>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44037" name="Right Arrow 7">
            <a:extLst>
              <a:ext uri="{FF2B5EF4-FFF2-40B4-BE49-F238E27FC236}">
                <a16:creationId xmlns:a16="http://schemas.microsoft.com/office/drawing/2014/main" id="{4A73AEB8-4268-ED21-34DD-4F8CCDD3C0D7}"/>
              </a:ext>
            </a:extLst>
          </p:cNvPr>
          <p:cNvSpPr>
            <a:spLocks noChangeArrowheads="1"/>
          </p:cNvSpPr>
          <p:nvPr/>
        </p:nvSpPr>
        <p:spPr bwMode="auto">
          <a:xfrm>
            <a:off x="1109663" y="4519613"/>
            <a:ext cx="1816100" cy="533400"/>
          </a:xfrm>
          <a:prstGeom prst="rightArrow">
            <a:avLst>
              <a:gd name="adj1" fmla="val 50000"/>
              <a:gd name="adj2" fmla="val 49968"/>
            </a:avLst>
          </a:prstGeom>
          <a:gradFill rotWithShape="0">
            <a:gsLst>
              <a:gs pos="0">
                <a:srgbClr val="00B050"/>
              </a:gs>
              <a:gs pos="37000">
                <a:srgbClr val="FF99CC"/>
              </a:gs>
              <a:gs pos="100000">
                <a:srgbClr val="FF99CC"/>
              </a:gs>
            </a:gsLst>
            <a:lin ang="0" scaled="1"/>
          </a:gra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44038" name="Right Arrow 14">
            <a:extLst>
              <a:ext uri="{FF2B5EF4-FFF2-40B4-BE49-F238E27FC236}">
                <a16:creationId xmlns:a16="http://schemas.microsoft.com/office/drawing/2014/main" id="{41DCDD28-51D5-7E2D-F667-7D1574AA7B6E}"/>
              </a:ext>
            </a:extLst>
          </p:cNvPr>
          <p:cNvSpPr>
            <a:spLocks noChangeArrowheads="1"/>
          </p:cNvSpPr>
          <p:nvPr/>
        </p:nvSpPr>
        <p:spPr bwMode="auto">
          <a:xfrm>
            <a:off x="2940050" y="4519613"/>
            <a:ext cx="1022350" cy="533400"/>
          </a:xfrm>
          <a:prstGeom prst="rightArrow">
            <a:avLst>
              <a:gd name="adj1" fmla="val 50000"/>
              <a:gd name="adj2" fmla="val 49984"/>
            </a:avLst>
          </a:prstGeom>
          <a:solidFill>
            <a:srgbClr val="FF99CC"/>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44039" name="Right Arrow 19">
            <a:extLst>
              <a:ext uri="{FF2B5EF4-FFF2-40B4-BE49-F238E27FC236}">
                <a16:creationId xmlns:a16="http://schemas.microsoft.com/office/drawing/2014/main" id="{ACFA4811-E453-AC23-DEBA-38FE59C1754D}"/>
              </a:ext>
            </a:extLst>
          </p:cNvPr>
          <p:cNvSpPr>
            <a:spLocks noChangeArrowheads="1"/>
          </p:cNvSpPr>
          <p:nvPr/>
        </p:nvSpPr>
        <p:spPr bwMode="auto">
          <a:xfrm>
            <a:off x="3975100" y="4511675"/>
            <a:ext cx="1250950" cy="533400"/>
          </a:xfrm>
          <a:prstGeom prst="rightArrow">
            <a:avLst>
              <a:gd name="adj1" fmla="val 50000"/>
              <a:gd name="adj2" fmla="val 50032"/>
            </a:avLst>
          </a:prstGeom>
          <a:gradFill rotWithShape="0">
            <a:gsLst>
              <a:gs pos="0">
                <a:srgbClr val="FF99CC"/>
              </a:gs>
              <a:gs pos="100000">
                <a:srgbClr val="0066FF"/>
              </a:gs>
            </a:gsLst>
            <a:lin ang="0" scaled="1"/>
          </a:gra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44040" name="Right Arrow 20">
            <a:extLst>
              <a:ext uri="{FF2B5EF4-FFF2-40B4-BE49-F238E27FC236}">
                <a16:creationId xmlns:a16="http://schemas.microsoft.com/office/drawing/2014/main" id="{D5F497FA-C277-FB6F-40D1-BA99D8F608E6}"/>
              </a:ext>
            </a:extLst>
          </p:cNvPr>
          <p:cNvSpPr>
            <a:spLocks noChangeArrowheads="1"/>
          </p:cNvSpPr>
          <p:nvPr/>
        </p:nvSpPr>
        <p:spPr bwMode="auto">
          <a:xfrm>
            <a:off x="5226050" y="4511675"/>
            <a:ext cx="3209925" cy="533400"/>
          </a:xfrm>
          <a:prstGeom prst="rightArrow">
            <a:avLst>
              <a:gd name="adj1" fmla="val 50000"/>
              <a:gd name="adj2" fmla="val 49982"/>
            </a:avLst>
          </a:prstGeom>
          <a:gradFill rotWithShape="0">
            <a:gsLst>
              <a:gs pos="0">
                <a:srgbClr val="0066FF"/>
              </a:gs>
              <a:gs pos="55000">
                <a:srgbClr val="0066FF"/>
              </a:gs>
              <a:gs pos="100000">
                <a:srgbClr val="FFFF00"/>
              </a:gs>
            </a:gsLst>
            <a:lin ang="0" scaled="1"/>
          </a:gra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44041" name="Right Arrow 28">
            <a:extLst>
              <a:ext uri="{FF2B5EF4-FFF2-40B4-BE49-F238E27FC236}">
                <a16:creationId xmlns:a16="http://schemas.microsoft.com/office/drawing/2014/main" id="{7C896C17-2DE8-7AD5-88B3-4B0AD6084134}"/>
              </a:ext>
            </a:extLst>
          </p:cNvPr>
          <p:cNvSpPr>
            <a:spLocks noChangeArrowheads="1"/>
          </p:cNvSpPr>
          <p:nvPr/>
        </p:nvSpPr>
        <p:spPr bwMode="auto">
          <a:xfrm>
            <a:off x="8435975" y="4495800"/>
            <a:ext cx="1371600" cy="533400"/>
          </a:xfrm>
          <a:prstGeom prst="rightArrow">
            <a:avLst>
              <a:gd name="adj1" fmla="val 50000"/>
              <a:gd name="adj2" fmla="val 50024"/>
            </a:avLst>
          </a:prstGeom>
          <a:solidFill>
            <a:srgbClr val="FFFF00"/>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39946" name="Right Arrow 32">
            <a:extLst>
              <a:ext uri="{FF2B5EF4-FFF2-40B4-BE49-F238E27FC236}">
                <a16:creationId xmlns:a16="http://schemas.microsoft.com/office/drawing/2014/main" id="{6EA89B67-FE01-DE65-9F90-13135B495903}"/>
              </a:ext>
            </a:extLst>
          </p:cNvPr>
          <p:cNvSpPr>
            <a:spLocks noChangeArrowheads="1"/>
          </p:cNvSpPr>
          <p:nvPr/>
        </p:nvSpPr>
        <p:spPr bwMode="auto">
          <a:xfrm>
            <a:off x="9812338" y="4495800"/>
            <a:ext cx="1122362" cy="533400"/>
          </a:xfrm>
          <a:prstGeom prst="rightArrow">
            <a:avLst>
              <a:gd name="adj1" fmla="val 50000"/>
              <a:gd name="adj2" fmla="val 49974"/>
            </a:avLst>
          </a:prstGeom>
          <a:gradFill flip="none" rotWithShape="1">
            <a:gsLst>
              <a:gs pos="0">
                <a:srgbClr val="FFFF00"/>
              </a:gs>
              <a:gs pos="100000">
                <a:schemeClr val="accent6">
                  <a:lumMod val="60000"/>
                  <a:lumOff val="40000"/>
                </a:schemeClr>
              </a:gs>
            </a:gsLst>
            <a:lin ang="0" scaled="1"/>
            <a:tileRect/>
          </a:gradFill>
          <a:ln w="9525" algn="ctr">
            <a:solidFill>
              <a:schemeClr val="tx1"/>
            </a:solidFill>
            <a:round/>
            <a:headEnd/>
            <a:tailEnd/>
          </a:ln>
        </p:spPr>
        <p:txBody>
          <a:bodyPr/>
          <a:lstStyle>
            <a:lvl1pPr>
              <a:defRPr sz="3200">
                <a:solidFill>
                  <a:schemeClr val="tx1"/>
                </a:solidFill>
                <a:latin typeface="Times New Roman" panose="02020603050405020304" pitchFamily="18" charset="0"/>
                <a:cs typeface="Arial" panose="020B0604020202020204" pitchFamily="34" charset="0"/>
              </a:defRPr>
            </a:lvl1pPr>
            <a:lvl2pPr marL="742950" indent="-285750">
              <a:defRPr sz="3200">
                <a:solidFill>
                  <a:schemeClr val="tx1"/>
                </a:solidFill>
                <a:latin typeface="Times New Roman" panose="02020603050405020304" pitchFamily="18" charset="0"/>
                <a:cs typeface="Arial" panose="020B0604020202020204" pitchFamily="34" charset="0"/>
              </a:defRPr>
            </a:lvl2pPr>
            <a:lvl3pPr marL="1143000" indent="-228600">
              <a:defRPr sz="3200">
                <a:solidFill>
                  <a:schemeClr val="tx1"/>
                </a:solidFill>
                <a:latin typeface="Times New Roman" panose="02020603050405020304" pitchFamily="18" charset="0"/>
                <a:cs typeface="Arial" panose="020B0604020202020204" pitchFamily="34" charset="0"/>
              </a:defRPr>
            </a:lvl3pPr>
            <a:lvl4pPr marL="1600200" indent="-228600">
              <a:defRPr sz="3200">
                <a:solidFill>
                  <a:schemeClr val="tx1"/>
                </a:solidFill>
                <a:latin typeface="Times New Roman" panose="02020603050405020304" pitchFamily="18" charset="0"/>
                <a:cs typeface="Arial" panose="020B0604020202020204" pitchFamily="34" charset="0"/>
              </a:defRPr>
            </a:lvl4pPr>
            <a:lvl5pPr marL="2057400" indent="-228600">
              <a:defRPr sz="3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9pPr>
          </a:lstStyle>
          <a:p>
            <a:pPr>
              <a:defRPr/>
            </a:pPr>
            <a:endParaRPr lang="en-US" altLang="en-US"/>
          </a:p>
        </p:txBody>
      </p:sp>
      <p:sp>
        <p:nvSpPr>
          <p:cNvPr id="39947" name="Right Arrow 36">
            <a:extLst>
              <a:ext uri="{FF2B5EF4-FFF2-40B4-BE49-F238E27FC236}">
                <a16:creationId xmlns:a16="http://schemas.microsoft.com/office/drawing/2014/main" id="{8E23DC56-3B95-9465-72F9-B136A9816BB6}"/>
              </a:ext>
            </a:extLst>
          </p:cNvPr>
          <p:cNvSpPr>
            <a:spLocks noChangeArrowheads="1"/>
          </p:cNvSpPr>
          <p:nvPr/>
        </p:nvSpPr>
        <p:spPr bwMode="auto">
          <a:xfrm>
            <a:off x="10934700" y="4495800"/>
            <a:ext cx="1173163" cy="533400"/>
          </a:xfrm>
          <a:prstGeom prst="rightArrow">
            <a:avLst>
              <a:gd name="adj1" fmla="val 50000"/>
              <a:gd name="adj2" fmla="val 50036"/>
            </a:avLst>
          </a:prstGeom>
          <a:solidFill>
            <a:schemeClr val="accent6">
              <a:lumMod val="60000"/>
              <a:lumOff val="40000"/>
            </a:schemeClr>
          </a:solidFill>
          <a:ln w="9525" algn="ctr">
            <a:solidFill>
              <a:schemeClr val="tx1"/>
            </a:solidFill>
            <a:round/>
            <a:headEnd/>
            <a:tailEnd/>
          </a:ln>
        </p:spPr>
        <p:txBody>
          <a:bodyPr/>
          <a:lstStyle>
            <a:lvl1pPr>
              <a:defRPr sz="3200">
                <a:solidFill>
                  <a:schemeClr val="tx1"/>
                </a:solidFill>
                <a:latin typeface="Times New Roman" panose="02020603050405020304" pitchFamily="18" charset="0"/>
                <a:cs typeface="Arial" panose="020B0604020202020204" pitchFamily="34" charset="0"/>
              </a:defRPr>
            </a:lvl1pPr>
            <a:lvl2pPr marL="742950" indent="-285750">
              <a:defRPr sz="3200">
                <a:solidFill>
                  <a:schemeClr val="tx1"/>
                </a:solidFill>
                <a:latin typeface="Times New Roman" panose="02020603050405020304" pitchFamily="18" charset="0"/>
                <a:cs typeface="Arial" panose="020B0604020202020204" pitchFamily="34" charset="0"/>
              </a:defRPr>
            </a:lvl2pPr>
            <a:lvl3pPr marL="1143000" indent="-228600">
              <a:defRPr sz="3200">
                <a:solidFill>
                  <a:schemeClr val="tx1"/>
                </a:solidFill>
                <a:latin typeface="Times New Roman" panose="02020603050405020304" pitchFamily="18" charset="0"/>
                <a:cs typeface="Arial" panose="020B0604020202020204" pitchFamily="34" charset="0"/>
              </a:defRPr>
            </a:lvl3pPr>
            <a:lvl4pPr marL="1600200" indent="-228600">
              <a:defRPr sz="3200">
                <a:solidFill>
                  <a:schemeClr val="tx1"/>
                </a:solidFill>
                <a:latin typeface="Times New Roman" panose="02020603050405020304" pitchFamily="18" charset="0"/>
                <a:cs typeface="Arial" panose="020B0604020202020204" pitchFamily="34" charset="0"/>
              </a:defRPr>
            </a:lvl4pPr>
            <a:lvl5pPr marL="2057400" indent="-228600">
              <a:defRPr sz="3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9pPr>
          </a:lstStyle>
          <a:p>
            <a:pPr>
              <a:defRPr/>
            </a:pPr>
            <a:endParaRPr lang="en-US" altLang="en-US"/>
          </a:p>
        </p:txBody>
      </p:sp>
      <p:sp>
        <p:nvSpPr>
          <p:cNvPr id="4" name="Line Callout 1 3">
            <a:extLst>
              <a:ext uri="{FF2B5EF4-FFF2-40B4-BE49-F238E27FC236}">
                <a16:creationId xmlns:a16="http://schemas.microsoft.com/office/drawing/2014/main" id="{29FFAA0F-8339-0E1D-EA4D-43743B0BD147}"/>
              </a:ext>
            </a:extLst>
          </p:cNvPr>
          <p:cNvSpPr/>
          <p:nvPr/>
        </p:nvSpPr>
        <p:spPr bwMode="auto">
          <a:xfrm>
            <a:off x="85725" y="6400800"/>
            <a:ext cx="1766888" cy="381000"/>
          </a:xfrm>
          <a:prstGeom prst="borderCallout1">
            <a:avLst>
              <a:gd name="adj1" fmla="val 504"/>
              <a:gd name="adj2" fmla="val 20017"/>
              <a:gd name="adj3" fmla="val -389115"/>
              <a:gd name="adj4" fmla="val 6261"/>
            </a:avLst>
          </a:prstGeom>
          <a:solidFill>
            <a:schemeClr val="accent1"/>
          </a:solidFill>
          <a:ln w="9525" cap="flat" cmpd="sng" algn="ctr">
            <a:solidFill>
              <a:schemeClr val="tx1"/>
            </a:solidFill>
            <a:prstDash val="solid"/>
            <a:round/>
            <a:headEnd type="none" w="med" len="med"/>
            <a:tailEnd type="none" w="med" len="med"/>
          </a:ln>
          <a:effectLst/>
        </p:spPr>
        <p:txBody>
          <a:bodyPr/>
          <a:lstStyle/>
          <a:p>
            <a:pPr>
              <a:defRPr/>
            </a:pPr>
            <a:r>
              <a:rPr lang="en-US" sz="1800" dirty="0">
                <a:latin typeface="+mn-lt"/>
                <a:ea typeface="EMprint" panose="020B0503020204020204" pitchFamily="34" charset="0"/>
              </a:rPr>
              <a:t>EMTECH (NJ)</a:t>
            </a:r>
          </a:p>
        </p:txBody>
      </p:sp>
      <p:sp>
        <p:nvSpPr>
          <p:cNvPr id="39" name="Line Callout 1 38">
            <a:extLst>
              <a:ext uri="{FF2B5EF4-FFF2-40B4-BE49-F238E27FC236}">
                <a16:creationId xmlns:a16="http://schemas.microsoft.com/office/drawing/2014/main" id="{C942DE10-7B65-69BD-3E15-5E519DCF3EEF}"/>
              </a:ext>
            </a:extLst>
          </p:cNvPr>
          <p:cNvSpPr/>
          <p:nvPr/>
        </p:nvSpPr>
        <p:spPr bwMode="auto">
          <a:xfrm>
            <a:off x="1081088" y="5715000"/>
            <a:ext cx="1768475" cy="609600"/>
          </a:xfrm>
          <a:prstGeom prst="borderCallout1">
            <a:avLst>
              <a:gd name="adj1" fmla="val 504"/>
              <a:gd name="adj2" fmla="val 20017"/>
              <a:gd name="adj3" fmla="val -140483"/>
              <a:gd name="adj4" fmla="val 410"/>
            </a:avLst>
          </a:prstGeom>
          <a:solidFill>
            <a:schemeClr val="accent1"/>
          </a:solidFill>
          <a:ln w="9525" cap="flat" cmpd="sng" algn="ctr">
            <a:solidFill>
              <a:schemeClr val="tx1"/>
            </a:solidFill>
            <a:prstDash val="solid"/>
            <a:round/>
            <a:headEnd type="none" w="med" len="med"/>
            <a:tailEnd type="none" w="med" len="med"/>
          </a:ln>
          <a:effectLst/>
        </p:spPr>
        <p:txBody>
          <a:bodyPr/>
          <a:lstStyle/>
          <a:p>
            <a:pPr>
              <a:defRPr/>
            </a:pPr>
            <a:r>
              <a:rPr lang="en-US" sz="1800" dirty="0">
                <a:latin typeface="+mn-lt"/>
                <a:ea typeface="EMprint" panose="020B0503020204020204" pitchFamily="34" charset="0"/>
              </a:rPr>
              <a:t>EMTECH (VA)</a:t>
            </a:r>
          </a:p>
          <a:p>
            <a:pPr>
              <a:defRPr/>
            </a:pPr>
            <a:r>
              <a:rPr lang="en-US" sz="1400" dirty="0">
                <a:latin typeface="+mn-lt"/>
                <a:ea typeface="EMprint" panose="020B0503020204020204" pitchFamily="34" charset="0"/>
              </a:rPr>
              <a:t>(XOM Merger</a:t>
            </a:r>
            <a:r>
              <a:rPr lang="en-US" sz="1800" dirty="0">
                <a:latin typeface="+mn-lt"/>
                <a:ea typeface="EMprint" panose="020B0503020204020204" pitchFamily="34" charset="0"/>
              </a:rPr>
              <a:t>)</a:t>
            </a:r>
          </a:p>
        </p:txBody>
      </p:sp>
      <p:sp>
        <p:nvSpPr>
          <p:cNvPr id="40" name="Line Callout 1 39">
            <a:extLst>
              <a:ext uri="{FF2B5EF4-FFF2-40B4-BE49-F238E27FC236}">
                <a16:creationId xmlns:a16="http://schemas.microsoft.com/office/drawing/2014/main" id="{34560448-0DED-9033-4140-ACA143783993}"/>
              </a:ext>
            </a:extLst>
          </p:cNvPr>
          <p:cNvSpPr/>
          <p:nvPr/>
        </p:nvSpPr>
        <p:spPr bwMode="auto">
          <a:xfrm>
            <a:off x="2849563" y="6400800"/>
            <a:ext cx="1766887" cy="381000"/>
          </a:xfrm>
          <a:prstGeom prst="borderCallout1">
            <a:avLst>
              <a:gd name="adj1" fmla="val 504"/>
              <a:gd name="adj2" fmla="val 20017"/>
              <a:gd name="adj3" fmla="val -421956"/>
              <a:gd name="adj4" fmla="val 3539"/>
            </a:avLst>
          </a:prstGeom>
          <a:solidFill>
            <a:srgbClr val="FF99CC"/>
          </a:solidFill>
          <a:ln w="9525" cap="flat" cmpd="sng" algn="ctr">
            <a:solidFill>
              <a:schemeClr val="tx1"/>
            </a:solidFill>
            <a:prstDash val="solid"/>
            <a:round/>
            <a:headEnd type="none" w="med" len="med"/>
            <a:tailEnd type="none" w="med" len="med"/>
          </a:ln>
          <a:effectLst/>
        </p:spPr>
        <p:txBody>
          <a:bodyPr/>
          <a:lstStyle/>
          <a:p>
            <a:pPr>
              <a:defRPr/>
            </a:pPr>
            <a:r>
              <a:rPr lang="en-US" sz="1800" dirty="0">
                <a:latin typeface="+mn-lt"/>
                <a:ea typeface="EMprint" panose="020B0503020204020204" pitchFamily="34" charset="0"/>
              </a:rPr>
              <a:t>Antwerp, BE</a:t>
            </a:r>
          </a:p>
        </p:txBody>
      </p:sp>
      <p:sp>
        <p:nvSpPr>
          <p:cNvPr id="41" name="Line Callout 1 40">
            <a:extLst>
              <a:ext uri="{FF2B5EF4-FFF2-40B4-BE49-F238E27FC236}">
                <a16:creationId xmlns:a16="http://schemas.microsoft.com/office/drawing/2014/main" id="{9F36ACAC-1AC9-B6AE-07FC-6068A95912E5}"/>
              </a:ext>
            </a:extLst>
          </p:cNvPr>
          <p:cNvSpPr/>
          <p:nvPr/>
        </p:nvSpPr>
        <p:spPr bwMode="auto">
          <a:xfrm>
            <a:off x="3916363" y="5927725"/>
            <a:ext cx="1768475" cy="381000"/>
          </a:xfrm>
          <a:prstGeom prst="borderCallout1">
            <a:avLst>
              <a:gd name="adj1" fmla="val 504"/>
              <a:gd name="adj2" fmla="val 20017"/>
              <a:gd name="adj3" fmla="val -267851"/>
              <a:gd name="adj4" fmla="val 4083"/>
            </a:avLst>
          </a:prstGeom>
          <a:solidFill>
            <a:srgbClr val="FF99CC"/>
          </a:solidFill>
          <a:ln w="9525" cap="flat" cmpd="sng" algn="ctr">
            <a:solidFill>
              <a:schemeClr val="tx1"/>
            </a:solidFill>
            <a:prstDash val="solid"/>
            <a:round/>
            <a:headEnd type="none" w="med" len="med"/>
            <a:tailEnd type="none" w="med" len="med"/>
          </a:ln>
          <a:effectLst/>
        </p:spPr>
        <p:txBody>
          <a:bodyPr/>
          <a:lstStyle/>
          <a:p>
            <a:pPr>
              <a:defRPr/>
            </a:pPr>
            <a:r>
              <a:rPr lang="en-US" sz="1800" dirty="0" err="1">
                <a:latin typeface="+mn-lt"/>
                <a:ea typeface="EMprint" panose="020B0503020204020204" pitchFamily="34" charset="0"/>
              </a:rPr>
              <a:t>Fawley</a:t>
            </a:r>
            <a:r>
              <a:rPr lang="en-US" sz="1800" dirty="0">
                <a:latin typeface="+mn-lt"/>
                <a:ea typeface="EMprint" panose="020B0503020204020204" pitchFamily="34" charset="0"/>
              </a:rPr>
              <a:t>, UK</a:t>
            </a:r>
          </a:p>
        </p:txBody>
      </p:sp>
      <p:sp>
        <p:nvSpPr>
          <p:cNvPr id="42" name="Line Callout 1 41">
            <a:extLst>
              <a:ext uri="{FF2B5EF4-FFF2-40B4-BE49-F238E27FC236}">
                <a16:creationId xmlns:a16="http://schemas.microsoft.com/office/drawing/2014/main" id="{BB48B82E-CBCE-DD9C-BFD6-E63A83330F69}"/>
              </a:ext>
            </a:extLst>
          </p:cNvPr>
          <p:cNvSpPr/>
          <p:nvPr/>
        </p:nvSpPr>
        <p:spPr bwMode="auto">
          <a:xfrm>
            <a:off x="4999038" y="5456238"/>
            <a:ext cx="1766887" cy="381000"/>
          </a:xfrm>
          <a:prstGeom prst="borderCallout1">
            <a:avLst>
              <a:gd name="adj1" fmla="val 504"/>
              <a:gd name="adj2" fmla="val 20017"/>
              <a:gd name="adj3" fmla="val -184482"/>
              <a:gd name="adj4" fmla="val 11704"/>
            </a:avLst>
          </a:prstGeom>
          <a:solidFill>
            <a:srgbClr val="0066FF"/>
          </a:solidFill>
          <a:ln w="9525" cap="flat" cmpd="sng" algn="ctr">
            <a:solidFill>
              <a:schemeClr val="tx1"/>
            </a:solidFill>
            <a:prstDash val="solid"/>
            <a:round/>
            <a:headEnd type="none" w="med" len="med"/>
            <a:tailEnd type="none" w="med" len="med"/>
          </a:ln>
          <a:effectLst/>
        </p:spPr>
        <p:txBody>
          <a:bodyPr/>
          <a:lstStyle/>
          <a:p>
            <a:pPr>
              <a:defRPr/>
            </a:pPr>
            <a:r>
              <a:rPr lang="en-US" sz="1800" dirty="0">
                <a:latin typeface="+mn-lt"/>
                <a:ea typeface="EMprint" panose="020B0503020204020204" pitchFamily="34" charset="0"/>
              </a:rPr>
              <a:t>Beaumont</a:t>
            </a:r>
          </a:p>
        </p:txBody>
      </p:sp>
      <p:sp>
        <p:nvSpPr>
          <p:cNvPr id="44" name="Line Callout 1 43">
            <a:extLst>
              <a:ext uri="{FF2B5EF4-FFF2-40B4-BE49-F238E27FC236}">
                <a16:creationId xmlns:a16="http://schemas.microsoft.com/office/drawing/2014/main" id="{E70CF436-9EB3-27E1-74F6-9D0E5412F111}"/>
              </a:ext>
            </a:extLst>
          </p:cNvPr>
          <p:cNvSpPr/>
          <p:nvPr/>
        </p:nvSpPr>
        <p:spPr bwMode="auto">
          <a:xfrm>
            <a:off x="223838" y="841375"/>
            <a:ext cx="3128962" cy="882650"/>
          </a:xfrm>
          <a:prstGeom prst="borderCallout1">
            <a:avLst>
              <a:gd name="adj1" fmla="val 101556"/>
              <a:gd name="adj2" fmla="val 10543"/>
              <a:gd name="adj3" fmla="val 430790"/>
              <a:gd name="adj4" fmla="val 8668"/>
            </a:avLst>
          </a:prstGeom>
          <a:solidFill>
            <a:schemeClr val="accent1"/>
          </a:solidFill>
          <a:ln w="9525" cap="flat" cmpd="sng" algn="ctr">
            <a:solidFill>
              <a:schemeClr val="tx1"/>
            </a:solidFill>
            <a:prstDash val="solid"/>
            <a:round/>
            <a:headEnd type="none" w="med" len="med"/>
            <a:tailEnd type="none" w="med" len="med"/>
          </a:ln>
          <a:effectLst/>
        </p:spPr>
        <p:txBody>
          <a:bodyPr/>
          <a:lstStyle/>
          <a:p>
            <a:pPr>
              <a:defRPr/>
            </a:pPr>
            <a:r>
              <a:rPr lang="en-US" sz="1800" dirty="0">
                <a:latin typeface="+mn-lt"/>
                <a:ea typeface="EMprint" panose="020B0503020204020204" pitchFamily="34" charset="0"/>
              </a:rPr>
              <a:t>Offline RTO Development</a:t>
            </a:r>
          </a:p>
          <a:p>
            <a:pPr>
              <a:defRPr/>
            </a:pPr>
            <a:r>
              <a:rPr lang="en-US" sz="1800" dirty="0">
                <a:latin typeface="+mn-lt"/>
                <a:ea typeface="EMprint" panose="020B0503020204020204" pitchFamily="34" charset="0"/>
              </a:rPr>
              <a:t>FCC 1</a:t>
            </a:r>
            <a:r>
              <a:rPr lang="en-US" sz="1800" baseline="30000" dirty="0">
                <a:latin typeface="+mn-lt"/>
                <a:ea typeface="EMprint" panose="020B0503020204020204" pitchFamily="34" charset="0"/>
              </a:rPr>
              <a:t>st</a:t>
            </a:r>
            <a:r>
              <a:rPr lang="en-US" sz="1800" dirty="0">
                <a:latin typeface="+mn-lt"/>
                <a:ea typeface="EMprint" panose="020B0503020204020204" pitchFamily="34" charset="0"/>
              </a:rPr>
              <a:t> Principles Modeling</a:t>
            </a:r>
          </a:p>
          <a:p>
            <a:pPr>
              <a:defRPr/>
            </a:pPr>
            <a:r>
              <a:rPr lang="en-US" sz="1800" dirty="0">
                <a:latin typeface="+mn-lt"/>
                <a:ea typeface="EMprint" panose="020B0503020204020204" pitchFamily="34" charset="0"/>
              </a:rPr>
              <a:t>Remote Support </a:t>
            </a:r>
          </a:p>
        </p:txBody>
      </p:sp>
      <p:sp>
        <p:nvSpPr>
          <p:cNvPr id="45" name="Line Callout 1 44">
            <a:extLst>
              <a:ext uri="{FF2B5EF4-FFF2-40B4-BE49-F238E27FC236}">
                <a16:creationId xmlns:a16="http://schemas.microsoft.com/office/drawing/2014/main" id="{D9333FF1-9D43-D7A4-3D81-C5F9229F55F7}"/>
              </a:ext>
            </a:extLst>
          </p:cNvPr>
          <p:cNvSpPr/>
          <p:nvPr/>
        </p:nvSpPr>
        <p:spPr bwMode="auto">
          <a:xfrm>
            <a:off x="968375" y="1771650"/>
            <a:ext cx="3648075" cy="438150"/>
          </a:xfrm>
          <a:prstGeom prst="borderCallout1">
            <a:avLst>
              <a:gd name="adj1" fmla="val 101556"/>
              <a:gd name="adj2" fmla="val 10543"/>
              <a:gd name="adj3" fmla="val 633017"/>
              <a:gd name="adj4" fmla="val 9229"/>
            </a:avLst>
          </a:prstGeom>
          <a:solidFill>
            <a:schemeClr val="accent1"/>
          </a:solidFill>
          <a:ln w="9525" cap="flat" cmpd="sng" algn="ctr">
            <a:solidFill>
              <a:schemeClr val="tx1"/>
            </a:solidFill>
            <a:prstDash val="solid"/>
            <a:round/>
            <a:headEnd type="none" w="med" len="med"/>
            <a:tailEnd type="none" w="med" len="med"/>
          </a:ln>
          <a:effectLst/>
        </p:spPr>
        <p:txBody>
          <a:bodyPr/>
          <a:lstStyle/>
          <a:p>
            <a:pPr>
              <a:defRPr/>
            </a:pPr>
            <a:r>
              <a:rPr lang="en-US" sz="1800" dirty="0">
                <a:latin typeface="+mn-lt"/>
                <a:ea typeface="EMprint" panose="020B0503020204020204" pitchFamily="34" charset="0"/>
              </a:rPr>
              <a:t>Onsite FCC RTO Commissioning</a:t>
            </a:r>
          </a:p>
        </p:txBody>
      </p:sp>
      <p:sp>
        <p:nvSpPr>
          <p:cNvPr id="46" name="Line Callout 1 45">
            <a:extLst>
              <a:ext uri="{FF2B5EF4-FFF2-40B4-BE49-F238E27FC236}">
                <a16:creationId xmlns:a16="http://schemas.microsoft.com/office/drawing/2014/main" id="{CB6160F9-716D-1522-B700-91270D92706D}"/>
              </a:ext>
            </a:extLst>
          </p:cNvPr>
          <p:cNvSpPr/>
          <p:nvPr/>
        </p:nvSpPr>
        <p:spPr bwMode="auto">
          <a:xfrm>
            <a:off x="1741488" y="2273300"/>
            <a:ext cx="2678112" cy="698500"/>
          </a:xfrm>
          <a:prstGeom prst="borderCallout1">
            <a:avLst>
              <a:gd name="adj1" fmla="val 101556"/>
              <a:gd name="adj2" fmla="val 10543"/>
              <a:gd name="adj3" fmla="val 335056"/>
              <a:gd name="adj4" fmla="val 25406"/>
            </a:avLst>
          </a:prstGeom>
          <a:solidFill>
            <a:srgbClr val="FF99CC"/>
          </a:solidFill>
          <a:ln w="9525" cap="flat" cmpd="sng" algn="ctr">
            <a:solidFill>
              <a:schemeClr val="tx1"/>
            </a:solidFill>
            <a:prstDash val="solid"/>
            <a:round/>
            <a:headEnd type="none" w="med" len="med"/>
            <a:tailEnd type="none" w="med" len="med"/>
          </a:ln>
          <a:effectLst/>
        </p:spPr>
        <p:txBody>
          <a:bodyPr/>
          <a:lstStyle/>
          <a:p>
            <a:pPr>
              <a:defRPr/>
            </a:pPr>
            <a:r>
              <a:rPr lang="en-US" sz="1800" dirty="0">
                <a:latin typeface="+mn-lt"/>
                <a:ea typeface="EMprint" panose="020B0503020204020204" pitchFamily="34" charset="0"/>
              </a:rPr>
              <a:t>FCC RTO Project Lead</a:t>
            </a:r>
          </a:p>
          <a:p>
            <a:pPr>
              <a:defRPr/>
            </a:pPr>
            <a:r>
              <a:rPr lang="en-US" sz="1800" dirty="0">
                <a:latin typeface="+mn-lt"/>
                <a:ea typeface="EMprint" panose="020B0503020204020204" pitchFamily="34" charset="0"/>
              </a:rPr>
              <a:t>RTO Course Instructor</a:t>
            </a:r>
          </a:p>
        </p:txBody>
      </p:sp>
      <p:sp>
        <p:nvSpPr>
          <p:cNvPr id="48" name="Line Callout 1 47">
            <a:extLst>
              <a:ext uri="{FF2B5EF4-FFF2-40B4-BE49-F238E27FC236}">
                <a16:creationId xmlns:a16="http://schemas.microsoft.com/office/drawing/2014/main" id="{08C1BD35-B85A-7D3F-E013-47DB01EC9162}"/>
              </a:ext>
            </a:extLst>
          </p:cNvPr>
          <p:cNvSpPr/>
          <p:nvPr/>
        </p:nvSpPr>
        <p:spPr bwMode="auto">
          <a:xfrm>
            <a:off x="4715669" y="1684829"/>
            <a:ext cx="4340225" cy="1159333"/>
          </a:xfrm>
          <a:prstGeom prst="borderCallout1">
            <a:avLst>
              <a:gd name="adj1" fmla="val 101556"/>
              <a:gd name="adj2" fmla="val 10543"/>
              <a:gd name="adj3" fmla="val 252990"/>
              <a:gd name="adj4" fmla="val -9112"/>
            </a:avLst>
          </a:prstGeom>
          <a:solidFill>
            <a:srgbClr val="FF99CC"/>
          </a:solidFill>
          <a:ln w="9525" cap="flat" cmpd="sng" algn="ctr">
            <a:solidFill>
              <a:schemeClr val="tx1"/>
            </a:solidFill>
            <a:prstDash val="solid"/>
            <a:round/>
            <a:headEnd type="none" w="med" len="med"/>
            <a:tailEnd type="none" w="med" len="med"/>
          </a:ln>
          <a:effectLst/>
        </p:spPr>
        <p:txBody>
          <a:bodyPr/>
          <a:lstStyle/>
          <a:p>
            <a:pPr>
              <a:defRPr/>
            </a:pPr>
            <a:r>
              <a:rPr lang="en-US" sz="1800" dirty="0">
                <a:latin typeface="+mn-lt"/>
                <a:ea typeface="EMprint" panose="020B0503020204020204" pitchFamily="34" charset="0"/>
              </a:rPr>
              <a:t>RTO Site Lead</a:t>
            </a:r>
          </a:p>
          <a:p>
            <a:pPr>
              <a:defRPr/>
            </a:pPr>
            <a:r>
              <a:rPr lang="en-US" sz="1800" dirty="0">
                <a:latin typeface="+mn-lt"/>
                <a:ea typeface="EMprint" panose="020B0503020204020204" pitchFamily="34" charset="0"/>
              </a:rPr>
              <a:t>Crude, Diesel Desulfurization</a:t>
            </a:r>
          </a:p>
          <a:p>
            <a:pPr>
              <a:defRPr/>
            </a:pPr>
            <a:r>
              <a:rPr lang="en-US" sz="1800" dirty="0">
                <a:latin typeface="+mn-lt"/>
                <a:ea typeface="EMprint" panose="020B0503020204020204" pitchFamily="34" charset="0"/>
              </a:rPr>
              <a:t>Control Engineer Course Instructor, Explainer Innovator (Extended Reports)</a:t>
            </a:r>
          </a:p>
        </p:txBody>
      </p:sp>
      <p:sp>
        <p:nvSpPr>
          <p:cNvPr id="49" name="Line Callout 1 48">
            <a:extLst>
              <a:ext uri="{FF2B5EF4-FFF2-40B4-BE49-F238E27FC236}">
                <a16:creationId xmlns:a16="http://schemas.microsoft.com/office/drawing/2014/main" id="{F4137BDC-3507-85CE-44DA-198E1497365F}"/>
              </a:ext>
            </a:extLst>
          </p:cNvPr>
          <p:cNvSpPr/>
          <p:nvPr/>
        </p:nvSpPr>
        <p:spPr bwMode="auto">
          <a:xfrm>
            <a:off x="5261768" y="2905321"/>
            <a:ext cx="3248025" cy="974725"/>
          </a:xfrm>
          <a:prstGeom prst="borderCallout1">
            <a:avLst>
              <a:gd name="adj1" fmla="val 101556"/>
              <a:gd name="adj2" fmla="val 18221"/>
              <a:gd name="adj3" fmla="val 177798"/>
              <a:gd name="adj4" fmla="val 21879"/>
            </a:avLst>
          </a:prstGeom>
          <a:solidFill>
            <a:srgbClr val="0066FF"/>
          </a:solidFill>
          <a:ln w="9525" cap="flat" cmpd="sng" algn="ctr">
            <a:solidFill>
              <a:schemeClr val="tx1"/>
            </a:solidFill>
            <a:prstDash val="solid"/>
            <a:round/>
            <a:headEnd type="none" w="med" len="med"/>
            <a:tailEnd type="none" w="med" len="med"/>
          </a:ln>
          <a:effectLst/>
        </p:spPr>
        <p:txBody>
          <a:bodyPr/>
          <a:lstStyle/>
          <a:p>
            <a:pPr>
              <a:defRPr/>
            </a:pPr>
            <a:r>
              <a:rPr lang="en-US" sz="1800" dirty="0">
                <a:latin typeface="+mn-lt"/>
                <a:ea typeface="EMprint" panose="020B0503020204020204" pitchFamily="34" charset="0"/>
              </a:rPr>
              <a:t>RTO Site Lead</a:t>
            </a:r>
          </a:p>
          <a:p>
            <a:pPr>
              <a:defRPr/>
            </a:pPr>
            <a:r>
              <a:rPr lang="en-US" sz="1800" dirty="0">
                <a:latin typeface="+mn-lt"/>
                <a:ea typeface="EMprint" panose="020B0503020204020204" pitchFamily="34" charset="0"/>
              </a:rPr>
              <a:t>Crude, FCC, Alky, Aromatics, Hydrocracker, Gas Plant</a:t>
            </a:r>
          </a:p>
        </p:txBody>
      </p:sp>
      <p:sp>
        <p:nvSpPr>
          <p:cNvPr id="38" name="TextBox 37">
            <a:extLst>
              <a:ext uri="{FF2B5EF4-FFF2-40B4-BE49-F238E27FC236}">
                <a16:creationId xmlns:a16="http://schemas.microsoft.com/office/drawing/2014/main" id="{A54D716C-FC45-46B9-4AB5-7579AC6B5559}"/>
              </a:ext>
            </a:extLst>
          </p:cNvPr>
          <p:cNvSpPr txBox="1"/>
          <p:nvPr/>
        </p:nvSpPr>
        <p:spPr>
          <a:xfrm>
            <a:off x="74613" y="4341813"/>
            <a:ext cx="639762" cy="339725"/>
          </a:xfrm>
          <a:prstGeom prst="rect">
            <a:avLst/>
          </a:prstGeom>
          <a:noFill/>
        </p:spPr>
        <p:txBody>
          <a:bodyPr wrap="none">
            <a:spAutoFit/>
          </a:bodyPr>
          <a:lstStyle/>
          <a:p>
            <a:pPr>
              <a:defRPr/>
            </a:pPr>
            <a:r>
              <a:rPr lang="en-US" sz="1600" dirty="0">
                <a:latin typeface="+mj-lt"/>
              </a:rPr>
              <a:t>1998</a:t>
            </a:r>
          </a:p>
        </p:txBody>
      </p:sp>
      <p:sp>
        <p:nvSpPr>
          <p:cNvPr id="51" name="TextBox 50">
            <a:extLst>
              <a:ext uri="{FF2B5EF4-FFF2-40B4-BE49-F238E27FC236}">
                <a16:creationId xmlns:a16="http://schemas.microsoft.com/office/drawing/2014/main" id="{D8F9A3E7-4577-583A-95A8-05782874BBE9}"/>
              </a:ext>
            </a:extLst>
          </p:cNvPr>
          <p:cNvSpPr txBox="1"/>
          <p:nvPr/>
        </p:nvSpPr>
        <p:spPr>
          <a:xfrm>
            <a:off x="2819400" y="4341813"/>
            <a:ext cx="639763" cy="339725"/>
          </a:xfrm>
          <a:prstGeom prst="rect">
            <a:avLst/>
          </a:prstGeom>
          <a:noFill/>
        </p:spPr>
        <p:txBody>
          <a:bodyPr wrap="none">
            <a:spAutoFit/>
          </a:bodyPr>
          <a:lstStyle/>
          <a:p>
            <a:pPr>
              <a:defRPr/>
            </a:pPr>
            <a:r>
              <a:rPr lang="en-US" sz="1600" dirty="0">
                <a:latin typeface="+mj-lt"/>
              </a:rPr>
              <a:t>2004</a:t>
            </a:r>
          </a:p>
        </p:txBody>
      </p:sp>
      <p:sp>
        <p:nvSpPr>
          <p:cNvPr id="52" name="TextBox 51">
            <a:extLst>
              <a:ext uri="{FF2B5EF4-FFF2-40B4-BE49-F238E27FC236}">
                <a16:creationId xmlns:a16="http://schemas.microsoft.com/office/drawing/2014/main" id="{00987C7A-6E9B-3CF8-0F3F-D0C3319518C8}"/>
              </a:ext>
            </a:extLst>
          </p:cNvPr>
          <p:cNvSpPr txBox="1"/>
          <p:nvPr/>
        </p:nvSpPr>
        <p:spPr>
          <a:xfrm>
            <a:off x="5126038" y="4359275"/>
            <a:ext cx="639762" cy="338138"/>
          </a:xfrm>
          <a:prstGeom prst="rect">
            <a:avLst/>
          </a:prstGeom>
          <a:noFill/>
        </p:spPr>
        <p:txBody>
          <a:bodyPr wrap="none">
            <a:spAutoFit/>
          </a:bodyPr>
          <a:lstStyle/>
          <a:p>
            <a:pPr>
              <a:defRPr/>
            </a:pPr>
            <a:r>
              <a:rPr lang="en-US" sz="1600" dirty="0">
                <a:latin typeface="+mj-lt"/>
              </a:rPr>
              <a:t>2009</a:t>
            </a:r>
          </a:p>
        </p:txBody>
      </p:sp>
      <p:sp>
        <p:nvSpPr>
          <p:cNvPr id="53" name="TextBox 52">
            <a:extLst>
              <a:ext uri="{FF2B5EF4-FFF2-40B4-BE49-F238E27FC236}">
                <a16:creationId xmlns:a16="http://schemas.microsoft.com/office/drawing/2014/main" id="{EE5BAA28-0A59-3A33-DEDA-91E33FAF4ED7}"/>
              </a:ext>
            </a:extLst>
          </p:cNvPr>
          <p:cNvSpPr txBox="1"/>
          <p:nvPr/>
        </p:nvSpPr>
        <p:spPr>
          <a:xfrm>
            <a:off x="8404225" y="4318000"/>
            <a:ext cx="639763" cy="339725"/>
          </a:xfrm>
          <a:prstGeom prst="rect">
            <a:avLst/>
          </a:prstGeom>
          <a:noFill/>
        </p:spPr>
        <p:txBody>
          <a:bodyPr wrap="none">
            <a:spAutoFit/>
          </a:bodyPr>
          <a:lstStyle/>
          <a:p>
            <a:pPr>
              <a:defRPr/>
            </a:pPr>
            <a:r>
              <a:rPr lang="en-US" sz="1600" dirty="0">
                <a:latin typeface="+mj-lt"/>
              </a:rPr>
              <a:t>2017</a:t>
            </a:r>
          </a:p>
        </p:txBody>
      </p:sp>
      <p:sp>
        <p:nvSpPr>
          <p:cNvPr id="54" name="Line Callout 1 53">
            <a:extLst>
              <a:ext uri="{FF2B5EF4-FFF2-40B4-BE49-F238E27FC236}">
                <a16:creationId xmlns:a16="http://schemas.microsoft.com/office/drawing/2014/main" id="{0AF4BA17-182F-3AE3-C2D4-859D2A07FE53}"/>
              </a:ext>
            </a:extLst>
          </p:cNvPr>
          <p:cNvSpPr/>
          <p:nvPr/>
        </p:nvSpPr>
        <p:spPr bwMode="auto">
          <a:xfrm>
            <a:off x="8243888" y="819150"/>
            <a:ext cx="3333750" cy="904875"/>
          </a:xfrm>
          <a:prstGeom prst="borderCallout1">
            <a:avLst>
              <a:gd name="adj1" fmla="val 101556"/>
              <a:gd name="adj2" fmla="val 10543"/>
              <a:gd name="adj3" fmla="val 419770"/>
              <a:gd name="adj4" fmla="val 10945"/>
            </a:avLst>
          </a:prstGeom>
          <a:solidFill>
            <a:srgbClr val="FFFF00"/>
          </a:solidFill>
          <a:ln w="9525" cap="flat" cmpd="sng" algn="ctr">
            <a:solidFill>
              <a:schemeClr val="tx1"/>
            </a:solidFill>
            <a:prstDash val="solid"/>
            <a:round/>
            <a:headEnd type="none" w="med" len="med"/>
            <a:tailEnd type="none" w="med" len="med"/>
          </a:ln>
          <a:effectLst/>
        </p:spPr>
        <p:txBody>
          <a:bodyPr/>
          <a:lstStyle/>
          <a:p>
            <a:pPr>
              <a:defRPr/>
            </a:pPr>
            <a:r>
              <a:rPr lang="en-US" sz="1800" dirty="0">
                <a:latin typeface="+mn-lt"/>
                <a:ea typeface="EMprint" panose="020B0503020204020204" pitchFamily="34" charset="0"/>
              </a:rPr>
              <a:t>Applications Group Lead (=First Line Supervisor)</a:t>
            </a:r>
          </a:p>
          <a:p>
            <a:pPr>
              <a:defRPr/>
            </a:pPr>
            <a:r>
              <a:rPr lang="en-US" sz="1800" dirty="0">
                <a:latin typeface="+mn-lt"/>
                <a:ea typeface="EMprint" panose="020B0503020204020204" pitchFamily="34" charset="0"/>
              </a:rPr>
              <a:t>&amp; Utilities Engineering Lead</a:t>
            </a:r>
          </a:p>
        </p:txBody>
      </p:sp>
      <p:sp>
        <p:nvSpPr>
          <p:cNvPr id="55" name="Line Callout 1 54">
            <a:extLst>
              <a:ext uri="{FF2B5EF4-FFF2-40B4-BE49-F238E27FC236}">
                <a16:creationId xmlns:a16="http://schemas.microsoft.com/office/drawing/2014/main" id="{EA929F03-98E2-F5AD-D781-890C532A0038}"/>
              </a:ext>
            </a:extLst>
          </p:cNvPr>
          <p:cNvSpPr/>
          <p:nvPr/>
        </p:nvSpPr>
        <p:spPr bwMode="auto">
          <a:xfrm>
            <a:off x="9907588" y="2974975"/>
            <a:ext cx="2200275" cy="912813"/>
          </a:xfrm>
          <a:prstGeom prst="borderCallout1">
            <a:avLst>
              <a:gd name="adj1" fmla="val 101556"/>
              <a:gd name="adj2" fmla="val 57328"/>
              <a:gd name="adj3" fmla="val 181391"/>
              <a:gd name="adj4" fmla="val 55899"/>
            </a:avLst>
          </a:prstGeom>
          <a:solidFill>
            <a:srgbClr val="FFFF00"/>
          </a:solidFill>
          <a:ln w="9525" cap="flat" cmpd="sng" algn="ctr">
            <a:solidFill>
              <a:schemeClr val="tx1"/>
            </a:solidFill>
            <a:prstDash val="solid"/>
            <a:round/>
            <a:headEnd type="none" w="med" len="med"/>
            <a:tailEnd type="none" w="med" len="med"/>
          </a:ln>
          <a:effectLst/>
        </p:spPr>
        <p:txBody>
          <a:bodyPr/>
          <a:lstStyle/>
          <a:p>
            <a:pPr>
              <a:defRPr/>
            </a:pPr>
            <a:r>
              <a:rPr lang="en-US" sz="1800" dirty="0">
                <a:latin typeface="+mn-lt"/>
                <a:ea typeface="EMprint" panose="020B0503020204020204" pitchFamily="34" charset="0"/>
              </a:rPr>
              <a:t>Principal Process Control </a:t>
            </a:r>
            <a:r>
              <a:rPr lang="en-US" sz="1800" dirty="0" err="1">
                <a:latin typeface="+mn-lt"/>
                <a:ea typeface="EMprint" panose="020B0503020204020204" pitchFamily="34" charset="0"/>
              </a:rPr>
              <a:t>Eng</a:t>
            </a:r>
            <a:r>
              <a:rPr lang="en-US" sz="1800" dirty="0">
                <a:latin typeface="+mn-lt"/>
                <a:ea typeface="EMprint" panose="020B0503020204020204" pitchFamily="34" charset="0"/>
              </a:rPr>
              <a:t>, Beaumont Area</a:t>
            </a:r>
          </a:p>
        </p:txBody>
      </p:sp>
      <p:sp>
        <p:nvSpPr>
          <p:cNvPr id="56" name="TextBox 55">
            <a:extLst>
              <a:ext uri="{FF2B5EF4-FFF2-40B4-BE49-F238E27FC236}">
                <a16:creationId xmlns:a16="http://schemas.microsoft.com/office/drawing/2014/main" id="{39B8A640-09AD-E4FD-4786-3CE0C6D55EB5}"/>
              </a:ext>
            </a:extLst>
          </p:cNvPr>
          <p:cNvSpPr txBox="1"/>
          <p:nvPr/>
        </p:nvSpPr>
        <p:spPr>
          <a:xfrm>
            <a:off x="10825163" y="4343400"/>
            <a:ext cx="639762" cy="339725"/>
          </a:xfrm>
          <a:prstGeom prst="rect">
            <a:avLst/>
          </a:prstGeom>
          <a:noFill/>
        </p:spPr>
        <p:txBody>
          <a:bodyPr wrap="none">
            <a:spAutoFit/>
          </a:bodyPr>
          <a:lstStyle/>
          <a:p>
            <a:pPr>
              <a:defRPr/>
            </a:pPr>
            <a:r>
              <a:rPr lang="en-US" sz="1600" dirty="0">
                <a:latin typeface="+mj-lt"/>
              </a:rPr>
              <a:t>2023</a:t>
            </a:r>
          </a:p>
        </p:txBody>
      </p:sp>
      <p:sp>
        <p:nvSpPr>
          <p:cNvPr id="57" name="TextBox 56">
            <a:extLst>
              <a:ext uri="{FF2B5EF4-FFF2-40B4-BE49-F238E27FC236}">
                <a16:creationId xmlns:a16="http://schemas.microsoft.com/office/drawing/2014/main" id="{1CD2E9F3-C746-E2AB-674B-69040D22E5B4}"/>
              </a:ext>
            </a:extLst>
          </p:cNvPr>
          <p:cNvSpPr txBox="1"/>
          <p:nvPr/>
        </p:nvSpPr>
        <p:spPr>
          <a:xfrm>
            <a:off x="9752013" y="4325938"/>
            <a:ext cx="639762" cy="339725"/>
          </a:xfrm>
          <a:prstGeom prst="rect">
            <a:avLst/>
          </a:prstGeom>
          <a:noFill/>
        </p:spPr>
        <p:txBody>
          <a:bodyPr wrap="none">
            <a:spAutoFit/>
          </a:bodyPr>
          <a:lstStyle/>
          <a:p>
            <a:pPr>
              <a:defRPr/>
            </a:pPr>
            <a:r>
              <a:rPr lang="en-US" sz="1600" dirty="0">
                <a:latin typeface="+mj-lt"/>
              </a:rPr>
              <a:t>2020</a:t>
            </a:r>
          </a:p>
        </p:txBody>
      </p:sp>
      <p:sp>
        <p:nvSpPr>
          <p:cNvPr id="58" name="Line Callout 1 57">
            <a:extLst>
              <a:ext uri="{FF2B5EF4-FFF2-40B4-BE49-F238E27FC236}">
                <a16:creationId xmlns:a16="http://schemas.microsoft.com/office/drawing/2014/main" id="{ECED23AE-05B3-F775-B77B-2831C7CF99F9}"/>
              </a:ext>
            </a:extLst>
          </p:cNvPr>
          <p:cNvSpPr/>
          <p:nvPr/>
        </p:nvSpPr>
        <p:spPr bwMode="auto">
          <a:xfrm>
            <a:off x="9331325" y="1836738"/>
            <a:ext cx="2659063" cy="922337"/>
          </a:xfrm>
          <a:prstGeom prst="borderCallout1">
            <a:avLst>
              <a:gd name="adj1" fmla="val 101556"/>
              <a:gd name="adj2" fmla="val 10543"/>
              <a:gd name="adj3" fmla="val 300492"/>
              <a:gd name="adj4" fmla="val 23976"/>
            </a:avLst>
          </a:prstGeom>
          <a:solidFill>
            <a:srgbClr val="FFFF00"/>
          </a:solidFill>
          <a:ln w="9525" cap="flat" cmpd="sng" algn="ctr">
            <a:solidFill>
              <a:schemeClr val="tx1"/>
            </a:solidFill>
            <a:prstDash val="solid"/>
            <a:round/>
            <a:headEnd type="none" w="med" len="med"/>
            <a:tailEnd type="none" w="med" len="med"/>
          </a:ln>
          <a:effectLst/>
        </p:spPr>
        <p:txBody>
          <a:bodyPr/>
          <a:lstStyle/>
          <a:p>
            <a:pPr>
              <a:defRPr/>
            </a:pPr>
            <a:r>
              <a:rPr lang="en-US" sz="1800" dirty="0">
                <a:latin typeface="+mn-lt"/>
                <a:ea typeface="EMprint" panose="020B0503020204020204" pitchFamily="34" charset="0"/>
              </a:rPr>
              <a:t>RTO Site Lead</a:t>
            </a:r>
          </a:p>
          <a:p>
            <a:pPr>
              <a:defRPr/>
            </a:pPr>
            <a:r>
              <a:rPr lang="en-US" sz="1800" dirty="0">
                <a:latin typeface="+mn-lt"/>
                <a:ea typeface="EMprint" panose="020B0503020204020204" pitchFamily="34" charset="0"/>
              </a:rPr>
              <a:t>Hydrocracking &amp; Olefins</a:t>
            </a:r>
          </a:p>
          <a:p>
            <a:pPr>
              <a:defRPr/>
            </a:pPr>
            <a:r>
              <a:rPr lang="en-US" sz="1800" dirty="0">
                <a:latin typeface="+mn-lt"/>
                <a:ea typeface="EMprint" panose="020B0503020204020204" pitchFamily="34" charset="0"/>
              </a:rPr>
              <a:t>COVID Work Processes</a:t>
            </a:r>
          </a:p>
        </p:txBody>
      </p:sp>
      <p:sp>
        <p:nvSpPr>
          <p:cNvPr id="59" name="Line Callout 1 58">
            <a:extLst>
              <a:ext uri="{FF2B5EF4-FFF2-40B4-BE49-F238E27FC236}">
                <a16:creationId xmlns:a16="http://schemas.microsoft.com/office/drawing/2014/main" id="{700110F3-F2DA-E5C9-1F1E-287B8624B225}"/>
              </a:ext>
            </a:extLst>
          </p:cNvPr>
          <p:cNvSpPr/>
          <p:nvPr/>
        </p:nvSpPr>
        <p:spPr bwMode="auto">
          <a:xfrm>
            <a:off x="10139363" y="6326188"/>
            <a:ext cx="1768475" cy="381000"/>
          </a:xfrm>
          <a:prstGeom prst="borderCallout1">
            <a:avLst>
              <a:gd name="adj1" fmla="val 504"/>
              <a:gd name="adj2" fmla="val 20017"/>
              <a:gd name="adj3" fmla="val -361325"/>
              <a:gd name="adj4" fmla="val 45456"/>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a:lstStyle/>
          <a:p>
            <a:pPr>
              <a:defRPr/>
            </a:pPr>
            <a:r>
              <a:rPr lang="en-US" sz="1800" dirty="0">
                <a:latin typeface="+mn-lt"/>
                <a:ea typeface="EMprint" panose="020B0503020204020204" pitchFamily="34" charset="0"/>
              </a:rPr>
              <a:t>EMTECH/BMT</a:t>
            </a:r>
          </a:p>
        </p:txBody>
      </p:sp>
      <p:sp>
        <p:nvSpPr>
          <p:cNvPr id="5" name="Rectangle 4">
            <a:extLst>
              <a:ext uri="{FF2B5EF4-FFF2-40B4-BE49-F238E27FC236}">
                <a16:creationId xmlns:a16="http://schemas.microsoft.com/office/drawing/2014/main" id="{1AFC2DDB-9132-82B7-A908-EC266646B21F}"/>
              </a:ext>
            </a:extLst>
          </p:cNvPr>
          <p:cNvSpPr/>
          <p:nvPr/>
        </p:nvSpPr>
        <p:spPr bwMode="auto">
          <a:xfrm>
            <a:off x="8014494" y="3986671"/>
            <a:ext cx="2200274" cy="369888"/>
          </a:xfrm>
          <a:prstGeom prst="rect">
            <a:avLst/>
          </a:prstGeom>
          <a:solidFill>
            <a:srgbClr val="FFFF00"/>
          </a:solidFill>
          <a:ln w="9525" cap="flat" cmpd="sng" algn="ctr">
            <a:solidFill>
              <a:schemeClr val="tx1"/>
            </a:solidFill>
            <a:prstDash val="solid"/>
            <a:round/>
            <a:headEnd type="none" w="med" len="med"/>
            <a:tailEnd type="none" w="med" len="med"/>
          </a:ln>
          <a:effectLst/>
        </p:spPr>
        <p:txBody>
          <a:bodyPr/>
          <a:lstStyle/>
          <a:p>
            <a:pPr>
              <a:defRPr/>
            </a:pPr>
            <a:r>
              <a:rPr lang="en-US" sz="1600" b="1" dirty="0">
                <a:latin typeface="+mj-lt"/>
              </a:rPr>
              <a:t>Non-Technical Roles</a:t>
            </a:r>
          </a:p>
        </p:txBody>
      </p:sp>
      <p:sp>
        <p:nvSpPr>
          <p:cNvPr id="2" name="TextBox 1">
            <a:extLst>
              <a:ext uri="{FF2B5EF4-FFF2-40B4-BE49-F238E27FC236}">
                <a16:creationId xmlns:a16="http://schemas.microsoft.com/office/drawing/2014/main" id="{5492F9FA-10B4-C43F-A19C-9D281DA6D4E7}"/>
              </a:ext>
            </a:extLst>
          </p:cNvPr>
          <p:cNvSpPr txBox="1"/>
          <p:nvPr/>
        </p:nvSpPr>
        <p:spPr>
          <a:xfrm>
            <a:off x="140924" y="3980605"/>
            <a:ext cx="1383712" cy="369332"/>
          </a:xfrm>
          <a:prstGeom prst="rect">
            <a:avLst/>
          </a:prstGeom>
          <a:solidFill>
            <a:srgbClr val="00B050"/>
          </a:solidFill>
          <a:ln>
            <a:solidFill>
              <a:schemeClr val="tx1"/>
            </a:solidFill>
          </a:ln>
        </p:spPr>
        <p:txBody>
          <a:bodyPr wrap="none" rtlCol="0">
            <a:spAutoFit/>
          </a:bodyPr>
          <a:lstStyle/>
          <a:p>
            <a:r>
              <a:rPr lang="en-US" sz="1800" b="1" dirty="0">
                <a:latin typeface="72" panose="020B0503030000000003" pitchFamily="34" charset="0"/>
                <a:cs typeface="72" panose="020B0503030000000003" pitchFamily="34" charset="0"/>
              </a:rPr>
              <a:t>Apprentice</a:t>
            </a:r>
          </a:p>
        </p:txBody>
      </p:sp>
      <p:sp>
        <p:nvSpPr>
          <p:cNvPr id="3" name="TextBox 2">
            <a:extLst>
              <a:ext uri="{FF2B5EF4-FFF2-40B4-BE49-F238E27FC236}">
                <a16:creationId xmlns:a16="http://schemas.microsoft.com/office/drawing/2014/main" id="{A79726FB-EED8-0C07-2B62-5F8711D9245B}"/>
              </a:ext>
            </a:extLst>
          </p:cNvPr>
          <p:cNvSpPr txBox="1"/>
          <p:nvPr/>
        </p:nvSpPr>
        <p:spPr>
          <a:xfrm>
            <a:off x="5190521" y="3995100"/>
            <a:ext cx="894797" cy="369332"/>
          </a:xfrm>
          <a:prstGeom prst="rect">
            <a:avLst/>
          </a:prstGeom>
          <a:solidFill>
            <a:srgbClr val="0066FF"/>
          </a:solidFill>
          <a:ln>
            <a:solidFill>
              <a:schemeClr val="tx1"/>
            </a:solidFill>
          </a:ln>
        </p:spPr>
        <p:txBody>
          <a:bodyPr wrap="none" rtlCol="0">
            <a:spAutoFit/>
          </a:bodyPr>
          <a:lstStyle/>
          <a:p>
            <a:r>
              <a:rPr lang="en-US" sz="1800" b="1" dirty="0">
                <a:latin typeface="72" panose="020B0503030000000003" pitchFamily="34" charset="0"/>
                <a:cs typeface="72" panose="020B0503030000000003" pitchFamily="34" charset="0"/>
              </a:rPr>
              <a:t>Expert</a:t>
            </a:r>
          </a:p>
        </p:txBody>
      </p:sp>
      <p:sp>
        <p:nvSpPr>
          <p:cNvPr id="6" name="TextBox 5">
            <a:extLst>
              <a:ext uri="{FF2B5EF4-FFF2-40B4-BE49-F238E27FC236}">
                <a16:creationId xmlns:a16="http://schemas.microsoft.com/office/drawing/2014/main" id="{C6ED41D6-8AC5-E4BC-AFAF-7225002E41CA}"/>
              </a:ext>
            </a:extLst>
          </p:cNvPr>
          <p:cNvSpPr txBox="1"/>
          <p:nvPr/>
        </p:nvSpPr>
        <p:spPr>
          <a:xfrm>
            <a:off x="1562728" y="3979182"/>
            <a:ext cx="1281120" cy="369332"/>
          </a:xfrm>
          <a:prstGeom prst="rect">
            <a:avLst/>
          </a:prstGeom>
          <a:solidFill>
            <a:srgbClr val="FF99CC"/>
          </a:solidFill>
          <a:ln>
            <a:solidFill>
              <a:schemeClr val="tx1"/>
            </a:solidFill>
          </a:ln>
        </p:spPr>
        <p:txBody>
          <a:bodyPr wrap="none" rtlCol="0">
            <a:spAutoFit/>
          </a:bodyPr>
          <a:lstStyle/>
          <a:p>
            <a:r>
              <a:rPr lang="en-US" sz="1800" b="1" dirty="0">
                <a:latin typeface="72" panose="020B0503030000000003" pitchFamily="34" charset="0"/>
                <a:cs typeface="72" panose="020B0503030000000003" pitchFamily="34" charset="0"/>
              </a:rPr>
              <a:t>Colleague</a:t>
            </a:r>
          </a:p>
        </p:txBody>
      </p:sp>
      <p:sp>
        <p:nvSpPr>
          <p:cNvPr id="7" name="TextBox 6">
            <a:extLst>
              <a:ext uri="{FF2B5EF4-FFF2-40B4-BE49-F238E27FC236}">
                <a16:creationId xmlns:a16="http://schemas.microsoft.com/office/drawing/2014/main" id="{8DDB35E2-1F77-CDDC-B02E-092BC780B568}"/>
              </a:ext>
            </a:extLst>
          </p:cNvPr>
          <p:cNvSpPr txBox="1"/>
          <p:nvPr/>
        </p:nvSpPr>
        <p:spPr>
          <a:xfrm>
            <a:off x="10488520" y="3988552"/>
            <a:ext cx="1101584" cy="369332"/>
          </a:xfrm>
          <a:prstGeom prst="rect">
            <a:avLst/>
          </a:prstGeom>
          <a:solidFill>
            <a:schemeClr val="accent2">
              <a:lumMod val="40000"/>
              <a:lumOff val="60000"/>
            </a:schemeClr>
          </a:solidFill>
          <a:ln>
            <a:solidFill>
              <a:schemeClr val="tx1"/>
            </a:solidFill>
          </a:ln>
        </p:spPr>
        <p:txBody>
          <a:bodyPr wrap="none" rtlCol="0">
            <a:spAutoFit/>
          </a:bodyPr>
          <a:lstStyle/>
          <a:p>
            <a:r>
              <a:rPr lang="en-US" sz="1800" b="1" dirty="0">
                <a:latin typeface="72" panose="020B0503030000000003" pitchFamily="34" charset="0"/>
                <a:cs typeface="72" panose="020B0503030000000003" pitchFamily="34" charset="0"/>
              </a:rPr>
              <a:t>Sponsor</a:t>
            </a:r>
          </a:p>
        </p:txBody>
      </p:sp>
      <p:sp>
        <p:nvSpPr>
          <p:cNvPr id="8" name="TextBox 7">
            <a:extLst>
              <a:ext uri="{FF2B5EF4-FFF2-40B4-BE49-F238E27FC236}">
                <a16:creationId xmlns:a16="http://schemas.microsoft.com/office/drawing/2014/main" id="{4D9BF978-1936-F578-F059-0F4E78AF718F}"/>
              </a:ext>
            </a:extLst>
          </p:cNvPr>
          <p:cNvSpPr txBox="1"/>
          <p:nvPr/>
        </p:nvSpPr>
        <p:spPr>
          <a:xfrm>
            <a:off x="2217819" y="3589584"/>
            <a:ext cx="1569660" cy="369332"/>
          </a:xfrm>
          <a:prstGeom prst="rect">
            <a:avLst/>
          </a:prstGeom>
          <a:solidFill>
            <a:srgbClr val="FF0000"/>
          </a:solidFill>
          <a:ln>
            <a:solidFill>
              <a:schemeClr val="tx1"/>
            </a:solidFill>
          </a:ln>
        </p:spPr>
        <p:txBody>
          <a:bodyPr wrap="none" rtlCol="0">
            <a:spAutoFit/>
          </a:bodyPr>
          <a:lstStyle/>
          <a:p>
            <a:r>
              <a:rPr lang="en-US" sz="1800" b="1" dirty="0">
                <a:latin typeface="72" panose="020B0503030000000003" pitchFamily="34" charset="0"/>
                <a:cs typeface="72" panose="020B0503030000000003" pitchFamily="34" charset="0"/>
              </a:rPr>
              <a:t>Inflated Ego!</a:t>
            </a:r>
          </a:p>
        </p:txBody>
      </p:sp>
      <p:pic>
        <p:nvPicPr>
          <p:cNvPr id="10" name="Picture 9">
            <a:extLst>
              <a:ext uri="{FF2B5EF4-FFF2-40B4-BE49-F238E27FC236}">
                <a16:creationId xmlns:a16="http://schemas.microsoft.com/office/drawing/2014/main" id="{3D8A33C4-5502-E7CB-309F-13543A449F8B}"/>
              </a:ext>
            </a:extLst>
          </p:cNvPr>
          <p:cNvPicPr>
            <a:picLocks noChangeAspect="1"/>
          </p:cNvPicPr>
          <p:nvPr/>
        </p:nvPicPr>
        <p:blipFill>
          <a:blip r:embed="rId2"/>
          <a:stretch>
            <a:fillRect/>
          </a:stretch>
        </p:blipFill>
        <p:spPr>
          <a:xfrm>
            <a:off x="8077200" y="5080212"/>
            <a:ext cx="1893842" cy="173485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B304C4AB-3E0C-41EB-DA0A-3F7F8F23968D}"/>
              </a:ext>
            </a:extLst>
          </p:cNvPr>
          <p:cNvSpPr>
            <a:spLocks noGrp="1" noChangeArrowheads="1"/>
          </p:cNvSpPr>
          <p:nvPr>
            <p:ph type="title"/>
          </p:nvPr>
        </p:nvSpPr>
        <p:spPr>
          <a:xfrm>
            <a:off x="1066800" y="-4763"/>
            <a:ext cx="8991600" cy="681038"/>
          </a:xfrm>
        </p:spPr>
        <p:txBody>
          <a:bodyPr/>
          <a:lstStyle/>
          <a:p>
            <a:r>
              <a:rPr lang="en-US" altLang="en-US"/>
              <a:t>Before You Declare Yourself a Technical Expert… </a:t>
            </a:r>
          </a:p>
        </p:txBody>
      </p:sp>
      <p:sp>
        <p:nvSpPr>
          <p:cNvPr id="41987" name="Content Placeholder 2">
            <a:extLst>
              <a:ext uri="{FF2B5EF4-FFF2-40B4-BE49-F238E27FC236}">
                <a16:creationId xmlns:a16="http://schemas.microsoft.com/office/drawing/2014/main" id="{F6DD7A1E-4D8B-ED9F-9CE4-A99DB158F926}"/>
              </a:ext>
            </a:extLst>
          </p:cNvPr>
          <p:cNvSpPr>
            <a:spLocks noGrp="1" noChangeArrowheads="1"/>
          </p:cNvSpPr>
          <p:nvPr>
            <p:ph idx="1"/>
          </p:nvPr>
        </p:nvSpPr>
        <p:spPr>
          <a:xfrm>
            <a:off x="304800" y="903288"/>
            <a:ext cx="11506200" cy="5257800"/>
          </a:xfrm>
        </p:spPr>
        <p:txBody>
          <a:bodyPr/>
          <a:lstStyle/>
          <a:p>
            <a:pPr>
              <a:defRPr/>
            </a:pPr>
            <a:r>
              <a:rPr lang="en-US" altLang="en-US" sz="2400" dirty="0"/>
              <a:t>Beware of Blind Spots -- “What You See Is All There Is”</a:t>
            </a:r>
          </a:p>
          <a:p>
            <a:pPr>
              <a:defRPr/>
            </a:pPr>
            <a:endParaRPr lang="en-US" altLang="en-US" sz="2400" dirty="0"/>
          </a:p>
          <a:p>
            <a:pPr>
              <a:defRPr/>
            </a:pPr>
            <a:endParaRPr lang="en-US" altLang="en-US" sz="2400" dirty="0"/>
          </a:p>
          <a:p>
            <a:pPr>
              <a:defRPr/>
            </a:pPr>
            <a:endParaRPr lang="en-US" altLang="en-US" sz="2400" dirty="0"/>
          </a:p>
          <a:p>
            <a:pPr marL="0" indent="0">
              <a:buFontTx/>
              <a:buNone/>
              <a:defRPr/>
            </a:pPr>
            <a:endParaRPr lang="en-US" altLang="en-US" sz="2400" dirty="0"/>
          </a:p>
          <a:p>
            <a:pPr>
              <a:defRPr/>
            </a:pPr>
            <a:endParaRPr lang="en-US" altLang="en-US" sz="2400" dirty="0"/>
          </a:p>
          <a:p>
            <a:pPr>
              <a:defRPr/>
            </a:pPr>
            <a:endParaRPr lang="en-US" altLang="en-US" sz="2400" dirty="0"/>
          </a:p>
          <a:p>
            <a:pPr>
              <a:defRPr/>
            </a:pPr>
            <a:r>
              <a:rPr lang="en-US" altLang="en-US" sz="2400" dirty="0"/>
              <a:t>You will eventually plateau in an assignment</a:t>
            </a:r>
          </a:p>
          <a:p>
            <a:pPr lvl="1">
              <a:defRPr/>
            </a:pPr>
            <a:r>
              <a:rPr lang="en-US" altLang="en-US" sz="2400" dirty="0"/>
              <a:t>Have learned all required to fulfill that assignment and practiced it enough that it has become routine</a:t>
            </a:r>
          </a:p>
          <a:p>
            <a:pPr lvl="1">
              <a:defRPr/>
            </a:pPr>
            <a:r>
              <a:rPr lang="en-US" altLang="en-US" sz="2400" dirty="0"/>
              <a:t>Doesn’t mean you have learned all that is required to fulfill any assignment</a:t>
            </a:r>
          </a:p>
          <a:p>
            <a:pPr>
              <a:defRPr/>
            </a:pPr>
            <a:r>
              <a:rPr lang="en-US" altLang="en-US" sz="2400" dirty="0"/>
              <a:t>Plateaus should trigger a change in course of assignment</a:t>
            </a:r>
          </a:p>
          <a:p>
            <a:pPr lvl="1">
              <a:defRPr/>
            </a:pPr>
            <a:r>
              <a:rPr lang="en-US" altLang="en-US" sz="2000" dirty="0"/>
              <a:t>Plateaus and necessary course changes are often not visible to the individual</a:t>
            </a:r>
          </a:p>
          <a:p>
            <a:pPr lvl="1">
              <a:defRPr/>
            </a:pPr>
            <a:endParaRPr lang="en-US" altLang="en-US" sz="2400" dirty="0"/>
          </a:p>
        </p:txBody>
      </p:sp>
      <p:sp>
        <p:nvSpPr>
          <p:cNvPr id="45060" name="Slide Number Placeholder 3">
            <a:extLst>
              <a:ext uri="{FF2B5EF4-FFF2-40B4-BE49-F238E27FC236}">
                <a16:creationId xmlns:a16="http://schemas.microsoft.com/office/drawing/2014/main" id="{F802FBB1-12CE-4CF4-786A-360D642E017A}"/>
              </a:ext>
            </a:extLst>
          </p:cNvPr>
          <p:cNvSpPr>
            <a:spLocks noGrp="1"/>
          </p:cNvSpPr>
          <p:nvPr>
            <p:ph type="sldNum" sz="quarter" idx="11"/>
          </p:nvPr>
        </p:nvSpPr>
        <p:spPr>
          <a:xfrm>
            <a:off x="9753600" y="6400800"/>
            <a:ext cx="2540000" cy="4572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D39EE2DD-0214-4360-BBC2-7B16629E8223}" type="slidenum">
              <a:rPr lang="en-US" altLang="en-US" sz="1400" smtClean="0"/>
              <a:pPr>
                <a:spcBef>
                  <a:spcPct val="0"/>
                </a:spcBef>
                <a:buFontTx/>
                <a:buNone/>
              </a:pPr>
              <a:t>10</a:t>
            </a:fld>
            <a:endParaRPr lang="en-US" altLang="en-US" sz="1400"/>
          </a:p>
        </p:txBody>
      </p:sp>
      <p:grpSp>
        <p:nvGrpSpPr>
          <p:cNvPr id="45061" name="Group 1">
            <a:extLst>
              <a:ext uri="{FF2B5EF4-FFF2-40B4-BE49-F238E27FC236}">
                <a16:creationId xmlns:a16="http://schemas.microsoft.com/office/drawing/2014/main" id="{4EF93A74-0A34-1FEF-0AEB-B6C8A7411A96}"/>
              </a:ext>
            </a:extLst>
          </p:cNvPr>
          <p:cNvGrpSpPr>
            <a:grpSpLocks/>
          </p:cNvGrpSpPr>
          <p:nvPr/>
        </p:nvGrpSpPr>
        <p:grpSpPr bwMode="auto">
          <a:xfrm>
            <a:off x="3352800" y="1665288"/>
            <a:ext cx="3268663" cy="1787525"/>
            <a:chOff x="2362200" y="1290915"/>
            <a:chExt cx="4267200" cy="1604685"/>
          </a:xfrm>
        </p:grpSpPr>
        <p:sp>
          <p:nvSpPr>
            <p:cNvPr id="6" name="Freeform 5">
              <a:extLst>
                <a:ext uri="{FF2B5EF4-FFF2-40B4-BE49-F238E27FC236}">
                  <a16:creationId xmlns:a16="http://schemas.microsoft.com/office/drawing/2014/main" id="{0CF230F1-9DC9-7E62-C2FC-76105B5C63C2}"/>
                </a:ext>
              </a:extLst>
            </p:cNvPr>
            <p:cNvSpPr/>
            <p:nvPr/>
          </p:nvSpPr>
          <p:spPr bwMode="auto">
            <a:xfrm>
              <a:off x="2438882" y="2217243"/>
              <a:ext cx="1334666" cy="678357"/>
            </a:xfrm>
            <a:custGeom>
              <a:avLst/>
              <a:gdLst>
                <a:gd name="connsiteX0" fmla="*/ 0 w 982414"/>
                <a:gd name="connsiteY0" fmla="*/ 906843 h 906843"/>
                <a:gd name="connsiteX1" fmla="*/ 385409 w 982414"/>
                <a:gd name="connsiteY1" fmla="*/ 347623 h 906843"/>
                <a:gd name="connsiteX2" fmla="*/ 672576 w 982414"/>
                <a:gd name="connsiteY2" fmla="*/ 75570 h 906843"/>
                <a:gd name="connsiteX3" fmla="*/ 982414 w 982414"/>
                <a:gd name="connsiteY3" fmla="*/ 0 h 906843"/>
              </a:gdLst>
              <a:ahLst/>
              <a:cxnLst>
                <a:cxn ang="0">
                  <a:pos x="connsiteX0" y="connsiteY0"/>
                </a:cxn>
                <a:cxn ang="0">
                  <a:pos x="connsiteX1" y="connsiteY1"/>
                </a:cxn>
                <a:cxn ang="0">
                  <a:pos x="connsiteX2" y="connsiteY2"/>
                </a:cxn>
                <a:cxn ang="0">
                  <a:pos x="connsiteX3" y="connsiteY3"/>
                </a:cxn>
              </a:cxnLst>
              <a:rect l="l" t="t" r="r" b="b"/>
              <a:pathLst>
                <a:path w="982414" h="906843">
                  <a:moveTo>
                    <a:pt x="0" y="906843"/>
                  </a:moveTo>
                  <a:cubicBezTo>
                    <a:pt x="136656" y="696505"/>
                    <a:pt x="273313" y="486168"/>
                    <a:pt x="385409" y="347623"/>
                  </a:cubicBezTo>
                  <a:cubicBezTo>
                    <a:pt x="497505" y="209077"/>
                    <a:pt x="573075" y="133507"/>
                    <a:pt x="672576" y="75570"/>
                  </a:cubicBezTo>
                  <a:cubicBezTo>
                    <a:pt x="772077" y="17633"/>
                    <a:pt x="877245" y="8816"/>
                    <a:pt x="982414" y="0"/>
                  </a:cubicBezTo>
                </a:path>
              </a:pathLst>
            </a:custGeom>
            <a:noFill/>
            <a:ln w="22225" cap="flat" cmpd="sng" algn="ctr">
              <a:solidFill>
                <a:schemeClr val="accent6"/>
              </a:solidFill>
              <a:prstDash val="solid"/>
              <a:round/>
              <a:headEnd type="none" w="med" len="med"/>
              <a:tailEnd type="none" w="med" len="med"/>
            </a:ln>
            <a:effectLst/>
          </p:spPr>
          <p:txBody>
            <a:bodyPr/>
            <a:lstStyle/>
            <a:p>
              <a:pPr>
                <a:defRPr/>
              </a:pPr>
              <a:endParaRPr lang="en-US">
                <a:cs typeface="Arial" charset="0"/>
              </a:endParaRPr>
            </a:p>
          </p:txBody>
        </p:sp>
        <p:sp>
          <p:nvSpPr>
            <p:cNvPr id="7" name="Freeform 6">
              <a:extLst>
                <a:ext uri="{FF2B5EF4-FFF2-40B4-BE49-F238E27FC236}">
                  <a16:creationId xmlns:a16="http://schemas.microsoft.com/office/drawing/2014/main" id="{1CA04A5E-DF21-4014-902F-DEAA287F5B20}"/>
                </a:ext>
              </a:extLst>
            </p:cNvPr>
            <p:cNvSpPr/>
            <p:nvPr/>
          </p:nvSpPr>
          <p:spPr bwMode="auto">
            <a:xfrm>
              <a:off x="3759039" y="1935069"/>
              <a:ext cx="913956" cy="448912"/>
            </a:xfrm>
            <a:custGeom>
              <a:avLst/>
              <a:gdLst>
                <a:gd name="connsiteX0" fmla="*/ 0 w 672576"/>
                <a:gd name="connsiteY0" fmla="*/ 396644 h 396644"/>
                <a:gd name="connsiteX1" fmla="*/ 45343 w 672576"/>
                <a:gd name="connsiteY1" fmla="*/ 260618 h 396644"/>
                <a:gd name="connsiteX2" fmla="*/ 105799 w 672576"/>
                <a:gd name="connsiteY2" fmla="*/ 200162 h 396644"/>
                <a:gd name="connsiteX3" fmla="*/ 415637 w 672576"/>
                <a:gd name="connsiteY3" fmla="*/ 26350 h 396644"/>
                <a:gd name="connsiteX4" fmla="*/ 672576 w 672576"/>
                <a:gd name="connsiteY4" fmla="*/ 3679 h 3966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576" h="396644">
                  <a:moveTo>
                    <a:pt x="0" y="396644"/>
                  </a:moveTo>
                  <a:cubicBezTo>
                    <a:pt x="13855" y="345004"/>
                    <a:pt x="27710" y="293365"/>
                    <a:pt x="45343" y="260618"/>
                  </a:cubicBezTo>
                  <a:cubicBezTo>
                    <a:pt x="62976" y="227871"/>
                    <a:pt x="44083" y="239207"/>
                    <a:pt x="105799" y="200162"/>
                  </a:cubicBezTo>
                  <a:cubicBezTo>
                    <a:pt x="167515" y="161117"/>
                    <a:pt x="321174" y="59097"/>
                    <a:pt x="415637" y="26350"/>
                  </a:cubicBezTo>
                  <a:cubicBezTo>
                    <a:pt x="510100" y="-6397"/>
                    <a:pt x="591338" y="-1359"/>
                    <a:pt x="672576" y="3679"/>
                  </a:cubicBezTo>
                </a:path>
              </a:pathLst>
            </a:custGeom>
            <a:noFill/>
            <a:ln w="22225" cap="flat" cmpd="sng" algn="ctr">
              <a:solidFill>
                <a:schemeClr val="accent6"/>
              </a:solidFill>
              <a:prstDash val="solid"/>
              <a:round/>
              <a:headEnd type="none" w="med" len="med"/>
              <a:tailEnd type="none" w="med" len="med"/>
            </a:ln>
            <a:effectLst/>
          </p:spPr>
          <p:txBody>
            <a:bodyPr/>
            <a:lstStyle/>
            <a:p>
              <a:pPr>
                <a:defRPr/>
              </a:pPr>
              <a:endParaRPr lang="en-US">
                <a:cs typeface="Arial" charset="0"/>
              </a:endParaRPr>
            </a:p>
          </p:txBody>
        </p:sp>
        <p:sp>
          <p:nvSpPr>
            <p:cNvPr id="8" name="Freeform 7">
              <a:extLst>
                <a:ext uri="{FF2B5EF4-FFF2-40B4-BE49-F238E27FC236}">
                  <a16:creationId xmlns:a16="http://schemas.microsoft.com/office/drawing/2014/main" id="{B062DDAC-DF6B-A7FD-2778-F6D12072F353}"/>
                </a:ext>
              </a:extLst>
            </p:cNvPr>
            <p:cNvSpPr/>
            <p:nvPr/>
          </p:nvSpPr>
          <p:spPr bwMode="auto">
            <a:xfrm>
              <a:off x="4677141" y="1618693"/>
              <a:ext cx="913955" cy="447488"/>
            </a:xfrm>
            <a:custGeom>
              <a:avLst/>
              <a:gdLst>
                <a:gd name="connsiteX0" fmla="*/ 0 w 672576"/>
                <a:gd name="connsiteY0" fmla="*/ 396644 h 396644"/>
                <a:gd name="connsiteX1" fmla="*/ 45343 w 672576"/>
                <a:gd name="connsiteY1" fmla="*/ 260618 h 396644"/>
                <a:gd name="connsiteX2" fmla="*/ 105799 w 672576"/>
                <a:gd name="connsiteY2" fmla="*/ 200162 h 396644"/>
                <a:gd name="connsiteX3" fmla="*/ 415637 w 672576"/>
                <a:gd name="connsiteY3" fmla="*/ 26350 h 396644"/>
                <a:gd name="connsiteX4" fmla="*/ 672576 w 672576"/>
                <a:gd name="connsiteY4" fmla="*/ 3679 h 3966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576" h="396644">
                  <a:moveTo>
                    <a:pt x="0" y="396644"/>
                  </a:moveTo>
                  <a:cubicBezTo>
                    <a:pt x="13855" y="345004"/>
                    <a:pt x="27710" y="293365"/>
                    <a:pt x="45343" y="260618"/>
                  </a:cubicBezTo>
                  <a:cubicBezTo>
                    <a:pt x="62976" y="227871"/>
                    <a:pt x="44083" y="239207"/>
                    <a:pt x="105799" y="200162"/>
                  </a:cubicBezTo>
                  <a:cubicBezTo>
                    <a:pt x="167515" y="161117"/>
                    <a:pt x="321174" y="59097"/>
                    <a:pt x="415637" y="26350"/>
                  </a:cubicBezTo>
                  <a:cubicBezTo>
                    <a:pt x="510100" y="-6397"/>
                    <a:pt x="591338" y="-1359"/>
                    <a:pt x="672576" y="3679"/>
                  </a:cubicBezTo>
                </a:path>
              </a:pathLst>
            </a:custGeom>
            <a:noFill/>
            <a:ln w="22225" cap="flat" cmpd="sng" algn="ctr">
              <a:solidFill>
                <a:schemeClr val="accent6"/>
              </a:solidFill>
              <a:prstDash val="solid"/>
              <a:round/>
              <a:headEnd type="none" w="med" len="med"/>
              <a:tailEnd type="none" w="med" len="med"/>
            </a:ln>
            <a:effectLst/>
          </p:spPr>
          <p:txBody>
            <a:bodyPr/>
            <a:lstStyle/>
            <a:p>
              <a:pPr>
                <a:defRPr/>
              </a:pPr>
              <a:endParaRPr lang="en-US">
                <a:cs typeface="Arial" charset="0"/>
              </a:endParaRPr>
            </a:p>
          </p:txBody>
        </p:sp>
        <p:sp>
          <p:nvSpPr>
            <p:cNvPr id="9" name="Freeform 8">
              <a:extLst>
                <a:ext uri="{FF2B5EF4-FFF2-40B4-BE49-F238E27FC236}">
                  <a16:creationId xmlns:a16="http://schemas.microsoft.com/office/drawing/2014/main" id="{05EF2CB9-EA4F-C3EC-8B74-2B1C22BD7C10}"/>
                </a:ext>
              </a:extLst>
            </p:cNvPr>
            <p:cNvSpPr/>
            <p:nvPr/>
          </p:nvSpPr>
          <p:spPr bwMode="auto">
            <a:xfrm>
              <a:off x="5599386" y="1290915"/>
              <a:ext cx="911883" cy="447488"/>
            </a:xfrm>
            <a:custGeom>
              <a:avLst/>
              <a:gdLst>
                <a:gd name="connsiteX0" fmla="*/ 0 w 672576"/>
                <a:gd name="connsiteY0" fmla="*/ 396644 h 396644"/>
                <a:gd name="connsiteX1" fmla="*/ 45343 w 672576"/>
                <a:gd name="connsiteY1" fmla="*/ 260618 h 396644"/>
                <a:gd name="connsiteX2" fmla="*/ 105799 w 672576"/>
                <a:gd name="connsiteY2" fmla="*/ 200162 h 396644"/>
                <a:gd name="connsiteX3" fmla="*/ 415637 w 672576"/>
                <a:gd name="connsiteY3" fmla="*/ 26350 h 396644"/>
                <a:gd name="connsiteX4" fmla="*/ 672576 w 672576"/>
                <a:gd name="connsiteY4" fmla="*/ 3679 h 3966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576" h="396644">
                  <a:moveTo>
                    <a:pt x="0" y="396644"/>
                  </a:moveTo>
                  <a:cubicBezTo>
                    <a:pt x="13855" y="345004"/>
                    <a:pt x="27710" y="293365"/>
                    <a:pt x="45343" y="260618"/>
                  </a:cubicBezTo>
                  <a:cubicBezTo>
                    <a:pt x="62976" y="227871"/>
                    <a:pt x="44083" y="239207"/>
                    <a:pt x="105799" y="200162"/>
                  </a:cubicBezTo>
                  <a:cubicBezTo>
                    <a:pt x="167515" y="161117"/>
                    <a:pt x="321174" y="59097"/>
                    <a:pt x="415637" y="26350"/>
                  </a:cubicBezTo>
                  <a:cubicBezTo>
                    <a:pt x="510100" y="-6397"/>
                    <a:pt x="591338" y="-1359"/>
                    <a:pt x="672576" y="3679"/>
                  </a:cubicBezTo>
                </a:path>
              </a:pathLst>
            </a:custGeom>
            <a:noFill/>
            <a:ln w="22225" cap="flat" cmpd="sng" algn="ctr">
              <a:solidFill>
                <a:schemeClr val="accent6"/>
              </a:solidFill>
              <a:prstDash val="solid"/>
              <a:round/>
              <a:headEnd type="none" w="med" len="med"/>
              <a:tailEnd type="none" w="med" len="med"/>
            </a:ln>
            <a:effectLst/>
          </p:spPr>
          <p:txBody>
            <a:bodyPr/>
            <a:lstStyle/>
            <a:p>
              <a:pPr>
                <a:defRPr/>
              </a:pPr>
              <a:endParaRPr lang="en-US">
                <a:cs typeface="Arial" charset="0"/>
              </a:endParaRPr>
            </a:p>
          </p:txBody>
        </p:sp>
        <p:cxnSp>
          <p:nvCxnSpPr>
            <p:cNvPr id="10" name="Straight Connector 9">
              <a:extLst>
                <a:ext uri="{FF2B5EF4-FFF2-40B4-BE49-F238E27FC236}">
                  <a16:creationId xmlns:a16="http://schemas.microsoft.com/office/drawing/2014/main" id="{9297535A-CCC7-0C8C-A8C3-A68FC890856A}"/>
                </a:ext>
              </a:extLst>
            </p:cNvPr>
            <p:cNvCxnSpPr/>
            <p:nvPr/>
          </p:nvCxnSpPr>
          <p:spPr bwMode="auto">
            <a:xfrm flipV="1">
              <a:off x="3782786" y="2187623"/>
              <a:ext cx="2541814" cy="28066"/>
            </a:xfrm>
            <a:prstGeom prst="line">
              <a:avLst/>
            </a:prstGeom>
            <a:solidFill>
              <a:schemeClr val="accent1"/>
            </a:solidFill>
            <a:ln w="22225" cap="flat" cmpd="sng" algn="ctr">
              <a:gradFill>
                <a:gsLst>
                  <a:gs pos="0">
                    <a:srgbClr val="C00000"/>
                  </a:gs>
                  <a:gs pos="43000">
                    <a:srgbClr val="FFB7B7"/>
                  </a:gs>
                  <a:gs pos="19000">
                    <a:srgbClr val="FF0000"/>
                  </a:gs>
                  <a:gs pos="100000">
                    <a:schemeClr val="bg1"/>
                  </a:gs>
                </a:gsLst>
                <a:lin ang="5400000" scaled="0"/>
              </a:gradFill>
              <a:prstDash val="dash"/>
              <a:round/>
              <a:headEnd type="none" w="med" len="med"/>
              <a:tailEnd type="none" w="med" len="med"/>
            </a:ln>
            <a:effectLst/>
          </p:spPr>
        </p:cxnSp>
        <p:cxnSp>
          <p:nvCxnSpPr>
            <p:cNvPr id="11" name="Straight Connector 10">
              <a:extLst>
                <a:ext uri="{FF2B5EF4-FFF2-40B4-BE49-F238E27FC236}">
                  <a16:creationId xmlns:a16="http://schemas.microsoft.com/office/drawing/2014/main" id="{AE7ADC3C-262A-E8A8-6305-367C49E750C9}"/>
                </a:ext>
              </a:extLst>
            </p:cNvPr>
            <p:cNvCxnSpPr>
              <a:stCxn id="9" idx="0"/>
              <a:endCxn id="8" idx="4"/>
            </p:cNvCxnSpPr>
            <p:nvPr/>
          </p:nvCxnSpPr>
          <p:spPr bwMode="auto">
            <a:xfrm flipH="1" flipV="1">
              <a:off x="5591096" y="1622967"/>
              <a:ext cx="8290" cy="115435"/>
            </a:xfrm>
            <a:prstGeom prst="line">
              <a:avLst/>
            </a:prstGeom>
            <a:solidFill>
              <a:schemeClr val="accent1"/>
            </a:solidFill>
            <a:ln w="22225" cap="flat" cmpd="sng" algn="ctr">
              <a:solidFill>
                <a:schemeClr val="accent6"/>
              </a:solidFill>
              <a:prstDash val="solid"/>
              <a:round/>
              <a:headEnd type="none" w="med" len="med"/>
              <a:tailEnd type="none" w="med" len="med"/>
            </a:ln>
            <a:effectLst/>
          </p:spPr>
        </p:cxnSp>
        <p:cxnSp>
          <p:nvCxnSpPr>
            <p:cNvPr id="12" name="Straight Connector 11">
              <a:extLst>
                <a:ext uri="{FF2B5EF4-FFF2-40B4-BE49-F238E27FC236}">
                  <a16:creationId xmlns:a16="http://schemas.microsoft.com/office/drawing/2014/main" id="{BCC96B8F-0D35-CA51-ED9E-CFD48C945646}"/>
                </a:ext>
              </a:extLst>
            </p:cNvPr>
            <p:cNvCxnSpPr/>
            <p:nvPr/>
          </p:nvCxnSpPr>
          <p:spPr bwMode="auto">
            <a:xfrm flipH="1" flipV="1">
              <a:off x="4677141" y="1935069"/>
              <a:ext cx="0" cy="131111"/>
            </a:xfrm>
            <a:prstGeom prst="line">
              <a:avLst/>
            </a:prstGeom>
            <a:solidFill>
              <a:schemeClr val="accent1"/>
            </a:solidFill>
            <a:ln w="22225" cap="flat" cmpd="sng" algn="ctr">
              <a:solidFill>
                <a:schemeClr val="accent6"/>
              </a:solidFill>
              <a:prstDash val="solid"/>
              <a:round/>
              <a:headEnd type="none" w="med" len="med"/>
              <a:tailEnd type="none" w="med" len="med"/>
            </a:ln>
            <a:effectLst/>
          </p:spPr>
        </p:cxnSp>
        <p:cxnSp>
          <p:nvCxnSpPr>
            <p:cNvPr id="13" name="Straight Connector 12">
              <a:extLst>
                <a:ext uri="{FF2B5EF4-FFF2-40B4-BE49-F238E27FC236}">
                  <a16:creationId xmlns:a16="http://schemas.microsoft.com/office/drawing/2014/main" id="{401FDB04-4610-54AD-226B-74DB7C0B2A81}"/>
                </a:ext>
              </a:extLst>
            </p:cNvPr>
            <p:cNvCxnSpPr/>
            <p:nvPr/>
          </p:nvCxnSpPr>
          <p:spPr bwMode="auto">
            <a:xfrm flipV="1">
              <a:off x="3756968" y="2211542"/>
              <a:ext cx="10362" cy="198091"/>
            </a:xfrm>
            <a:prstGeom prst="line">
              <a:avLst/>
            </a:prstGeom>
            <a:solidFill>
              <a:schemeClr val="accent1"/>
            </a:solidFill>
            <a:ln w="22225" cap="flat" cmpd="sng" algn="ctr">
              <a:solidFill>
                <a:schemeClr val="accent6"/>
              </a:solidFill>
              <a:prstDash val="solid"/>
              <a:round/>
              <a:headEnd type="none" w="med" len="med"/>
              <a:tailEnd type="none" w="med" len="med"/>
            </a:ln>
            <a:effectLst/>
          </p:spPr>
        </p:cxnSp>
        <p:sp>
          <p:nvSpPr>
            <p:cNvPr id="45073" name="TextBox 33">
              <a:extLst>
                <a:ext uri="{FF2B5EF4-FFF2-40B4-BE49-F238E27FC236}">
                  <a16:creationId xmlns:a16="http://schemas.microsoft.com/office/drawing/2014/main" id="{CF02CA7D-92D9-89D1-EA65-CCB586AC914E}"/>
                </a:ext>
              </a:extLst>
            </p:cNvPr>
            <p:cNvSpPr txBox="1">
              <a:spLocks noChangeArrowheads="1"/>
            </p:cNvSpPr>
            <p:nvPr/>
          </p:nvSpPr>
          <p:spPr bwMode="auto">
            <a:xfrm>
              <a:off x="4903787" y="1944688"/>
              <a:ext cx="737119" cy="646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a:t>X</a:t>
              </a:r>
            </a:p>
          </p:txBody>
        </p:sp>
        <p:cxnSp>
          <p:nvCxnSpPr>
            <p:cNvPr id="45074" name="Straight Connector 35">
              <a:extLst>
                <a:ext uri="{FF2B5EF4-FFF2-40B4-BE49-F238E27FC236}">
                  <a16:creationId xmlns:a16="http://schemas.microsoft.com/office/drawing/2014/main" id="{98FE980B-E266-DB6A-FCC4-A11D161359CD}"/>
                </a:ext>
              </a:extLst>
            </p:cNvPr>
            <p:cNvCxnSpPr>
              <a:cxnSpLocks noChangeShapeType="1"/>
            </p:cNvCxnSpPr>
            <p:nvPr/>
          </p:nvCxnSpPr>
          <p:spPr bwMode="auto">
            <a:xfrm>
              <a:off x="2362200" y="1371600"/>
              <a:ext cx="0" cy="152400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075" name="Straight Connector 36">
              <a:extLst>
                <a:ext uri="{FF2B5EF4-FFF2-40B4-BE49-F238E27FC236}">
                  <a16:creationId xmlns:a16="http://schemas.microsoft.com/office/drawing/2014/main" id="{ADF82FC1-2B02-FF57-2C80-096A6F4FC037}"/>
                </a:ext>
              </a:extLst>
            </p:cNvPr>
            <p:cNvCxnSpPr>
              <a:cxnSpLocks noChangeShapeType="1"/>
            </p:cNvCxnSpPr>
            <p:nvPr/>
          </p:nvCxnSpPr>
          <p:spPr bwMode="auto">
            <a:xfrm flipH="1">
              <a:off x="2362200" y="2892425"/>
              <a:ext cx="4267200"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7" name="Content Placeholder 6">
            <a:extLst>
              <a:ext uri="{FF2B5EF4-FFF2-40B4-BE49-F238E27FC236}">
                <a16:creationId xmlns:a16="http://schemas.microsoft.com/office/drawing/2014/main" id="{D7ECE3FF-86A3-AA6E-40B4-7E4746A57EF1}"/>
              </a:ext>
            </a:extLst>
          </p:cNvPr>
          <p:cNvSpPr txBox="1">
            <a:spLocks noChangeArrowheads="1"/>
          </p:cNvSpPr>
          <p:nvPr/>
        </p:nvSpPr>
        <p:spPr bwMode="auto">
          <a:xfrm>
            <a:off x="4532313" y="3454400"/>
            <a:ext cx="1273175" cy="469900"/>
          </a:xfrm>
          <a:prstGeom prst="rect">
            <a:avLst/>
          </a:prstGeom>
          <a:noFill/>
          <a:ln>
            <a:noFill/>
          </a:ln>
          <a:effec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0" indent="0">
              <a:buFontTx/>
              <a:buNone/>
              <a:defRPr/>
            </a:pPr>
            <a:r>
              <a:rPr lang="en-US" altLang="en-US" sz="2000" kern="0" dirty="0"/>
              <a:t>Time</a:t>
            </a:r>
            <a:endParaRPr lang="en-US" altLang="en-US" sz="1800" kern="0" dirty="0"/>
          </a:p>
        </p:txBody>
      </p:sp>
      <p:sp>
        <p:nvSpPr>
          <p:cNvPr id="18" name="Content Placeholder 6">
            <a:extLst>
              <a:ext uri="{FF2B5EF4-FFF2-40B4-BE49-F238E27FC236}">
                <a16:creationId xmlns:a16="http://schemas.microsoft.com/office/drawing/2014/main" id="{12293077-C1D7-8363-4936-0E217FE7949A}"/>
              </a:ext>
            </a:extLst>
          </p:cNvPr>
          <p:cNvSpPr txBox="1">
            <a:spLocks noChangeArrowheads="1"/>
          </p:cNvSpPr>
          <p:nvPr/>
        </p:nvSpPr>
        <p:spPr bwMode="auto">
          <a:xfrm>
            <a:off x="2016125" y="2287588"/>
            <a:ext cx="1766888" cy="755650"/>
          </a:xfrm>
          <a:prstGeom prst="rect">
            <a:avLst/>
          </a:prstGeom>
          <a:noFill/>
          <a:ln>
            <a:noFill/>
          </a:ln>
          <a:effec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0" indent="0">
              <a:buFontTx/>
              <a:buNone/>
              <a:defRPr/>
            </a:pPr>
            <a:r>
              <a:rPr lang="en-US" altLang="en-US" sz="2000" kern="0" dirty="0"/>
              <a:t>Efficiency &amp; Capability</a:t>
            </a:r>
            <a:endParaRPr lang="en-US" altLang="en-US" sz="1800" kern="0" dirty="0"/>
          </a:p>
        </p:txBody>
      </p:sp>
      <p:sp>
        <p:nvSpPr>
          <p:cNvPr id="19" name="Content Placeholder 6">
            <a:extLst>
              <a:ext uri="{FF2B5EF4-FFF2-40B4-BE49-F238E27FC236}">
                <a16:creationId xmlns:a16="http://schemas.microsoft.com/office/drawing/2014/main" id="{3F83C1BD-3548-F432-1D66-D04A5892FCE2}"/>
              </a:ext>
            </a:extLst>
          </p:cNvPr>
          <p:cNvSpPr txBox="1">
            <a:spLocks noChangeArrowheads="1"/>
          </p:cNvSpPr>
          <p:nvPr/>
        </p:nvSpPr>
        <p:spPr bwMode="auto">
          <a:xfrm>
            <a:off x="6388100" y="2474913"/>
            <a:ext cx="1273175" cy="469900"/>
          </a:xfrm>
          <a:prstGeom prst="rect">
            <a:avLst/>
          </a:prstGeom>
          <a:noFill/>
          <a:ln>
            <a:noFill/>
          </a:ln>
          <a:effec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0" indent="0">
              <a:buFontTx/>
              <a:buNone/>
              <a:defRPr/>
            </a:pPr>
            <a:r>
              <a:rPr lang="en-US" altLang="en-US" sz="2000" kern="0" dirty="0"/>
              <a:t>Plateau</a:t>
            </a:r>
            <a:endParaRPr lang="en-US" altLang="en-US" sz="1800" kern="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106" name="Group 16">
            <a:extLst>
              <a:ext uri="{FF2B5EF4-FFF2-40B4-BE49-F238E27FC236}">
                <a16:creationId xmlns:a16="http://schemas.microsoft.com/office/drawing/2014/main" id="{71A8CA68-AABC-AAD0-D807-B34C6D95F1C2}"/>
              </a:ext>
            </a:extLst>
          </p:cNvPr>
          <p:cNvGrpSpPr>
            <a:grpSpLocks/>
          </p:cNvGrpSpPr>
          <p:nvPr/>
        </p:nvGrpSpPr>
        <p:grpSpPr bwMode="auto">
          <a:xfrm>
            <a:off x="6040438" y="2438400"/>
            <a:ext cx="6022975" cy="3713163"/>
            <a:chOff x="123908" y="1143000"/>
            <a:chExt cx="8904762" cy="5028571"/>
          </a:xfrm>
        </p:grpSpPr>
        <p:pic>
          <p:nvPicPr>
            <p:cNvPr id="47125" name="Picture 17">
              <a:extLst>
                <a:ext uri="{FF2B5EF4-FFF2-40B4-BE49-F238E27FC236}">
                  <a16:creationId xmlns:a16="http://schemas.microsoft.com/office/drawing/2014/main" id="{4225D0DB-002A-9F9C-C25D-3D1A8635960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3908" y="1143000"/>
              <a:ext cx="8904762" cy="5028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26" name="Oval 18">
              <a:extLst>
                <a:ext uri="{FF2B5EF4-FFF2-40B4-BE49-F238E27FC236}">
                  <a16:creationId xmlns:a16="http://schemas.microsoft.com/office/drawing/2014/main" id="{B85D6BC5-6B27-C16F-4F00-61E697C2E685}"/>
                </a:ext>
              </a:extLst>
            </p:cNvPr>
            <p:cNvSpPr>
              <a:spLocks noChangeArrowheads="1"/>
            </p:cNvSpPr>
            <p:nvPr/>
          </p:nvSpPr>
          <p:spPr bwMode="auto">
            <a:xfrm>
              <a:off x="2057400" y="2590800"/>
              <a:ext cx="152400" cy="152400"/>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47127" name="Oval 19">
              <a:extLst>
                <a:ext uri="{FF2B5EF4-FFF2-40B4-BE49-F238E27FC236}">
                  <a16:creationId xmlns:a16="http://schemas.microsoft.com/office/drawing/2014/main" id="{F52F606E-FBF1-892F-E06E-1BCFB635749D}"/>
                </a:ext>
              </a:extLst>
            </p:cNvPr>
            <p:cNvSpPr>
              <a:spLocks noChangeArrowheads="1"/>
            </p:cNvSpPr>
            <p:nvPr/>
          </p:nvSpPr>
          <p:spPr bwMode="auto">
            <a:xfrm>
              <a:off x="1597072" y="2903034"/>
              <a:ext cx="152400" cy="152400"/>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47128" name="Oval 20">
              <a:extLst>
                <a:ext uri="{FF2B5EF4-FFF2-40B4-BE49-F238E27FC236}">
                  <a16:creationId xmlns:a16="http://schemas.microsoft.com/office/drawing/2014/main" id="{69548249-96DE-5344-70E7-B6D4425A927B}"/>
                </a:ext>
              </a:extLst>
            </p:cNvPr>
            <p:cNvSpPr>
              <a:spLocks noChangeArrowheads="1"/>
            </p:cNvSpPr>
            <p:nvPr/>
          </p:nvSpPr>
          <p:spPr bwMode="auto">
            <a:xfrm>
              <a:off x="4038600" y="2209800"/>
              <a:ext cx="152400" cy="152400"/>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47129" name="Oval 21">
              <a:extLst>
                <a:ext uri="{FF2B5EF4-FFF2-40B4-BE49-F238E27FC236}">
                  <a16:creationId xmlns:a16="http://schemas.microsoft.com/office/drawing/2014/main" id="{3CE8A12A-EEBA-BA48-8579-852230DC3EA5}"/>
                </a:ext>
              </a:extLst>
            </p:cNvPr>
            <p:cNvSpPr>
              <a:spLocks noChangeArrowheads="1"/>
            </p:cNvSpPr>
            <p:nvPr/>
          </p:nvSpPr>
          <p:spPr bwMode="auto">
            <a:xfrm>
              <a:off x="4202151" y="2133600"/>
              <a:ext cx="152400" cy="152400"/>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47130" name="Oval 22">
              <a:extLst>
                <a:ext uri="{FF2B5EF4-FFF2-40B4-BE49-F238E27FC236}">
                  <a16:creationId xmlns:a16="http://schemas.microsoft.com/office/drawing/2014/main" id="{7D605A5C-663D-004E-2754-57AD2E574747}"/>
                </a:ext>
              </a:extLst>
            </p:cNvPr>
            <p:cNvSpPr>
              <a:spLocks noChangeArrowheads="1"/>
            </p:cNvSpPr>
            <p:nvPr/>
          </p:nvSpPr>
          <p:spPr bwMode="auto">
            <a:xfrm>
              <a:off x="2150328" y="2536902"/>
              <a:ext cx="152400" cy="152400"/>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47131" name="Oval 23">
              <a:extLst>
                <a:ext uri="{FF2B5EF4-FFF2-40B4-BE49-F238E27FC236}">
                  <a16:creationId xmlns:a16="http://schemas.microsoft.com/office/drawing/2014/main" id="{D578F4CE-6629-7C9E-DA67-3552663227A6}"/>
                </a:ext>
              </a:extLst>
            </p:cNvPr>
            <p:cNvSpPr>
              <a:spLocks noChangeArrowheads="1"/>
            </p:cNvSpPr>
            <p:nvPr/>
          </p:nvSpPr>
          <p:spPr bwMode="auto">
            <a:xfrm>
              <a:off x="7924800" y="5334000"/>
              <a:ext cx="91068" cy="91068"/>
            </a:xfrm>
            <a:prstGeom prst="ellipse">
              <a:avLst/>
            </a:prstGeom>
            <a:solidFill>
              <a:srgbClr val="FF0000"/>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47132" name="Oval 24">
              <a:extLst>
                <a:ext uri="{FF2B5EF4-FFF2-40B4-BE49-F238E27FC236}">
                  <a16:creationId xmlns:a16="http://schemas.microsoft.com/office/drawing/2014/main" id="{8F80ED5B-E163-63E5-0977-584DEDE9DE3D}"/>
                </a:ext>
              </a:extLst>
            </p:cNvPr>
            <p:cNvSpPr>
              <a:spLocks noChangeArrowheads="1"/>
            </p:cNvSpPr>
            <p:nvPr/>
          </p:nvSpPr>
          <p:spPr bwMode="auto">
            <a:xfrm>
              <a:off x="4027449" y="2316666"/>
              <a:ext cx="91068" cy="91068"/>
            </a:xfrm>
            <a:prstGeom prst="ellipse">
              <a:avLst/>
            </a:prstGeom>
            <a:solidFill>
              <a:srgbClr val="FF0000"/>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47133" name="Oval 25">
              <a:extLst>
                <a:ext uri="{FF2B5EF4-FFF2-40B4-BE49-F238E27FC236}">
                  <a16:creationId xmlns:a16="http://schemas.microsoft.com/office/drawing/2014/main" id="{779D0517-AF12-3809-4BB0-56E5B2D8CCA1}"/>
                </a:ext>
              </a:extLst>
            </p:cNvPr>
            <p:cNvSpPr>
              <a:spLocks noChangeArrowheads="1"/>
            </p:cNvSpPr>
            <p:nvPr/>
          </p:nvSpPr>
          <p:spPr bwMode="auto">
            <a:xfrm>
              <a:off x="990600" y="2779643"/>
              <a:ext cx="91068" cy="91068"/>
            </a:xfrm>
            <a:prstGeom prst="ellipse">
              <a:avLst/>
            </a:prstGeom>
            <a:solidFill>
              <a:srgbClr val="FF0000"/>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47134" name="Oval 26">
              <a:extLst>
                <a:ext uri="{FF2B5EF4-FFF2-40B4-BE49-F238E27FC236}">
                  <a16:creationId xmlns:a16="http://schemas.microsoft.com/office/drawing/2014/main" id="{763B626B-5B86-FCDB-5AF3-E7DB88423DBE}"/>
                </a:ext>
              </a:extLst>
            </p:cNvPr>
            <p:cNvSpPr>
              <a:spLocks noChangeArrowheads="1"/>
            </p:cNvSpPr>
            <p:nvPr/>
          </p:nvSpPr>
          <p:spPr bwMode="auto">
            <a:xfrm>
              <a:off x="4381767" y="2481656"/>
              <a:ext cx="91068" cy="91068"/>
            </a:xfrm>
            <a:prstGeom prst="ellipse">
              <a:avLst/>
            </a:prstGeom>
            <a:solidFill>
              <a:srgbClr val="FF0000"/>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47135" name="Oval 27">
              <a:extLst>
                <a:ext uri="{FF2B5EF4-FFF2-40B4-BE49-F238E27FC236}">
                  <a16:creationId xmlns:a16="http://schemas.microsoft.com/office/drawing/2014/main" id="{FBCDAE42-E2A9-C768-9298-8F32919BE2BE}"/>
                </a:ext>
              </a:extLst>
            </p:cNvPr>
            <p:cNvSpPr>
              <a:spLocks noChangeArrowheads="1"/>
            </p:cNvSpPr>
            <p:nvPr/>
          </p:nvSpPr>
          <p:spPr bwMode="auto">
            <a:xfrm>
              <a:off x="2180994" y="2405411"/>
              <a:ext cx="91068" cy="91068"/>
            </a:xfrm>
            <a:prstGeom prst="ellipse">
              <a:avLst/>
            </a:prstGeom>
            <a:solidFill>
              <a:srgbClr val="FF0000"/>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47136" name="Oval 28">
              <a:extLst>
                <a:ext uri="{FF2B5EF4-FFF2-40B4-BE49-F238E27FC236}">
                  <a16:creationId xmlns:a16="http://schemas.microsoft.com/office/drawing/2014/main" id="{13A024C1-442D-D9DA-6B6E-0D43C9C32B2B}"/>
                </a:ext>
              </a:extLst>
            </p:cNvPr>
            <p:cNvSpPr>
              <a:spLocks noChangeArrowheads="1"/>
            </p:cNvSpPr>
            <p:nvPr/>
          </p:nvSpPr>
          <p:spPr bwMode="auto">
            <a:xfrm>
              <a:off x="1518594" y="2971800"/>
              <a:ext cx="91068" cy="91068"/>
            </a:xfrm>
            <a:prstGeom prst="ellipse">
              <a:avLst/>
            </a:prstGeom>
            <a:solidFill>
              <a:srgbClr val="FF0000"/>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47137" name="Oval 29">
              <a:extLst>
                <a:ext uri="{FF2B5EF4-FFF2-40B4-BE49-F238E27FC236}">
                  <a16:creationId xmlns:a16="http://schemas.microsoft.com/office/drawing/2014/main" id="{53E98817-1F90-9C03-654B-4B81F1D619A0}"/>
                </a:ext>
              </a:extLst>
            </p:cNvPr>
            <p:cNvSpPr>
              <a:spLocks noChangeArrowheads="1"/>
            </p:cNvSpPr>
            <p:nvPr/>
          </p:nvSpPr>
          <p:spPr bwMode="auto">
            <a:xfrm>
              <a:off x="1749472" y="2933700"/>
              <a:ext cx="91068" cy="91068"/>
            </a:xfrm>
            <a:prstGeom prst="ellipse">
              <a:avLst/>
            </a:prstGeom>
            <a:solidFill>
              <a:srgbClr val="FF0000"/>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47138" name="Oval 30">
              <a:extLst>
                <a:ext uri="{FF2B5EF4-FFF2-40B4-BE49-F238E27FC236}">
                  <a16:creationId xmlns:a16="http://schemas.microsoft.com/office/drawing/2014/main" id="{0F5B9154-D71D-45DA-A1E9-9E4CA4277B3D}"/>
                </a:ext>
              </a:extLst>
            </p:cNvPr>
            <p:cNvSpPr>
              <a:spLocks noChangeArrowheads="1"/>
            </p:cNvSpPr>
            <p:nvPr/>
          </p:nvSpPr>
          <p:spPr bwMode="auto">
            <a:xfrm>
              <a:off x="1427526" y="2194932"/>
              <a:ext cx="91068" cy="91068"/>
            </a:xfrm>
            <a:prstGeom prst="ellipse">
              <a:avLst/>
            </a:prstGeom>
            <a:solidFill>
              <a:srgbClr val="FF0000"/>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47139" name="Oval 31">
              <a:extLst>
                <a:ext uri="{FF2B5EF4-FFF2-40B4-BE49-F238E27FC236}">
                  <a16:creationId xmlns:a16="http://schemas.microsoft.com/office/drawing/2014/main" id="{67CFB0EB-0BCE-EE00-D08C-596E5861229B}"/>
                </a:ext>
              </a:extLst>
            </p:cNvPr>
            <p:cNvSpPr>
              <a:spLocks noChangeArrowheads="1"/>
            </p:cNvSpPr>
            <p:nvPr/>
          </p:nvSpPr>
          <p:spPr bwMode="auto">
            <a:xfrm>
              <a:off x="1841204" y="2567568"/>
              <a:ext cx="91068" cy="91068"/>
            </a:xfrm>
            <a:prstGeom prst="ellipse">
              <a:avLst/>
            </a:prstGeom>
            <a:solidFill>
              <a:srgbClr val="FF0000"/>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47140" name="Oval 32">
              <a:extLst>
                <a:ext uri="{FF2B5EF4-FFF2-40B4-BE49-F238E27FC236}">
                  <a16:creationId xmlns:a16="http://schemas.microsoft.com/office/drawing/2014/main" id="{7F37186A-90B0-3397-37C8-71680E40C3C8}"/>
                </a:ext>
              </a:extLst>
            </p:cNvPr>
            <p:cNvSpPr>
              <a:spLocks noChangeArrowheads="1"/>
            </p:cNvSpPr>
            <p:nvPr/>
          </p:nvSpPr>
          <p:spPr bwMode="auto">
            <a:xfrm>
              <a:off x="7772400" y="2590800"/>
              <a:ext cx="91068" cy="91068"/>
            </a:xfrm>
            <a:prstGeom prst="ellipse">
              <a:avLst/>
            </a:prstGeom>
            <a:solidFill>
              <a:srgbClr val="FF0000"/>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47141" name="Oval 33">
              <a:extLst>
                <a:ext uri="{FF2B5EF4-FFF2-40B4-BE49-F238E27FC236}">
                  <a16:creationId xmlns:a16="http://schemas.microsoft.com/office/drawing/2014/main" id="{D396A900-5EBF-2924-E436-EB4F2057522D}"/>
                </a:ext>
              </a:extLst>
            </p:cNvPr>
            <p:cNvSpPr>
              <a:spLocks noChangeArrowheads="1"/>
            </p:cNvSpPr>
            <p:nvPr/>
          </p:nvSpPr>
          <p:spPr bwMode="auto">
            <a:xfrm>
              <a:off x="1790554" y="2935355"/>
              <a:ext cx="91068" cy="91068"/>
            </a:xfrm>
            <a:prstGeom prst="ellipse">
              <a:avLst/>
            </a:prstGeom>
            <a:solidFill>
              <a:srgbClr val="FF0000"/>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47142" name="Oval 34">
              <a:extLst>
                <a:ext uri="{FF2B5EF4-FFF2-40B4-BE49-F238E27FC236}">
                  <a16:creationId xmlns:a16="http://schemas.microsoft.com/office/drawing/2014/main" id="{573E75FB-46CE-4552-4FF5-5B63F7D8855F}"/>
                </a:ext>
              </a:extLst>
            </p:cNvPr>
            <p:cNvSpPr>
              <a:spLocks noChangeArrowheads="1"/>
            </p:cNvSpPr>
            <p:nvPr/>
          </p:nvSpPr>
          <p:spPr bwMode="auto">
            <a:xfrm>
              <a:off x="2102830" y="2462253"/>
              <a:ext cx="91068" cy="91068"/>
            </a:xfrm>
            <a:prstGeom prst="ellipse">
              <a:avLst/>
            </a:prstGeom>
            <a:solidFill>
              <a:srgbClr val="FF0000"/>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47143" name="Oval 35">
              <a:extLst>
                <a:ext uri="{FF2B5EF4-FFF2-40B4-BE49-F238E27FC236}">
                  <a16:creationId xmlns:a16="http://schemas.microsoft.com/office/drawing/2014/main" id="{4CE26489-1223-C790-FF6B-2F0B88EFA9C3}"/>
                </a:ext>
              </a:extLst>
            </p:cNvPr>
            <p:cNvSpPr>
              <a:spLocks noChangeArrowheads="1"/>
            </p:cNvSpPr>
            <p:nvPr/>
          </p:nvSpPr>
          <p:spPr bwMode="auto">
            <a:xfrm>
              <a:off x="2520784" y="2462253"/>
              <a:ext cx="91068" cy="91068"/>
            </a:xfrm>
            <a:prstGeom prst="ellipse">
              <a:avLst/>
            </a:prstGeom>
            <a:solidFill>
              <a:srgbClr val="FF0000"/>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47144" name="Oval 36">
              <a:extLst>
                <a:ext uri="{FF2B5EF4-FFF2-40B4-BE49-F238E27FC236}">
                  <a16:creationId xmlns:a16="http://schemas.microsoft.com/office/drawing/2014/main" id="{8B808218-0A10-4DAD-C230-6BF60EAA711F}"/>
                </a:ext>
              </a:extLst>
            </p:cNvPr>
            <p:cNvSpPr>
              <a:spLocks noChangeArrowheads="1"/>
            </p:cNvSpPr>
            <p:nvPr/>
          </p:nvSpPr>
          <p:spPr bwMode="auto">
            <a:xfrm>
              <a:off x="4381767" y="2228498"/>
              <a:ext cx="91068" cy="91068"/>
            </a:xfrm>
            <a:prstGeom prst="ellipse">
              <a:avLst/>
            </a:prstGeom>
            <a:solidFill>
              <a:srgbClr val="FF0000"/>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47145" name="Oval 37">
              <a:extLst>
                <a:ext uri="{FF2B5EF4-FFF2-40B4-BE49-F238E27FC236}">
                  <a16:creationId xmlns:a16="http://schemas.microsoft.com/office/drawing/2014/main" id="{D88F3492-80BF-7408-A721-85EB8E2A3D8D}"/>
                </a:ext>
              </a:extLst>
            </p:cNvPr>
            <p:cNvSpPr>
              <a:spLocks noChangeArrowheads="1"/>
            </p:cNvSpPr>
            <p:nvPr/>
          </p:nvSpPr>
          <p:spPr bwMode="auto">
            <a:xfrm>
              <a:off x="4312630" y="2181306"/>
              <a:ext cx="91068" cy="91068"/>
            </a:xfrm>
            <a:prstGeom prst="ellipse">
              <a:avLst/>
            </a:prstGeom>
            <a:solidFill>
              <a:srgbClr val="FF0000"/>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grpSp>
      <p:sp>
        <p:nvSpPr>
          <p:cNvPr id="47107" name="Title 1">
            <a:extLst>
              <a:ext uri="{FF2B5EF4-FFF2-40B4-BE49-F238E27FC236}">
                <a16:creationId xmlns:a16="http://schemas.microsoft.com/office/drawing/2014/main" id="{0C5446FE-78E5-1BDB-C7E7-3581DE9F56C6}"/>
              </a:ext>
            </a:extLst>
          </p:cNvPr>
          <p:cNvSpPr>
            <a:spLocks noGrp="1" noChangeArrowheads="1"/>
          </p:cNvSpPr>
          <p:nvPr>
            <p:ph type="title"/>
          </p:nvPr>
        </p:nvSpPr>
        <p:spPr/>
        <p:txBody>
          <a:bodyPr/>
          <a:lstStyle/>
          <a:p>
            <a:r>
              <a:rPr lang="en-US" altLang="en-US"/>
              <a:t>Relocations</a:t>
            </a:r>
          </a:p>
        </p:txBody>
      </p:sp>
      <p:sp>
        <p:nvSpPr>
          <p:cNvPr id="54275" name="Content Placeholder 2">
            <a:extLst>
              <a:ext uri="{FF2B5EF4-FFF2-40B4-BE49-F238E27FC236}">
                <a16:creationId xmlns:a16="http://schemas.microsoft.com/office/drawing/2014/main" id="{8389EDA0-8F22-0F65-B771-C1CF1BA4283E}"/>
              </a:ext>
            </a:extLst>
          </p:cNvPr>
          <p:cNvSpPr>
            <a:spLocks noGrp="1"/>
          </p:cNvSpPr>
          <p:nvPr>
            <p:ph idx="1"/>
          </p:nvPr>
        </p:nvSpPr>
        <p:spPr>
          <a:xfrm>
            <a:off x="203517" y="632542"/>
            <a:ext cx="6022975" cy="3048000"/>
          </a:xfrm>
        </p:spPr>
        <p:txBody>
          <a:bodyPr/>
          <a:lstStyle/>
          <a:p>
            <a:pPr>
              <a:defRPr/>
            </a:pPr>
            <a:r>
              <a:rPr lang="en-US" altLang="en-US" dirty="0"/>
              <a:t>Breakout of plateaus</a:t>
            </a:r>
          </a:p>
          <a:p>
            <a:pPr>
              <a:defRPr/>
            </a:pPr>
            <a:endParaRPr lang="en-US" altLang="en-US" dirty="0"/>
          </a:p>
          <a:p>
            <a:pPr>
              <a:defRPr/>
            </a:pPr>
            <a:endParaRPr lang="en-US" altLang="en-US" dirty="0"/>
          </a:p>
          <a:p>
            <a:pPr>
              <a:defRPr/>
            </a:pPr>
            <a:endParaRPr lang="en-US" altLang="en-US" dirty="0"/>
          </a:p>
          <a:p>
            <a:pPr>
              <a:defRPr/>
            </a:pPr>
            <a:r>
              <a:rPr lang="en-US" altLang="en-US" dirty="0"/>
              <a:t>Resets first impressions</a:t>
            </a:r>
          </a:p>
          <a:p>
            <a:pPr lvl="2">
              <a:defRPr/>
            </a:pPr>
            <a:r>
              <a:rPr lang="en-US" altLang="en-US" dirty="0"/>
              <a:t>Consider the story of the “Dread Pirate Roberts” from the movie “The Princess Bride”</a:t>
            </a:r>
          </a:p>
          <a:p>
            <a:pPr>
              <a:defRPr/>
            </a:pPr>
            <a:r>
              <a:rPr lang="en-US" altLang="en-US" dirty="0"/>
              <a:t>Grows your network</a:t>
            </a:r>
          </a:p>
          <a:p>
            <a:pPr>
              <a:defRPr/>
            </a:pPr>
            <a:r>
              <a:rPr lang="en-US" altLang="en-US" dirty="0"/>
              <a:t>Tags you Regional &amp; Global</a:t>
            </a:r>
          </a:p>
          <a:p>
            <a:pPr lvl="1">
              <a:defRPr/>
            </a:pPr>
            <a:r>
              <a:rPr lang="en-US" altLang="en-US" dirty="0"/>
              <a:t>“Central Engineering” and “Manufacturing Site” Tags</a:t>
            </a:r>
          </a:p>
          <a:p>
            <a:pPr lvl="1">
              <a:defRPr/>
            </a:pPr>
            <a:endParaRPr lang="en-US" altLang="en-US" dirty="0"/>
          </a:p>
          <a:p>
            <a:pPr>
              <a:defRPr/>
            </a:pPr>
            <a:endParaRPr lang="en-US" altLang="en-US" dirty="0"/>
          </a:p>
          <a:p>
            <a:pPr>
              <a:defRPr/>
            </a:pPr>
            <a:endParaRPr lang="en-US" altLang="en-US" dirty="0"/>
          </a:p>
          <a:p>
            <a:pPr>
              <a:defRPr/>
            </a:pPr>
            <a:endParaRPr lang="en-US" altLang="en-US" dirty="0"/>
          </a:p>
          <a:p>
            <a:pPr marL="457200" lvl="1" indent="0">
              <a:buFontTx/>
              <a:buNone/>
              <a:defRPr/>
            </a:pPr>
            <a:endParaRPr lang="en-US" altLang="en-US" dirty="0"/>
          </a:p>
          <a:p>
            <a:pPr lvl="1">
              <a:defRPr/>
            </a:pPr>
            <a:endParaRPr lang="en-US" altLang="en-US" dirty="0"/>
          </a:p>
        </p:txBody>
      </p:sp>
      <p:sp>
        <p:nvSpPr>
          <p:cNvPr id="47109" name="Slide Number Placeholder 3">
            <a:extLst>
              <a:ext uri="{FF2B5EF4-FFF2-40B4-BE49-F238E27FC236}">
                <a16:creationId xmlns:a16="http://schemas.microsoft.com/office/drawing/2014/main" id="{40029908-D2CF-9F11-560F-75111117AE5F}"/>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A474AC6C-3703-4724-AED8-46EEBA86424D}" type="slidenum">
              <a:rPr lang="en-US" altLang="en-US" sz="1400" smtClean="0"/>
              <a:pPr>
                <a:spcBef>
                  <a:spcPct val="0"/>
                </a:spcBef>
                <a:buFontTx/>
                <a:buNone/>
              </a:pPr>
              <a:t>11</a:t>
            </a:fld>
            <a:endParaRPr lang="en-US" altLang="en-US" sz="1400"/>
          </a:p>
        </p:txBody>
      </p:sp>
      <p:grpSp>
        <p:nvGrpSpPr>
          <p:cNvPr id="47110" name="Group 1">
            <a:extLst>
              <a:ext uri="{FF2B5EF4-FFF2-40B4-BE49-F238E27FC236}">
                <a16:creationId xmlns:a16="http://schemas.microsoft.com/office/drawing/2014/main" id="{D6159CEE-FFD6-B773-0F5F-6D488839E4BC}"/>
              </a:ext>
            </a:extLst>
          </p:cNvPr>
          <p:cNvGrpSpPr>
            <a:grpSpLocks/>
          </p:cNvGrpSpPr>
          <p:nvPr/>
        </p:nvGrpSpPr>
        <p:grpSpPr bwMode="auto">
          <a:xfrm>
            <a:off x="1592263" y="1430260"/>
            <a:ext cx="2655888" cy="1452563"/>
            <a:chOff x="2362200" y="1290915"/>
            <a:chExt cx="4267200" cy="1604685"/>
          </a:xfrm>
        </p:grpSpPr>
        <p:sp>
          <p:nvSpPr>
            <p:cNvPr id="6" name="Freeform 5">
              <a:extLst>
                <a:ext uri="{FF2B5EF4-FFF2-40B4-BE49-F238E27FC236}">
                  <a16:creationId xmlns:a16="http://schemas.microsoft.com/office/drawing/2014/main" id="{6BF60177-A038-01F8-2F72-0BE9788B9EEA}"/>
                </a:ext>
              </a:extLst>
            </p:cNvPr>
            <p:cNvSpPr/>
            <p:nvPr/>
          </p:nvSpPr>
          <p:spPr bwMode="auto">
            <a:xfrm>
              <a:off x="2438719" y="2216897"/>
              <a:ext cx="1333979" cy="678703"/>
            </a:xfrm>
            <a:custGeom>
              <a:avLst/>
              <a:gdLst>
                <a:gd name="connsiteX0" fmla="*/ 0 w 982414"/>
                <a:gd name="connsiteY0" fmla="*/ 906843 h 906843"/>
                <a:gd name="connsiteX1" fmla="*/ 385409 w 982414"/>
                <a:gd name="connsiteY1" fmla="*/ 347623 h 906843"/>
                <a:gd name="connsiteX2" fmla="*/ 672576 w 982414"/>
                <a:gd name="connsiteY2" fmla="*/ 75570 h 906843"/>
                <a:gd name="connsiteX3" fmla="*/ 982414 w 982414"/>
                <a:gd name="connsiteY3" fmla="*/ 0 h 906843"/>
              </a:gdLst>
              <a:ahLst/>
              <a:cxnLst>
                <a:cxn ang="0">
                  <a:pos x="connsiteX0" y="connsiteY0"/>
                </a:cxn>
                <a:cxn ang="0">
                  <a:pos x="connsiteX1" y="connsiteY1"/>
                </a:cxn>
                <a:cxn ang="0">
                  <a:pos x="connsiteX2" y="connsiteY2"/>
                </a:cxn>
                <a:cxn ang="0">
                  <a:pos x="connsiteX3" y="connsiteY3"/>
                </a:cxn>
              </a:cxnLst>
              <a:rect l="l" t="t" r="r" b="b"/>
              <a:pathLst>
                <a:path w="982414" h="906843">
                  <a:moveTo>
                    <a:pt x="0" y="906843"/>
                  </a:moveTo>
                  <a:cubicBezTo>
                    <a:pt x="136656" y="696505"/>
                    <a:pt x="273313" y="486168"/>
                    <a:pt x="385409" y="347623"/>
                  </a:cubicBezTo>
                  <a:cubicBezTo>
                    <a:pt x="497505" y="209077"/>
                    <a:pt x="573075" y="133507"/>
                    <a:pt x="672576" y="75570"/>
                  </a:cubicBezTo>
                  <a:cubicBezTo>
                    <a:pt x="772077" y="17633"/>
                    <a:pt x="877245" y="8816"/>
                    <a:pt x="982414" y="0"/>
                  </a:cubicBezTo>
                </a:path>
              </a:pathLst>
            </a:custGeom>
            <a:noFill/>
            <a:ln w="22225" cap="flat" cmpd="sng" algn="ctr">
              <a:solidFill>
                <a:schemeClr val="accent6"/>
              </a:solidFill>
              <a:prstDash val="solid"/>
              <a:round/>
              <a:headEnd type="none" w="med" len="med"/>
              <a:tailEnd type="none" w="med" len="med"/>
            </a:ln>
            <a:effectLst/>
          </p:spPr>
          <p:txBody>
            <a:bodyPr/>
            <a:lstStyle/>
            <a:p>
              <a:pPr>
                <a:defRPr/>
              </a:pPr>
              <a:endParaRPr lang="en-US">
                <a:cs typeface="Arial" charset="0"/>
              </a:endParaRPr>
            </a:p>
          </p:txBody>
        </p:sp>
        <p:sp>
          <p:nvSpPr>
            <p:cNvPr id="7" name="Freeform 6">
              <a:extLst>
                <a:ext uri="{FF2B5EF4-FFF2-40B4-BE49-F238E27FC236}">
                  <a16:creationId xmlns:a16="http://schemas.microsoft.com/office/drawing/2014/main" id="{C096BB3A-728F-0C05-8449-BB6A6AAC9027}"/>
                </a:ext>
              </a:extLst>
            </p:cNvPr>
            <p:cNvSpPr/>
            <p:nvPr/>
          </p:nvSpPr>
          <p:spPr bwMode="auto">
            <a:xfrm>
              <a:off x="3759944" y="1934543"/>
              <a:ext cx="913125" cy="448961"/>
            </a:xfrm>
            <a:custGeom>
              <a:avLst/>
              <a:gdLst>
                <a:gd name="connsiteX0" fmla="*/ 0 w 672576"/>
                <a:gd name="connsiteY0" fmla="*/ 396644 h 396644"/>
                <a:gd name="connsiteX1" fmla="*/ 45343 w 672576"/>
                <a:gd name="connsiteY1" fmla="*/ 260618 h 396644"/>
                <a:gd name="connsiteX2" fmla="*/ 105799 w 672576"/>
                <a:gd name="connsiteY2" fmla="*/ 200162 h 396644"/>
                <a:gd name="connsiteX3" fmla="*/ 415637 w 672576"/>
                <a:gd name="connsiteY3" fmla="*/ 26350 h 396644"/>
                <a:gd name="connsiteX4" fmla="*/ 672576 w 672576"/>
                <a:gd name="connsiteY4" fmla="*/ 3679 h 3966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576" h="396644">
                  <a:moveTo>
                    <a:pt x="0" y="396644"/>
                  </a:moveTo>
                  <a:cubicBezTo>
                    <a:pt x="13855" y="345004"/>
                    <a:pt x="27710" y="293365"/>
                    <a:pt x="45343" y="260618"/>
                  </a:cubicBezTo>
                  <a:cubicBezTo>
                    <a:pt x="62976" y="227871"/>
                    <a:pt x="44083" y="239207"/>
                    <a:pt x="105799" y="200162"/>
                  </a:cubicBezTo>
                  <a:cubicBezTo>
                    <a:pt x="167515" y="161117"/>
                    <a:pt x="321174" y="59097"/>
                    <a:pt x="415637" y="26350"/>
                  </a:cubicBezTo>
                  <a:cubicBezTo>
                    <a:pt x="510100" y="-6397"/>
                    <a:pt x="591338" y="-1359"/>
                    <a:pt x="672576" y="3679"/>
                  </a:cubicBezTo>
                </a:path>
              </a:pathLst>
            </a:custGeom>
            <a:noFill/>
            <a:ln w="22225" cap="flat" cmpd="sng" algn="ctr">
              <a:solidFill>
                <a:schemeClr val="accent6"/>
              </a:solidFill>
              <a:prstDash val="solid"/>
              <a:round/>
              <a:headEnd type="none" w="med" len="med"/>
              <a:tailEnd type="none" w="med" len="med"/>
            </a:ln>
            <a:effectLst/>
          </p:spPr>
          <p:txBody>
            <a:bodyPr/>
            <a:lstStyle/>
            <a:p>
              <a:pPr>
                <a:defRPr/>
              </a:pPr>
              <a:endParaRPr lang="en-US">
                <a:cs typeface="Arial" charset="0"/>
              </a:endParaRPr>
            </a:p>
          </p:txBody>
        </p:sp>
        <p:sp>
          <p:nvSpPr>
            <p:cNvPr id="8" name="Freeform 7">
              <a:extLst>
                <a:ext uri="{FF2B5EF4-FFF2-40B4-BE49-F238E27FC236}">
                  <a16:creationId xmlns:a16="http://schemas.microsoft.com/office/drawing/2014/main" id="{7BF3EC1E-4AA4-D4EF-9C1C-188F74799FBC}"/>
                </a:ext>
              </a:extLst>
            </p:cNvPr>
            <p:cNvSpPr/>
            <p:nvPr/>
          </p:nvSpPr>
          <p:spPr bwMode="auto">
            <a:xfrm>
              <a:off x="4678169" y="1618867"/>
              <a:ext cx="913125" cy="447207"/>
            </a:xfrm>
            <a:custGeom>
              <a:avLst/>
              <a:gdLst>
                <a:gd name="connsiteX0" fmla="*/ 0 w 672576"/>
                <a:gd name="connsiteY0" fmla="*/ 396644 h 396644"/>
                <a:gd name="connsiteX1" fmla="*/ 45343 w 672576"/>
                <a:gd name="connsiteY1" fmla="*/ 260618 h 396644"/>
                <a:gd name="connsiteX2" fmla="*/ 105799 w 672576"/>
                <a:gd name="connsiteY2" fmla="*/ 200162 h 396644"/>
                <a:gd name="connsiteX3" fmla="*/ 415637 w 672576"/>
                <a:gd name="connsiteY3" fmla="*/ 26350 h 396644"/>
                <a:gd name="connsiteX4" fmla="*/ 672576 w 672576"/>
                <a:gd name="connsiteY4" fmla="*/ 3679 h 3966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576" h="396644">
                  <a:moveTo>
                    <a:pt x="0" y="396644"/>
                  </a:moveTo>
                  <a:cubicBezTo>
                    <a:pt x="13855" y="345004"/>
                    <a:pt x="27710" y="293365"/>
                    <a:pt x="45343" y="260618"/>
                  </a:cubicBezTo>
                  <a:cubicBezTo>
                    <a:pt x="62976" y="227871"/>
                    <a:pt x="44083" y="239207"/>
                    <a:pt x="105799" y="200162"/>
                  </a:cubicBezTo>
                  <a:cubicBezTo>
                    <a:pt x="167515" y="161117"/>
                    <a:pt x="321174" y="59097"/>
                    <a:pt x="415637" y="26350"/>
                  </a:cubicBezTo>
                  <a:cubicBezTo>
                    <a:pt x="510100" y="-6397"/>
                    <a:pt x="591338" y="-1359"/>
                    <a:pt x="672576" y="3679"/>
                  </a:cubicBezTo>
                </a:path>
              </a:pathLst>
            </a:custGeom>
            <a:noFill/>
            <a:ln w="22225" cap="flat" cmpd="sng" algn="ctr">
              <a:solidFill>
                <a:schemeClr val="accent6"/>
              </a:solidFill>
              <a:prstDash val="solid"/>
              <a:round/>
              <a:headEnd type="none" w="med" len="med"/>
              <a:tailEnd type="none" w="med" len="med"/>
            </a:ln>
            <a:effectLst/>
          </p:spPr>
          <p:txBody>
            <a:bodyPr/>
            <a:lstStyle/>
            <a:p>
              <a:pPr>
                <a:defRPr/>
              </a:pPr>
              <a:endParaRPr lang="en-US">
                <a:cs typeface="Arial" charset="0"/>
              </a:endParaRPr>
            </a:p>
          </p:txBody>
        </p:sp>
        <p:sp>
          <p:nvSpPr>
            <p:cNvPr id="9" name="Freeform 8">
              <a:extLst>
                <a:ext uri="{FF2B5EF4-FFF2-40B4-BE49-F238E27FC236}">
                  <a16:creationId xmlns:a16="http://schemas.microsoft.com/office/drawing/2014/main" id="{B2939B85-6583-C1DB-BA17-07F81BA5D6A2}"/>
                </a:ext>
              </a:extLst>
            </p:cNvPr>
            <p:cNvSpPr/>
            <p:nvPr/>
          </p:nvSpPr>
          <p:spPr bwMode="auto">
            <a:xfrm>
              <a:off x="5598947" y="1290915"/>
              <a:ext cx="913125" cy="447208"/>
            </a:xfrm>
            <a:custGeom>
              <a:avLst/>
              <a:gdLst>
                <a:gd name="connsiteX0" fmla="*/ 0 w 672576"/>
                <a:gd name="connsiteY0" fmla="*/ 396644 h 396644"/>
                <a:gd name="connsiteX1" fmla="*/ 45343 w 672576"/>
                <a:gd name="connsiteY1" fmla="*/ 260618 h 396644"/>
                <a:gd name="connsiteX2" fmla="*/ 105799 w 672576"/>
                <a:gd name="connsiteY2" fmla="*/ 200162 h 396644"/>
                <a:gd name="connsiteX3" fmla="*/ 415637 w 672576"/>
                <a:gd name="connsiteY3" fmla="*/ 26350 h 396644"/>
                <a:gd name="connsiteX4" fmla="*/ 672576 w 672576"/>
                <a:gd name="connsiteY4" fmla="*/ 3679 h 3966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576" h="396644">
                  <a:moveTo>
                    <a:pt x="0" y="396644"/>
                  </a:moveTo>
                  <a:cubicBezTo>
                    <a:pt x="13855" y="345004"/>
                    <a:pt x="27710" y="293365"/>
                    <a:pt x="45343" y="260618"/>
                  </a:cubicBezTo>
                  <a:cubicBezTo>
                    <a:pt x="62976" y="227871"/>
                    <a:pt x="44083" y="239207"/>
                    <a:pt x="105799" y="200162"/>
                  </a:cubicBezTo>
                  <a:cubicBezTo>
                    <a:pt x="167515" y="161117"/>
                    <a:pt x="321174" y="59097"/>
                    <a:pt x="415637" y="26350"/>
                  </a:cubicBezTo>
                  <a:cubicBezTo>
                    <a:pt x="510100" y="-6397"/>
                    <a:pt x="591338" y="-1359"/>
                    <a:pt x="672576" y="3679"/>
                  </a:cubicBezTo>
                </a:path>
              </a:pathLst>
            </a:custGeom>
            <a:noFill/>
            <a:ln w="22225" cap="flat" cmpd="sng" algn="ctr">
              <a:solidFill>
                <a:schemeClr val="accent6"/>
              </a:solidFill>
              <a:prstDash val="solid"/>
              <a:round/>
              <a:headEnd type="none" w="med" len="med"/>
              <a:tailEnd type="none" w="med" len="med"/>
            </a:ln>
            <a:effectLst/>
          </p:spPr>
          <p:txBody>
            <a:bodyPr/>
            <a:lstStyle/>
            <a:p>
              <a:pPr>
                <a:defRPr/>
              </a:pPr>
              <a:endParaRPr lang="en-US">
                <a:cs typeface="Arial" charset="0"/>
              </a:endParaRPr>
            </a:p>
          </p:txBody>
        </p:sp>
        <p:cxnSp>
          <p:nvCxnSpPr>
            <p:cNvPr id="10" name="Straight Connector 9">
              <a:extLst>
                <a:ext uri="{FF2B5EF4-FFF2-40B4-BE49-F238E27FC236}">
                  <a16:creationId xmlns:a16="http://schemas.microsoft.com/office/drawing/2014/main" id="{4488D71F-09DA-31BF-E7F7-E98046C8F390}"/>
                </a:ext>
              </a:extLst>
            </p:cNvPr>
            <p:cNvCxnSpPr/>
            <p:nvPr/>
          </p:nvCxnSpPr>
          <p:spPr bwMode="auto">
            <a:xfrm flipV="1">
              <a:off x="3782786" y="2187623"/>
              <a:ext cx="2541814" cy="28066"/>
            </a:xfrm>
            <a:prstGeom prst="line">
              <a:avLst/>
            </a:prstGeom>
            <a:solidFill>
              <a:schemeClr val="accent1"/>
            </a:solidFill>
            <a:ln w="22225" cap="flat" cmpd="sng" algn="ctr">
              <a:gradFill>
                <a:gsLst>
                  <a:gs pos="0">
                    <a:srgbClr val="C00000"/>
                  </a:gs>
                  <a:gs pos="43000">
                    <a:srgbClr val="FFB7B7"/>
                  </a:gs>
                  <a:gs pos="19000">
                    <a:srgbClr val="FF0000"/>
                  </a:gs>
                  <a:gs pos="100000">
                    <a:schemeClr val="bg1"/>
                  </a:gs>
                </a:gsLst>
                <a:lin ang="5400000" scaled="0"/>
              </a:gradFill>
              <a:prstDash val="dash"/>
              <a:round/>
              <a:headEnd type="none" w="med" len="med"/>
              <a:tailEnd type="none" w="med" len="med"/>
            </a:ln>
            <a:effectLst/>
          </p:spPr>
        </p:cxnSp>
        <p:cxnSp>
          <p:nvCxnSpPr>
            <p:cNvPr id="11" name="Straight Connector 10">
              <a:extLst>
                <a:ext uri="{FF2B5EF4-FFF2-40B4-BE49-F238E27FC236}">
                  <a16:creationId xmlns:a16="http://schemas.microsoft.com/office/drawing/2014/main" id="{9B0125B3-5312-727B-43F2-53B664C3811D}"/>
                </a:ext>
              </a:extLst>
            </p:cNvPr>
            <p:cNvCxnSpPr>
              <a:stCxn id="9" idx="0"/>
              <a:endCxn id="8" idx="4"/>
            </p:cNvCxnSpPr>
            <p:nvPr/>
          </p:nvCxnSpPr>
          <p:spPr bwMode="auto">
            <a:xfrm flipH="1" flipV="1">
              <a:off x="5591294" y="1622375"/>
              <a:ext cx="7653" cy="115748"/>
            </a:xfrm>
            <a:prstGeom prst="line">
              <a:avLst/>
            </a:prstGeom>
            <a:solidFill>
              <a:schemeClr val="accent1"/>
            </a:solidFill>
            <a:ln w="22225" cap="flat" cmpd="sng" algn="ctr">
              <a:solidFill>
                <a:schemeClr val="accent6"/>
              </a:solidFill>
              <a:prstDash val="solid"/>
              <a:round/>
              <a:headEnd type="none" w="med" len="med"/>
              <a:tailEnd type="none" w="med" len="med"/>
            </a:ln>
            <a:effectLst/>
          </p:spPr>
        </p:cxnSp>
        <p:cxnSp>
          <p:nvCxnSpPr>
            <p:cNvPr id="12" name="Straight Connector 11">
              <a:extLst>
                <a:ext uri="{FF2B5EF4-FFF2-40B4-BE49-F238E27FC236}">
                  <a16:creationId xmlns:a16="http://schemas.microsoft.com/office/drawing/2014/main" id="{584BF2E6-83EF-0BEA-285B-F978AA9A3D0B}"/>
                </a:ext>
              </a:extLst>
            </p:cNvPr>
            <p:cNvCxnSpPr/>
            <p:nvPr/>
          </p:nvCxnSpPr>
          <p:spPr bwMode="auto">
            <a:xfrm flipH="1" flipV="1">
              <a:off x="4678169" y="1934543"/>
              <a:ext cx="0" cy="131531"/>
            </a:xfrm>
            <a:prstGeom prst="line">
              <a:avLst/>
            </a:prstGeom>
            <a:solidFill>
              <a:schemeClr val="accent1"/>
            </a:solidFill>
            <a:ln w="22225" cap="flat" cmpd="sng" algn="ctr">
              <a:solidFill>
                <a:schemeClr val="accent6"/>
              </a:solidFill>
              <a:prstDash val="solid"/>
              <a:round/>
              <a:headEnd type="none" w="med" len="med"/>
              <a:tailEnd type="none" w="med" len="med"/>
            </a:ln>
            <a:effectLst/>
          </p:spPr>
        </p:cxnSp>
        <p:cxnSp>
          <p:nvCxnSpPr>
            <p:cNvPr id="13" name="Straight Connector 12">
              <a:extLst>
                <a:ext uri="{FF2B5EF4-FFF2-40B4-BE49-F238E27FC236}">
                  <a16:creationId xmlns:a16="http://schemas.microsoft.com/office/drawing/2014/main" id="{64BD2DB3-09A3-4BFB-EFF3-26BBD5039DE3}"/>
                </a:ext>
              </a:extLst>
            </p:cNvPr>
            <p:cNvCxnSpPr/>
            <p:nvPr/>
          </p:nvCxnSpPr>
          <p:spPr bwMode="auto">
            <a:xfrm flipV="1">
              <a:off x="3757394" y="2211636"/>
              <a:ext cx="10203" cy="198174"/>
            </a:xfrm>
            <a:prstGeom prst="line">
              <a:avLst/>
            </a:prstGeom>
            <a:solidFill>
              <a:schemeClr val="accent1"/>
            </a:solidFill>
            <a:ln w="22225" cap="flat" cmpd="sng" algn="ctr">
              <a:solidFill>
                <a:schemeClr val="accent6"/>
              </a:solidFill>
              <a:prstDash val="solid"/>
              <a:round/>
              <a:headEnd type="none" w="med" len="med"/>
              <a:tailEnd type="none" w="med" len="med"/>
            </a:ln>
            <a:effectLst/>
          </p:spPr>
        </p:cxnSp>
        <p:sp>
          <p:nvSpPr>
            <p:cNvPr id="47122" name="TextBox 33">
              <a:extLst>
                <a:ext uri="{FF2B5EF4-FFF2-40B4-BE49-F238E27FC236}">
                  <a16:creationId xmlns:a16="http://schemas.microsoft.com/office/drawing/2014/main" id="{B498AF7A-675E-11C7-2631-BE9CA5C8FD6E}"/>
                </a:ext>
              </a:extLst>
            </p:cNvPr>
            <p:cNvSpPr txBox="1">
              <a:spLocks noChangeArrowheads="1"/>
            </p:cNvSpPr>
            <p:nvPr/>
          </p:nvSpPr>
          <p:spPr bwMode="auto">
            <a:xfrm>
              <a:off x="4903788" y="1944688"/>
              <a:ext cx="737119" cy="646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dirty="0"/>
                <a:t>X</a:t>
              </a:r>
            </a:p>
          </p:txBody>
        </p:sp>
        <p:cxnSp>
          <p:nvCxnSpPr>
            <p:cNvPr id="47123" name="Straight Connector 35">
              <a:extLst>
                <a:ext uri="{FF2B5EF4-FFF2-40B4-BE49-F238E27FC236}">
                  <a16:creationId xmlns:a16="http://schemas.microsoft.com/office/drawing/2014/main" id="{02C35562-67BF-ED19-BCCC-C351E6D9A469}"/>
                </a:ext>
              </a:extLst>
            </p:cNvPr>
            <p:cNvCxnSpPr>
              <a:cxnSpLocks noChangeShapeType="1"/>
            </p:cNvCxnSpPr>
            <p:nvPr/>
          </p:nvCxnSpPr>
          <p:spPr bwMode="auto">
            <a:xfrm>
              <a:off x="2362200" y="1371600"/>
              <a:ext cx="0" cy="152400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124" name="Straight Connector 36">
              <a:extLst>
                <a:ext uri="{FF2B5EF4-FFF2-40B4-BE49-F238E27FC236}">
                  <a16:creationId xmlns:a16="http://schemas.microsoft.com/office/drawing/2014/main" id="{25757CCA-B798-707B-0BBA-8E79AF86998A}"/>
                </a:ext>
              </a:extLst>
            </p:cNvPr>
            <p:cNvCxnSpPr>
              <a:cxnSpLocks noChangeShapeType="1"/>
            </p:cNvCxnSpPr>
            <p:nvPr/>
          </p:nvCxnSpPr>
          <p:spPr bwMode="auto">
            <a:xfrm flipH="1">
              <a:off x="2362200" y="2892425"/>
              <a:ext cx="4267200"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pic>
        <p:nvPicPr>
          <p:cNvPr id="47111" name="Picture 1">
            <a:extLst>
              <a:ext uri="{FF2B5EF4-FFF2-40B4-BE49-F238E27FC236}">
                <a16:creationId xmlns:a16="http://schemas.microsoft.com/office/drawing/2014/main" id="{93BBF289-6E38-CFB3-CEFB-EFDF11A97B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77363" y="228600"/>
            <a:ext cx="1603375"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2" name="Picture 2">
            <a:extLst>
              <a:ext uri="{FF2B5EF4-FFF2-40B4-BE49-F238E27FC236}">
                <a16:creationId xmlns:a16="http://schemas.microsoft.com/office/drawing/2014/main" id="{B6B511DB-0569-E57A-70B4-C0543BEE6A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43663" y="228600"/>
            <a:ext cx="2244725"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3" name="Arrow: Right 3">
            <a:extLst>
              <a:ext uri="{FF2B5EF4-FFF2-40B4-BE49-F238E27FC236}">
                <a16:creationId xmlns:a16="http://schemas.microsoft.com/office/drawing/2014/main" id="{7E6E58CB-6ACD-36BF-8A2D-6234DDE13B74}"/>
              </a:ext>
            </a:extLst>
          </p:cNvPr>
          <p:cNvSpPr>
            <a:spLocks noChangeArrowheads="1"/>
          </p:cNvSpPr>
          <p:nvPr/>
        </p:nvSpPr>
        <p:spPr bwMode="auto">
          <a:xfrm>
            <a:off x="7262813" y="700088"/>
            <a:ext cx="2079625" cy="104775"/>
          </a:xfrm>
          <a:prstGeom prst="rightArrow">
            <a:avLst>
              <a:gd name="adj1" fmla="val 50000"/>
              <a:gd name="adj2" fmla="val 49989"/>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B0542A59-752B-833A-9A25-82EC97556FA0}"/>
              </a:ext>
            </a:extLst>
          </p:cNvPr>
          <p:cNvSpPr>
            <a:spLocks noGrp="1" noChangeArrowheads="1"/>
          </p:cNvSpPr>
          <p:nvPr>
            <p:ph type="title"/>
          </p:nvPr>
        </p:nvSpPr>
        <p:spPr/>
        <p:txBody>
          <a:bodyPr/>
          <a:lstStyle/>
          <a:p>
            <a:r>
              <a:rPr lang="en-US" altLang="en-US" sz="2400"/>
              <a:t>Central Engineering vs Manufacturing Assignments</a:t>
            </a:r>
          </a:p>
        </p:txBody>
      </p:sp>
      <p:sp>
        <p:nvSpPr>
          <p:cNvPr id="46083" name="Slide Number Placeholder 3">
            <a:extLst>
              <a:ext uri="{FF2B5EF4-FFF2-40B4-BE49-F238E27FC236}">
                <a16:creationId xmlns:a16="http://schemas.microsoft.com/office/drawing/2014/main" id="{111F2850-DC90-132B-4204-AC77A8C30149}"/>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A5C64FE-920E-4162-96D3-E3933044F9E0}" type="slidenum">
              <a:rPr lang="en-US" altLang="en-US" sz="1400" smtClean="0"/>
              <a:pPr>
                <a:spcBef>
                  <a:spcPct val="0"/>
                </a:spcBef>
                <a:buFontTx/>
                <a:buNone/>
              </a:pPr>
              <a:t>12</a:t>
            </a:fld>
            <a:endParaRPr lang="en-US" altLang="en-US" sz="1400"/>
          </a:p>
        </p:txBody>
      </p:sp>
      <p:sp>
        <p:nvSpPr>
          <p:cNvPr id="2" name="TextBox 1">
            <a:extLst>
              <a:ext uri="{FF2B5EF4-FFF2-40B4-BE49-F238E27FC236}">
                <a16:creationId xmlns:a16="http://schemas.microsoft.com/office/drawing/2014/main" id="{6F5BAA42-6974-6F6A-353E-579147EDDA69}"/>
              </a:ext>
            </a:extLst>
          </p:cNvPr>
          <p:cNvSpPr txBox="1"/>
          <p:nvPr/>
        </p:nvSpPr>
        <p:spPr>
          <a:xfrm>
            <a:off x="762000" y="5300663"/>
            <a:ext cx="5595938" cy="1323975"/>
          </a:xfrm>
          <a:prstGeom prst="rect">
            <a:avLst/>
          </a:prstGeom>
          <a:noFill/>
        </p:spPr>
        <p:txBody>
          <a:bodyPr wrap="none">
            <a:spAutoFit/>
          </a:bodyPr>
          <a:lstStyle/>
          <a:p>
            <a:pPr>
              <a:defRPr/>
            </a:pPr>
            <a:r>
              <a:rPr lang="en-US" sz="2000" dirty="0">
                <a:latin typeface="+mj-lt"/>
              </a:rPr>
              <a:t>Consider taking assignments in both</a:t>
            </a:r>
          </a:p>
          <a:p>
            <a:pPr marL="342900" indent="-342900">
              <a:buFont typeface="Arial" panose="020B0604020202020204" pitchFamily="34" charset="0"/>
              <a:buChar char="•"/>
              <a:defRPr/>
            </a:pPr>
            <a:r>
              <a:rPr lang="en-US" sz="2000" dirty="0">
                <a:latin typeface="+mj-lt"/>
              </a:rPr>
              <a:t>Increases understanding of general interest</a:t>
            </a:r>
          </a:p>
          <a:p>
            <a:pPr marL="800100" lvl="1" indent="-342900">
              <a:buFont typeface="Arial" panose="020B0604020202020204" pitchFamily="34" charset="0"/>
              <a:buChar char="•"/>
              <a:defRPr/>
            </a:pPr>
            <a:r>
              <a:rPr lang="en-US" sz="2000" dirty="0">
                <a:latin typeface="+mj-lt"/>
              </a:rPr>
              <a:t>Connecting emerging tech with business</a:t>
            </a:r>
          </a:p>
          <a:p>
            <a:pPr marL="342900" indent="-342900">
              <a:buFont typeface="Arial" panose="020B0604020202020204" pitchFamily="34" charset="0"/>
              <a:buChar char="•"/>
              <a:defRPr/>
            </a:pPr>
            <a:r>
              <a:rPr lang="en-US" sz="2000" dirty="0">
                <a:latin typeface="+mj-lt"/>
              </a:rPr>
              <a:t>Both sides claim you as one of their own</a:t>
            </a:r>
          </a:p>
        </p:txBody>
      </p:sp>
      <p:graphicFrame>
        <p:nvGraphicFramePr>
          <p:cNvPr id="6" name="Table 5">
            <a:extLst>
              <a:ext uri="{FF2B5EF4-FFF2-40B4-BE49-F238E27FC236}">
                <a16:creationId xmlns:a16="http://schemas.microsoft.com/office/drawing/2014/main" id="{04E08CBE-6E8F-1CB6-D4C0-9F019D8951A8}"/>
              </a:ext>
            </a:extLst>
          </p:cNvPr>
          <p:cNvGraphicFramePr>
            <a:graphicFrameLocks noGrp="1"/>
          </p:cNvGraphicFramePr>
          <p:nvPr>
            <p:extLst>
              <p:ext uri="{D42A27DB-BD31-4B8C-83A1-F6EECF244321}">
                <p14:modId xmlns:p14="http://schemas.microsoft.com/office/powerpoint/2010/main" val="2703866939"/>
              </p:ext>
            </p:extLst>
          </p:nvPr>
        </p:nvGraphicFramePr>
        <p:xfrm>
          <a:off x="609600" y="833438"/>
          <a:ext cx="10744200" cy="4381501"/>
        </p:xfrm>
        <a:graphic>
          <a:graphicData uri="http://schemas.openxmlformats.org/drawingml/2006/table">
            <a:tbl>
              <a:tblPr firstRow="1" bandRow="1">
                <a:tableStyleId>{5C22544A-7EE6-4342-B048-85BDC9FD1C3A}</a:tableStyleId>
              </a:tblPr>
              <a:tblGrid>
                <a:gridCol w="5372100">
                  <a:extLst>
                    <a:ext uri="{9D8B030D-6E8A-4147-A177-3AD203B41FA5}">
                      <a16:colId xmlns:a16="http://schemas.microsoft.com/office/drawing/2014/main" val="20000"/>
                    </a:ext>
                  </a:extLst>
                </a:gridCol>
                <a:gridCol w="5372100">
                  <a:extLst>
                    <a:ext uri="{9D8B030D-6E8A-4147-A177-3AD203B41FA5}">
                      <a16:colId xmlns:a16="http://schemas.microsoft.com/office/drawing/2014/main" val="20001"/>
                    </a:ext>
                  </a:extLst>
                </a:gridCol>
              </a:tblGrid>
              <a:tr h="482508">
                <a:tc>
                  <a:txBody>
                    <a:bodyPr/>
                    <a:lstStyle/>
                    <a:p>
                      <a:pPr algn="ctr"/>
                      <a:r>
                        <a:rPr lang="en-US" sz="2000" dirty="0"/>
                        <a:t>Central Engineering (</a:t>
                      </a:r>
                      <a:r>
                        <a:rPr lang="en-US" sz="2000" dirty="0" err="1"/>
                        <a:t>LbIT</a:t>
                      </a:r>
                      <a:r>
                        <a:rPr lang="en-US" sz="2000" dirty="0"/>
                        <a:t>)</a:t>
                      </a:r>
                    </a:p>
                  </a:txBody>
                  <a:tcPr marT="45704" marB="45704"/>
                </a:tc>
                <a:tc>
                  <a:txBody>
                    <a:bodyPr/>
                    <a:lstStyle/>
                    <a:p>
                      <a:pPr algn="ctr"/>
                      <a:r>
                        <a:rPr lang="en-US" sz="2000" dirty="0"/>
                        <a:t>Manufacturing Sites (</a:t>
                      </a:r>
                      <a:r>
                        <a:rPr lang="en-US" sz="2000" dirty="0" err="1"/>
                        <a:t>LBIt</a:t>
                      </a:r>
                      <a:r>
                        <a:rPr lang="en-US" sz="2000" dirty="0"/>
                        <a:t>)</a:t>
                      </a:r>
                    </a:p>
                  </a:txBody>
                  <a:tcPr marT="45704" marB="45704"/>
                </a:tc>
                <a:extLst>
                  <a:ext uri="{0D108BD9-81ED-4DB2-BD59-A6C34878D82A}">
                    <a16:rowId xmlns:a16="http://schemas.microsoft.com/office/drawing/2014/main" val="10000"/>
                  </a:ext>
                </a:extLst>
              </a:tr>
              <a:tr h="396208">
                <a:tc>
                  <a:txBody>
                    <a:bodyPr/>
                    <a:lstStyle/>
                    <a:p>
                      <a:r>
                        <a:rPr lang="en-US" sz="2000" b="1" dirty="0">
                          <a:solidFill>
                            <a:schemeClr val="tx1"/>
                          </a:solidFill>
                        </a:rPr>
                        <a:t>Emerging tech</a:t>
                      </a:r>
                      <a:r>
                        <a:rPr lang="en-US" sz="2000" b="1" baseline="0" dirty="0">
                          <a:solidFill>
                            <a:schemeClr val="tx1"/>
                          </a:solidFill>
                        </a:rPr>
                        <a:t> more visible (T)</a:t>
                      </a:r>
                      <a:endParaRPr lang="en-US" sz="2000" b="1" dirty="0">
                        <a:solidFill>
                          <a:schemeClr val="tx1"/>
                        </a:solidFill>
                      </a:endParaRPr>
                    </a:p>
                  </a:txBody>
                  <a:tcPr marT="45704" marB="45704"/>
                </a:tc>
                <a:tc>
                  <a:txBody>
                    <a:bodyPr/>
                    <a:lstStyle/>
                    <a:p>
                      <a:r>
                        <a:rPr lang="en-US" sz="2000" b="1" dirty="0">
                          <a:solidFill>
                            <a:schemeClr val="tx1"/>
                          </a:solidFill>
                        </a:rPr>
                        <a:t>Business challenges</a:t>
                      </a:r>
                      <a:r>
                        <a:rPr lang="en-US" sz="2000" b="1" baseline="0" dirty="0">
                          <a:solidFill>
                            <a:schemeClr val="tx1"/>
                          </a:solidFill>
                        </a:rPr>
                        <a:t> more visible (B)</a:t>
                      </a:r>
                      <a:endParaRPr lang="en-US" sz="2000" b="1" dirty="0">
                        <a:solidFill>
                          <a:schemeClr val="tx1"/>
                        </a:solidFill>
                      </a:endParaRPr>
                    </a:p>
                  </a:txBody>
                  <a:tcPr marT="45704" marB="45704"/>
                </a:tc>
                <a:extLst>
                  <a:ext uri="{0D108BD9-81ED-4DB2-BD59-A6C34878D82A}">
                    <a16:rowId xmlns:a16="http://schemas.microsoft.com/office/drawing/2014/main" val="10001"/>
                  </a:ext>
                </a:extLst>
              </a:tr>
              <a:tr h="767278">
                <a:tc>
                  <a:txBody>
                    <a:bodyPr/>
                    <a:lstStyle/>
                    <a:p>
                      <a:r>
                        <a:rPr lang="en-US" sz="2000" dirty="0"/>
                        <a:t>More access to tech area </a:t>
                      </a:r>
                      <a:r>
                        <a:rPr lang="en-US" sz="2000" baseline="0" dirty="0"/>
                        <a:t>experts (</a:t>
                      </a:r>
                      <a:r>
                        <a:rPr lang="en-US" sz="2000" baseline="0" dirty="0" err="1"/>
                        <a:t>IbT</a:t>
                      </a:r>
                      <a:r>
                        <a:rPr lang="en-US" sz="2000" baseline="0" dirty="0"/>
                        <a:t>)</a:t>
                      </a:r>
                    </a:p>
                    <a:p>
                      <a:r>
                        <a:rPr lang="en-US" sz="2000" baseline="0" dirty="0"/>
                        <a:t>- Network growth (Tb)</a:t>
                      </a:r>
                      <a:endParaRPr lang="en-US" sz="2000" dirty="0"/>
                    </a:p>
                  </a:txBody>
                  <a:tcPr marT="45704" marB="45704"/>
                </a:tc>
                <a:tc>
                  <a:txBody>
                    <a:bodyPr/>
                    <a:lstStyle/>
                    <a:p>
                      <a:r>
                        <a:rPr lang="en-US" sz="2000" dirty="0"/>
                        <a:t>More access to operations experts (</a:t>
                      </a:r>
                      <a:r>
                        <a:rPr lang="en-US" sz="2000" dirty="0" err="1"/>
                        <a:t>IBt</a:t>
                      </a:r>
                      <a:r>
                        <a:rPr lang="en-US" sz="2000" dirty="0"/>
                        <a:t>)</a:t>
                      </a:r>
                    </a:p>
                    <a:p>
                      <a:r>
                        <a:rPr lang="en-US" sz="2000" dirty="0"/>
                        <a:t>-</a:t>
                      </a:r>
                      <a:r>
                        <a:rPr lang="en-US" sz="2000" baseline="0" dirty="0"/>
                        <a:t> Network Growth (</a:t>
                      </a:r>
                      <a:r>
                        <a:rPr lang="en-US" sz="2000" baseline="0" dirty="0" err="1"/>
                        <a:t>tB</a:t>
                      </a:r>
                      <a:r>
                        <a:rPr lang="en-US" sz="2000" baseline="0" dirty="0"/>
                        <a:t>)</a:t>
                      </a:r>
                      <a:endParaRPr lang="en-US" sz="2000" dirty="0"/>
                    </a:p>
                  </a:txBody>
                  <a:tcPr marT="45704" marB="45704"/>
                </a:tc>
                <a:extLst>
                  <a:ext uri="{0D108BD9-81ED-4DB2-BD59-A6C34878D82A}">
                    <a16:rowId xmlns:a16="http://schemas.microsoft.com/office/drawing/2014/main" val="10002"/>
                  </a:ext>
                </a:extLst>
              </a:tr>
              <a:tr h="433670">
                <a:tc>
                  <a:txBody>
                    <a:bodyPr/>
                    <a:lstStyle/>
                    <a:p>
                      <a:r>
                        <a:rPr lang="en-US" sz="2000" dirty="0"/>
                        <a:t>Selling</a:t>
                      </a:r>
                      <a:r>
                        <a:rPr lang="en-US" sz="2000" baseline="0" dirty="0"/>
                        <a:t> technology (</a:t>
                      </a:r>
                      <a:r>
                        <a:rPr lang="en-US" sz="2000" baseline="0" dirty="0" err="1"/>
                        <a:t>IbT</a:t>
                      </a:r>
                      <a:r>
                        <a:rPr lang="en-US" sz="2000" baseline="0" dirty="0"/>
                        <a:t>)</a:t>
                      </a:r>
                      <a:endParaRPr lang="en-US" sz="2000" dirty="0"/>
                    </a:p>
                  </a:txBody>
                  <a:tcPr marT="45704" marB="45704"/>
                </a:tc>
                <a:tc>
                  <a:txBody>
                    <a:bodyPr/>
                    <a:lstStyle/>
                    <a:p>
                      <a:r>
                        <a:rPr lang="en-US" sz="2000" dirty="0"/>
                        <a:t>Buying technology (</a:t>
                      </a:r>
                      <a:r>
                        <a:rPr lang="en-US" sz="2000" dirty="0" err="1"/>
                        <a:t>IBt</a:t>
                      </a:r>
                      <a:r>
                        <a:rPr lang="en-US" sz="2000" dirty="0"/>
                        <a:t>)</a:t>
                      </a:r>
                    </a:p>
                  </a:txBody>
                  <a:tcPr marT="45704" marB="45704"/>
                </a:tc>
                <a:extLst>
                  <a:ext uri="{0D108BD9-81ED-4DB2-BD59-A6C34878D82A}">
                    <a16:rowId xmlns:a16="http://schemas.microsoft.com/office/drawing/2014/main" val="10003"/>
                  </a:ext>
                </a:extLst>
              </a:tr>
              <a:tr h="433670">
                <a:tc>
                  <a:txBody>
                    <a:bodyPr/>
                    <a:lstStyle/>
                    <a:p>
                      <a:r>
                        <a:rPr lang="en-US" sz="2000" dirty="0"/>
                        <a:t>More</a:t>
                      </a:r>
                      <a:r>
                        <a:rPr lang="en-US" sz="2000" baseline="0" dirty="0"/>
                        <a:t> Business Travel (</a:t>
                      </a:r>
                      <a:r>
                        <a:rPr lang="en-US" sz="2000" baseline="0" dirty="0" err="1"/>
                        <a:t>LTbI,life</a:t>
                      </a:r>
                      <a:r>
                        <a:rPr lang="en-US" sz="2000" baseline="0" dirty="0"/>
                        <a:t> balance)</a:t>
                      </a:r>
                      <a:endParaRPr lang="en-US" sz="2000" dirty="0"/>
                    </a:p>
                  </a:txBody>
                  <a:tcPr marT="45704" marB="45704"/>
                </a:tc>
                <a:tc>
                  <a:txBody>
                    <a:bodyPr/>
                    <a:lstStyle/>
                    <a:p>
                      <a:r>
                        <a:rPr lang="en-US" sz="2000" dirty="0"/>
                        <a:t>Less Business Travel (</a:t>
                      </a:r>
                      <a:r>
                        <a:rPr lang="en-US" sz="2000" dirty="0" err="1"/>
                        <a:t>LtBI,life</a:t>
                      </a:r>
                      <a:r>
                        <a:rPr lang="en-US" sz="2000" dirty="0"/>
                        <a:t> balance)</a:t>
                      </a:r>
                    </a:p>
                  </a:txBody>
                  <a:tcPr marT="45704" marB="45704"/>
                </a:tc>
                <a:extLst>
                  <a:ext uri="{0D108BD9-81ED-4DB2-BD59-A6C34878D82A}">
                    <a16:rowId xmlns:a16="http://schemas.microsoft.com/office/drawing/2014/main" val="10004"/>
                  </a:ext>
                </a:extLst>
              </a:tr>
              <a:tr h="143449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b="1" dirty="0"/>
                        <a:t>Mid level tech expert has</a:t>
                      </a:r>
                      <a:r>
                        <a:rPr lang="en-US" sz="2000" b="1" baseline="0" dirty="0"/>
                        <a:t> regional/global line of sight </a:t>
                      </a:r>
                    </a:p>
                    <a:p>
                      <a:pPr marL="285750" marR="0" lvl="0" indent="-285750" algn="l" defTabSz="457200" rtl="0" eaLnBrk="1" fontAlgn="auto" latinLnBrk="0" hangingPunct="1">
                        <a:lnSpc>
                          <a:spcPct val="100000"/>
                        </a:lnSpc>
                        <a:spcBef>
                          <a:spcPts val="0"/>
                        </a:spcBef>
                        <a:spcAft>
                          <a:spcPts val="0"/>
                        </a:spcAft>
                        <a:buClrTx/>
                        <a:buSzTx/>
                        <a:buFontTx/>
                        <a:buChar char="-"/>
                        <a:tabLst/>
                        <a:defRPr/>
                      </a:pPr>
                      <a:r>
                        <a:rPr lang="en-US" sz="2000" b="0" baseline="0" dirty="0"/>
                        <a:t>can leverage knowledge across multiple site earlier in career (L)</a:t>
                      </a:r>
                      <a:endParaRPr lang="en-US" sz="2000" b="0" dirty="0"/>
                    </a:p>
                  </a:txBody>
                  <a:tcPr marT="45704" marB="45704"/>
                </a:tc>
                <a:tc>
                  <a:txBody>
                    <a:bodyPr/>
                    <a:lstStyle/>
                    <a:p>
                      <a:r>
                        <a:rPr lang="en-US" sz="2000" b="1" dirty="0"/>
                        <a:t>Mid level tech expert can be big fish in small pond in focused areas</a:t>
                      </a:r>
                    </a:p>
                    <a:p>
                      <a:r>
                        <a:rPr lang="en-US" sz="2000" b="0" baseline="0" dirty="0"/>
                        <a:t>- can/must</a:t>
                      </a:r>
                      <a:r>
                        <a:rPr lang="en-US" sz="2000" b="0" dirty="0"/>
                        <a:t> lead local  site</a:t>
                      </a:r>
                      <a:r>
                        <a:rPr lang="en-US" sz="2000" b="0" baseline="0" dirty="0"/>
                        <a:t> initiatives </a:t>
                      </a:r>
                      <a:r>
                        <a:rPr lang="en-US" sz="2000" b="0" dirty="0"/>
                        <a:t>earlier in career</a:t>
                      </a:r>
                      <a:r>
                        <a:rPr lang="en-US" sz="2000" b="0" baseline="0" dirty="0"/>
                        <a:t> (L)</a:t>
                      </a:r>
                      <a:endParaRPr lang="en-US" sz="2000" b="0" dirty="0"/>
                    </a:p>
                  </a:txBody>
                  <a:tcPr marT="45704" marB="45704"/>
                </a:tc>
                <a:extLst>
                  <a:ext uri="{0D108BD9-81ED-4DB2-BD59-A6C34878D82A}">
                    <a16:rowId xmlns:a16="http://schemas.microsoft.com/office/drawing/2014/main" val="10005"/>
                  </a:ext>
                </a:extLst>
              </a:tr>
              <a:tr h="433670">
                <a:tc>
                  <a:txBody>
                    <a:bodyPr/>
                    <a:lstStyle/>
                    <a:p>
                      <a:endParaRPr lang="en-US" sz="2000" dirty="0"/>
                    </a:p>
                  </a:txBody>
                  <a:tcPr marT="45704" marB="45704"/>
                </a:tc>
                <a:tc>
                  <a:txBody>
                    <a:bodyPr/>
                    <a:lstStyle/>
                    <a:p>
                      <a:r>
                        <a:rPr lang="en-US" sz="2000" dirty="0"/>
                        <a:t>More</a:t>
                      </a:r>
                      <a:r>
                        <a:rPr lang="en-US" sz="2000" baseline="0" dirty="0"/>
                        <a:t> access to the “car” (IT)</a:t>
                      </a:r>
                      <a:endParaRPr lang="en-US" sz="2000" dirty="0"/>
                    </a:p>
                  </a:txBody>
                  <a:tcPr marT="45704" marB="45704"/>
                </a:tc>
                <a:extLst>
                  <a:ext uri="{0D108BD9-81ED-4DB2-BD59-A6C34878D82A}">
                    <a16:rowId xmlns:a16="http://schemas.microsoft.com/office/drawing/2014/main" val="10006"/>
                  </a:ext>
                </a:extLst>
              </a:tr>
            </a:tbl>
          </a:graphicData>
        </a:graphic>
      </p:graphicFrame>
      <p:sp>
        <p:nvSpPr>
          <p:cNvPr id="3" name="TextBox 2">
            <a:extLst>
              <a:ext uri="{FF2B5EF4-FFF2-40B4-BE49-F238E27FC236}">
                <a16:creationId xmlns:a16="http://schemas.microsoft.com/office/drawing/2014/main" id="{070BA501-41D9-B39A-3154-E56A99F76AD7}"/>
              </a:ext>
            </a:extLst>
          </p:cNvPr>
          <p:cNvSpPr txBox="1"/>
          <p:nvPr/>
        </p:nvSpPr>
        <p:spPr>
          <a:xfrm>
            <a:off x="7918450" y="5226050"/>
            <a:ext cx="3954463" cy="1630363"/>
          </a:xfrm>
          <a:prstGeom prst="rect">
            <a:avLst/>
          </a:prstGeom>
          <a:noFill/>
        </p:spPr>
        <p:txBody>
          <a:bodyPr>
            <a:spAutoFit/>
          </a:bodyPr>
          <a:lstStyle/>
          <a:p>
            <a:pPr>
              <a:defRPr/>
            </a:pPr>
            <a:r>
              <a:rPr lang="en-US" sz="2000" dirty="0">
                <a:latin typeface="+mj-lt"/>
              </a:rPr>
              <a:t>Development Dimensions</a:t>
            </a:r>
          </a:p>
          <a:p>
            <a:pPr lvl="1">
              <a:defRPr/>
            </a:pPr>
            <a:r>
              <a:rPr lang="en-US" sz="2000" dirty="0">
                <a:latin typeface="+mj-lt"/>
              </a:rPr>
              <a:t>L =Leadership</a:t>
            </a:r>
          </a:p>
          <a:p>
            <a:pPr lvl="1">
              <a:defRPr/>
            </a:pPr>
            <a:r>
              <a:rPr lang="en-US" sz="2000" dirty="0">
                <a:latin typeface="+mj-lt"/>
              </a:rPr>
              <a:t>B =Business</a:t>
            </a:r>
          </a:p>
          <a:p>
            <a:pPr lvl="1">
              <a:defRPr/>
            </a:pPr>
            <a:r>
              <a:rPr lang="en-US" sz="2000" dirty="0">
                <a:latin typeface="+mj-lt"/>
              </a:rPr>
              <a:t>I  =Interpersonal</a:t>
            </a:r>
          </a:p>
          <a:p>
            <a:pPr lvl="1">
              <a:defRPr/>
            </a:pPr>
            <a:r>
              <a:rPr lang="en-US" sz="2000" dirty="0">
                <a:latin typeface="+mj-lt"/>
              </a:rPr>
              <a:t>T =Technical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6B14788-3FAE-61C8-6A74-B6B8C0EF0FFE}"/>
              </a:ext>
            </a:extLst>
          </p:cNvPr>
          <p:cNvSpPr>
            <a:spLocks noGrp="1"/>
          </p:cNvSpPr>
          <p:nvPr>
            <p:ph type="title"/>
          </p:nvPr>
        </p:nvSpPr>
        <p:spPr>
          <a:xfrm>
            <a:off x="963613" y="4406900"/>
            <a:ext cx="10363200" cy="1362075"/>
          </a:xfrm>
        </p:spPr>
        <p:txBody>
          <a:bodyPr/>
          <a:lstStyle/>
          <a:p>
            <a:pPr>
              <a:defRPr/>
            </a:pPr>
            <a:r>
              <a:rPr lang="en-US" altLang="en-US" dirty="0"/>
              <a:t>Setting and Accomplishing Development Goals</a:t>
            </a:r>
            <a:br>
              <a:rPr lang="en-US" altLang="en-US" dirty="0"/>
            </a:br>
            <a:endParaRPr lang="en-US" dirty="0"/>
          </a:p>
        </p:txBody>
      </p:sp>
      <p:sp>
        <p:nvSpPr>
          <p:cNvPr id="48131" name="Text Placeholder 5">
            <a:extLst>
              <a:ext uri="{FF2B5EF4-FFF2-40B4-BE49-F238E27FC236}">
                <a16:creationId xmlns:a16="http://schemas.microsoft.com/office/drawing/2014/main" id="{C7C510BB-8D9F-1C18-6815-FE289AECBCA1}"/>
              </a:ext>
            </a:extLst>
          </p:cNvPr>
          <p:cNvSpPr>
            <a:spLocks noGrp="1" noChangeArrowheads="1"/>
          </p:cNvSpPr>
          <p:nvPr>
            <p:ph type="body" idx="1"/>
          </p:nvPr>
        </p:nvSpPr>
        <p:spPr>
          <a:xfrm>
            <a:off x="963613" y="2906713"/>
            <a:ext cx="10363200" cy="1500187"/>
          </a:xfrm>
        </p:spPr>
        <p:txBody>
          <a:bodyPr/>
          <a:lstStyle/>
          <a:p>
            <a:endParaRPr lang="en-US" altLang="en-US"/>
          </a:p>
        </p:txBody>
      </p:sp>
      <p:sp>
        <p:nvSpPr>
          <p:cNvPr id="48132" name="Slide Number Placeholder 3">
            <a:extLst>
              <a:ext uri="{FF2B5EF4-FFF2-40B4-BE49-F238E27FC236}">
                <a16:creationId xmlns:a16="http://schemas.microsoft.com/office/drawing/2014/main" id="{B00C7C1C-3EE6-CC55-7366-254E1DACC6B5}"/>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F7BB6641-72A7-40C1-AEB1-A82B06D55896}" type="slidenum">
              <a:rPr lang="en-US" altLang="en-US" sz="1400" smtClean="0"/>
              <a:pPr>
                <a:spcBef>
                  <a:spcPct val="0"/>
                </a:spcBef>
                <a:buFontTx/>
                <a:buNone/>
              </a:pPr>
              <a:t>13</a:t>
            </a:fld>
            <a:endParaRPr lang="en-US" altLang="en-US" sz="1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4">
            <a:extLst>
              <a:ext uri="{FF2B5EF4-FFF2-40B4-BE49-F238E27FC236}">
                <a16:creationId xmlns:a16="http://schemas.microsoft.com/office/drawing/2014/main" id="{83BBCCBD-7CD0-AAE3-4A3E-64E0188D7D98}"/>
              </a:ext>
            </a:extLst>
          </p:cNvPr>
          <p:cNvSpPr>
            <a:spLocks noGrp="1" noChangeArrowheads="1"/>
          </p:cNvSpPr>
          <p:nvPr>
            <p:ph type="title"/>
          </p:nvPr>
        </p:nvSpPr>
        <p:spPr>
          <a:xfrm>
            <a:off x="1371600" y="19050"/>
            <a:ext cx="11684000" cy="681038"/>
          </a:xfrm>
        </p:spPr>
        <p:txBody>
          <a:bodyPr/>
          <a:lstStyle/>
          <a:p>
            <a:r>
              <a:rPr lang="en-US" altLang="en-US"/>
              <a:t>Dimensions Of Development and Mentoring Focus</a:t>
            </a:r>
          </a:p>
        </p:txBody>
      </p:sp>
      <p:sp>
        <p:nvSpPr>
          <p:cNvPr id="49155" name="Content Placeholder 5">
            <a:extLst>
              <a:ext uri="{FF2B5EF4-FFF2-40B4-BE49-F238E27FC236}">
                <a16:creationId xmlns:a16="http://schemas.microsoft.com/office/drawing/2014/main" id="{F7BB4D7E-C376-BE13-23EE-35FAFC9821AC}"/>
              </a:ext>
            </a:extLst>
          </p:cNvPr>
          <p:cNvSpPr>
            <a:spLocks noGrp="1" noChangeArrowheads="1"/>
          </p:cNvSpPr>
          <p:nvPr>
            <p:ph idx="1"/>
          </p:nvPr>
        </p:nvSpPr>
        <p:spPr>
          <a:xfrm>
            <a:off x="203200" y="800100"/>
            <a:ext cx="11379200" cy="5257800"/>
          </a:xfrm>
        </p:spPr>
        <p:txBody>
          <a:bodyPr/>
          <a:lstStyle/>
          <a:p>
            <a:r>
              <a:rPr lang="en-US" altLang="en-US" sz="2400" b="1">
                <a:solidFill>
                  <a:srgbClr val="FF0000"/>
                </a:solidFill>
              </a:rPr>
              <a:t>L</a:t>
            </a:r>
            <a:r>
              <a:rPr lang="en-US" altLang="en-US" sz="2400" b="1"/>
              <a:t>eadership</a:t>
            </a:r>
          </a:p>
          <a:p>
            <a:pPr lvl="1"/>
            <a:r>
              <a:rPr lang="en-US" altLang="en-US" sz="1800"/>
              <a:t>Commitment to Excellence</a:t>
            </a:r>
          </a:p>
          <a:p>
            <a:pPr lvl="1"/>
            <a:r>
              <a:rPr lang="en-US" altLang="en-US" sz="1800"/>
              <a:t>Owning your work</a:t>
            </a:r>
            <a:endParaRPr lang="en-US" altLang="en-US" sz="2400"/>
          </a:p>
          <a:p>
            <a:r>
              <a:rPr lang="en-US" altLang="en-US" sz="2400" b="1">
                <a:solidFill>
                  <a:srgbClr val="FF0000"/>
                </a:solidFill>
              </a:rPr>
              <a:t>B</a:t>
            </a:r>
            <a:r>
              <a:rPr lang="en-US" altLang="en-US" sz="2400" b="1"/>
              <a:t>usiness</a:t>
            </a:r>
          </a:p>
          <a:p>
            <a:pPr lvl="1"/>
            <a:r>
              <a:rPr lang="en-US" altLang="en-US" sz="1800"/>
              <a:t>How to get work done</a:t>
            </a:r>
          </a:p>
          <a:p>
            <a:pPr lvl="1"/>
            <a:r>
              <a:rPr lang="en-US" altLang="en-US" sz="1800"/>
              <a:t>Stewardship / Systems</a:t>
            </a:r>
          </a:p>
          <a:p>
            <a:pPr lvl="1"/>
            <a:r>
              <a:rPr lang="en-US" altLang="en-US" sz="1800"/>
              <a:t>Industry and Company Standards</a:t>
            </a:r>
          </a:p>
          <a:p>
            <a:pPr lvl="1"/>
            <a:r>
              <a:rPr lang="en-US" altLang="en-US" sz="1800"/>
              <a:t>Big Picture Understanding</a:t>
            </a:r>
          </a:p>
          <a:p>
            <a:r>
              <a:rPr lang="en-US" altLang="en-US" sz="2400" b="1">
                <a:solidFill>
                  <a:srgbClr val="FF0000"/>
                </a:solidFill>
              </a:rPr>
              <a:t>I</a:t>
            </a:r>
            <a:r>
              <a:rPr lang="en-US" altLang="en-US" sz="2400" b="1"/>
              <a:t>nterpersonal</a:t>
            </a:r>
          </a:p>
          <a:p>
            <a:pPr lvl="1"/>
            <a:r>
              <a:rPr lang="en-US" altLang="en-US" sz="1800"/>
              <a:t>Working in Teams</a:t>
            </a:r>
          </a:p>
          <a:p>
            <a:pPr lvl="1"/>
            <a:r>
              <a:rPr lang="en-US" altLang="en-US" sz="1800"/>
              <a:t>Networking</a:t>
            </a:r>
          </a:p>
          <a:p>
            <a:pPr lvl="1"/>
            <a:r>
              <a:rPr lang="en-US" altLang="en-US" sz="1800"/>
              <a:t>Communicating to Stakeholders</a:t>
            </a:r>
          </a:p>
          <a:p>
            <a:r>
              <a:rPr lang="en-US" altLang="en-US" sz="2400" b="1">
                <a:solidFill>
                  <a:srgbClr val="FF0000"/>
                </a:solidFill>
              </a:rPr>
              <a:t>T</a:t>
            </a:r>
            <a:r>
              <a:rPr lang="en-US" altLang="en-US" sz="2400" b="1"/>
              <a:t>echnical</a:t>
            </a:r>
          </a:p>
          <a:p>
            <a:pPr lvl="1"/>
            <a:r>
              <a:rPr lang="en-US" altLang="en-US" sz="2000"/>
              <a:t>U</a:t>
            </a:r>
            <a:r>
              <a:rPr lang="en-US" altLang="en-US" sz="1800"/>
              <a:t>ndergrad Engineers often focus exclusively on developing this dimension and underestimate the importance of the other three</a:t>
            </a:r>
          </a:p>
          <a:p>
            <a:pPr lvl="1"/>
            <a:r>
              <a:rPr lang="en-US" altLang="en-US" sz="1800"/>
              <a:t>Important, but needs to be balanced with development in other dimensions </a:t>
            </a:r>
          </a:p>
        </p:txBody>
      </p:sp>
      <p:sp>
        <p:nvSpPr>
          <p:cNvPr id="49156" name="Slide Number Placeholder 3">
            <a:extLst>
              <a:ext uri="{FF2B5EF4-FFF2-40B4-BE49-F238E27FC236}">
                <a16:creationId xmlns:a16="http://schemas.microsoft.com/office/drawing/2014/main" id="{622209BC-CAC9-7520-A002-C95060332DBF}"/>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D1859AD8-D83B-4172-AFA9-FE7CB09659BF}" type="slidenum">
              <a:rPr lang="en-US" altLang="en-US" sz="1400" smtClean="0"/>
              <a:pPr>
                <a:spcBef>
                  <a:spcPct val="0"/>
                </a:spcBef>
                <a:buFontTx/>
                <a:buNone/>
              </a:pPr>
              <a:t>14</a:t>
            </a:fld>
            <a:endParaRPr lang="en-US" altLang="en-US" sz="1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07FE26FB-5F41-2C99-0400-60D6FD81BAFE}"/>
              </a:ext>
            </a:extLst>
          </p:cNvPr>
          <p:cNvSpPr>
            <a:spLocks noGrp="1" noChangeArrowheads="1"/>
          </p:cNvSpPr>
          <p:nvPr>
            <p:ph type="title"/>
          </p:nvPr>
        </p:nvSpPr>
        <p:spPr/>
        <p:txBody>
          <a:bodyPr/>
          <a:lstStyle/>
          <a:p>
            <a:r>
              <a:rPr lang="en-US" altLang="en-US"/>
              <a:t>Examples </a:t>
            </a:r>
          </a:p>
        </p:txBody>
      </p:sp>
      <p:sp>
        <p:nvSpPr>
          <p:cNvPr id="50179" name="Content Placeholder 2">
            <a:extLst>
              <a:ext uri="{FF2B5EF4-FFF2-40B4-BE49-F238E27FC236}">
                <a16:creationId xmlns:a16="http://schemas.microsoft.com/office/drawing/2014/main" id="{88430702-B47E-5A13-46DA-1465A9AAF721}"/>
              </a:ext>
            </a:extLst>
          </p:cNvPr>
          <p:cNvSpPr>
            <a:spLocks noGrp="1" noChangeArrowheads="1"/>
          </p:cNvSpPr>
          <p:nvPr>
            <p:ph idx="1"/>
          </p:nvPr>
        </p:nvSpPr>
        <p:spPr>
          <a:xfrm>
            <a:off x="203200" y="800100"/>
            <a:ext cx="11684000" cy="5257800"/>
          </a:xfrm>
        </p:spPr>
        <p:txBody>
          <a:bodyPr/>
          <a:lstStyle/>
          <a:p>
            <a:pPr lvl="1"/>
            <a:r>
              <a:rPr lang="en-US" altLang="en-US" sz="2000"/>
              <a:t>Leadership</a:t>
            </a:r>
          </a:p>
          <a:p>
            <a:pPr lvl="2"/>
            <a:r>
              <a:rPr lang="en-US" altLang="en-US" sz="1600">
                <a:solidFill>
                  <a:srgbClr val="FF0000"/>
                </a:solidFill>
              </a:rPr>
              <a:t>Mentoring/Tutoring</a:t>
            </a:r>
          </a:p>
          <a:p>
            <a:pPr lvl="2"/>
            <a:r>
              <a:rPr lang="en-US" altLang="en-US" sz="1600"/>
              <a:t>Undergrad Research Projects</a:t>
            </a:r>
          </a:p>
          <a:p>
            <a:pPr lvl="2"/>
            <a:r>
              <a:rPr lang="en-US" altLang="en-US" sz="1600"/>
              <a:t>Team lead in Extracurricular</a:t>
            </a:r>
          </a:p>
          <a:p>
            <a:pPr lvl="2"/>
            <a:r>
              <a:rPr lang="en-US" altLang="en-US" sz="1600">
                <a:solidFill>
                  <a:srgbClr val="0070C0"/>
                </a:solidFill>
              </a:rPr>
              <a:t>Volunteer in Outreach, JA(Finance Park, JA-in-a-Day)</a:t>
            </a:r>
          </a:p>
          <a:p>
            <a:pPr lvl="1"/>
            <a:r>
              <a:rPr lang="en-US" altLang="en-US" sz="2000"/>
              <a:t>Business</a:t>
            </a:r>
          </a:p>
          <a:p>
            <a:pPr lvl="2"/>
            <a:r>
              <a:rPr lang="en-US" altLang="en-US" sz="1600"/>
              <a:t>Internships/Co-op</a:t>
            </a:r>
          </a:p>
          <a:p>
            <a:pPr lvl="2"/>
            <a:r>
              <a:rPr lang="en-US" altLang="en-US" sz="1600"/>
              <a:t>Researching Employers</a:t>
            </a:r>
          </a:p>
          <a:p>
            <a:pPr lvl="2"/>
            <a:r>
              <a:rPr lang="en-US" altLang="en-US" sz="1600"/>
              <a:t>Interviewing Workshops</a:t>
            </a:r>
          </a:p>
          <a:p>
            <a:pPr lvl="1"/>
            <a:r>
              <a:rPr lang="en-US" altLang="en-US" sz="2000"/>
              <a:t>Interpersonal</a:t>
            </a:r>
          </a:p>
          <a:p>
            <a:pPr lvl="2"/>
            <a:r>
              <a:rPr lang="en-US" altLang="en-US" sz="1600">
                <a:solidFill>
                  <a:srgbClr val="FF0000"/>
                </a:solidFill>
              </a:rPr>
              <a:t>Mentoring/Tutoring</a:t>
            </a:r>
          </a:p>
          <a:p>
            <a:pPr lvl="2"/>
            <a:r>
              <a:rPr lang="en-US" altLang="en-US" sz="1600"/>
              <a:t>Group Projects</a:t>
            </a:r>
          </a:p>
          <a:p>
            <a:pPr lvl="2"/>
            <a:r>
              <a:rPr lang="en-US" altLang="en-US" sz="1600"/>
              <a:t>Team/Group Extracurricular Activities</a:t>
            </a:r>
          </a:p>
          <a:p>
            <a:pPr lvl="2"/>
            <a:r>
              <a:rPr lang="en-US" altLang="en-US" sz="1600">
                <a:solidFill>
                  <a:srgbClr val="0070C0"/>
                </a:solidFill>
              </a:rPr>
              <a:t>Volunteer in Outreach</a:t>
            </a:r>
          </a:p>
          <a:p>
            <a:pPr lvl="1"/>
            <a:r>
              <a:rPr lang="en-US" altLang="en-US" sz="2000"/>
              <a:t>Technical</a:t>
            </a:r>
          </a:p>
          <a:p>
            <a:pPr lvl="2"/>
            <a:r>
              <a:rPr lang="en-US" altLang="en-US" sz="1600">
                <a:solidFill>
                  <a:srgbClr val="FF0000"/>
                </a:solidFill>
              </a:rPr>
              <a:t>Mentoring/Tutoring</a:t>
            </a:r>
          </a:p>
          <a:p>
            <a:pPr lvl="2"/>
            <a:r>
              <a:rPr lang="en-US" altLang="en-US" sz="1600"/>
              <a:t>Technical Electives</a:t>
            </a:r>
          </a:p>
          <a:p>
            <a:pPr lvl="2"/>
            <a:r>
              <a:rPr lang="en-US" altLang="en-US" sz="1600"/>
              <a:t>Plenty of focus already in the base curriculum</a:t>
            </a:r>
          </a:p>
          <a:p>
            <a:pPr lvl="2"/>
            <a:endParaRPr lang="en-US" altLang="en-US" sz="1600"/>
          </a:p>
          <a:p>
            <a:endParaRPr lang="en-US" altLang="en-US" sz="2400"/>
          </a:p>
        </p:txBody>
      </p:sp>
      <p:sp>
        <p:nvSpPr>
          <p:cNvPr id="50180" name="Slide Number Placeholder 3">
            <a:extLst>
              <a:ext uri="{FF2B5EF4-FFF2-40B4-BE49-F238E27FC236}">
                <a16:creationId xmlns:a16="http://schemas.microsoft.com/office/drawing/2014/main" id="{88DCFCC0-EB75-5F11-14FF-8C124D5EFA5F}"/>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7D7A2058-582F-4325-8DB4-3A4B5D0EDEF1}" type="slidenum">
              <a:rPr lang="en-US" altLang="en-US" sz="1400" smtClean="0"/>
              <a:pPr>
                <a:spcBef>
                  <a:spcPct val="0"/>
                </a:spcBef>
                <a:buFontTx/>
                <a:buNone/>
              </a:pPr>
              <a:t>15</a:t>
            </a:fld>
            <a:endParaRPr lang="en-US" altLang="en-US" sz="1400"/>
          </a:p>
        </p:txBody>
      </p:sp>
      <p:sp>
        <p:nvSpPr>
          <p:cNvPr id="5" name="TextBox 4">
            <a:extLst>
              <a:ext uri="{FF2B5EF4-FFF2-40B4-BE49-F238E27FC236}">
                <a16:creationId xmlns:a16="http://schemas.microsoft.com/office/drawing/2014/main" id="{4300FF7C-406F-F171-62B1-FE3D2314C2B1}"/>
              </a:ext>
            </a:extLst>
          </p:cNvPr>
          <p:cNvSpPr txBox="1"/>
          <p:nvPr/>
        </p:nvSpPr>
        <p:spPr>
          <a:xfrm>
            <a:off x="7239000" y="2133600"/>
            <a:ext cx="4749800" cy="1816100"/>
          </a:xfrm>
          <a:prstGeom prst="rect">
            <a:avLst/>
          </a:prstGeom>
          <a:noFill/>
        </p:spPr>
        <p:txBody>
          <a:bodyPr>
            <a:spAutoFit/>
          </a:bodyPr>
          <a:lstStyle/>
          <a:p>
            <a:pPr>
              <a:defRPr/>
            </a:pPr>
            <a:r>
              <a:rPr lang="en-US" sz="2800" dirty="0">
                <a:latin typeface="+mj-lt"/>
              </a:rPr>
              <a:t>Many activities have potential to develop more than one dimension at the same time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1A674B71-2DBB-BAE8-DF75-BCDA412AE0D0}"/>
              </a:ext>
            </a:extLst>
          </p:cNvPr>
          <p:cNvSpPr>
            <a:spLocks noGrp="1" noChangeArrowheads="1"/>
          </p:cNvSpPr>
          <p:nvPr>
            <p:ph type="title"/>
          </p:nvPr>
        </p:nvSpPr>
        <p:spPr>
          <a:xfrm>
            <a:off x="1646238" y="76200"/>
            <a:ext cx="8763000" cy="681038"/>
          </a:xfrm>
        </p:spPr>
        <p:txBody>
          <a:bodyPr/>
          <a:lstStyle/>
          <a:p>
            <a:r>
              <a:rPr lang="en-US" altLang="en-US"/>
              <a:t>Crafting a Balanced Development Plan</a:t>
            </a:r>
          </a:p>
        </p:txBody>
      </p:sp>
      <p:sp>
        <p:nvSpPr>
          <p:cNvPr id="51203" name="Content Placeholder 2">
            <a:extLst>
              <a:ext uri="{FF2B5EF4-FFF2-40B4-BE49-F238E27FC236}">
                <a16:creationId xmlns:a16="http://schemas.microsoft.com/office/drawing/2014/main" id="{6E985B54-7305-4BF1-DAA1-CFB9AD8375CE}"/>
              </a:ext>
            </a:extLst>
          </p:cNvPr>
          <p:cNvSpPr>
            <a:spLocks noGrp="1" noChangeArrowheads="1"/>
          </p:cNvSpPr>
          <p:nvPr>
            <p:ph idx="1"/>
          </p:nvPr>
        </p:nvSpPr>
        <p:spPr>
          <a:xfrm>
            <a:off x="304800" y="2895600"/>
            <a:ext cx="10744200" cy="3124200"/>
          </a:xfrm>
        </p:spPr>
        <p:txBody>
          <a:bodyPr/>
          <a:lstStyle/>
          <a:p>
            <a:pPr marL="0" indent="0">
              <a:buFontTx/>
              <a:buNone/>
            </a:pPr>
            <a:r>
              <a:rPr lang="en-US" altLang="en-US" sz="2400" b="1"/>
              <a:t>Focus on Quality over Quantity</a:t>
            </a:r>
          </a:p>
          <a:p>
            <a:pPr lvl="1"/>
            <a:r>
              <a:rPr lang="en-US" altLang="en-US" sz="2000"/>
              <a:t>Setting too many goals can often result in none of them getting done well and feeling overwhelmed (3-4 items at most in each area)</a:t>
            </a:r>
          </a:p>
          <a:p>
            <a:pPr marL="0" indent="0">
              <a:buFontTx/>
              <a:buNone/>
            </a:pPr>
            <a:r>
              <a:rPr lang="en-US" altLang="en-US" sz="2400" b="1"/>
              <a:t>Tie each objective to a tangible deliverable that requires the competency</a:t>
            </a:r>
          </a:p>
          <a:p>
            <a:pPr lvl="1"/>
            <a:r>
              <a:rPr lang="en-US" altLang="en-US" sz="2000"/>
              <a:t>Training doesn’t stick or deliver value without practical reinforcement</a:t>
            </a:r>
          </a:p>
          <a:p>
            <a:pPr lvl="1"/>
            <a:r>
              <a:rPr lang="en-US" altLang="en-US" sz="2000"/>
              <a:t>Tie development accomplishments with value delivery in performance discussions</a:t>
            </a:r>
          </a:p>
          <a:p>
            <a:pPr marL="0" indent="0">
              <a:buFontTx/>
              <a:buNone/>
            </a:pPr>
            <a:r>
              <a:rPr lang="en-US" altLang="en-US" sz="2400" b="1"/>
              <a:t>Identify &amp; leverage a mentor strong in the competency</a:t>
            </a:r>
          </a:p>
          <a:p>
            <a:pPr lvl="1"/>
            <a:r>
              <a:rPr lang="en-US" altLang="en-US" sz="2000"/>
              <a:t>You can’t teach yourself if you don’t know what you don’t know</a:t>
            </a:r>
          </a:p>
          <a:p>
            <a:pPr lvl="1"/>
            <a:r>
              <a:rPr lang="en-US" altLang="en-US" sz="2000"/>
              <a:t>Discuss your development plan with your Mentor &amp; Supervisor regularly</a:t>
            </a:r>
          </a:p>
          <a:p>
            <a:pPr marL="0" indent="0">
              <a:buFontTx/>
              <a:buNone/>
            </a:pPr>
            <a:r>
              <a:rPr lang="en-US" altLang="en-US" sz="2400" b="1"/>
              <a:t>Get a Mentor’s input on your plan </a:t>
            </a:r>
            <a:r>
              <a:rPr lang="en-US" altLang="en-US" sz="2400" b="1">
                <a:sym typeface="Wingdings" panose="05000000000000000000" pitchFamily="2" charset="2"/>
              </a:rPr>
              <a:t> Flush out your blind spots!</a:t>
            </a:r>
            <a:endParaRPr lang="en-US" altLang="en-US" sz="2400" b="1"/>
          </a:p>
          <a:p>
            <a:pPr lvl="1"/>
            <a:endParaRPr lang="en-US" altLang="en-US" sz="1800"/>
          </a:p>
        </p:txBody>
      </p:sp>
      <p:sp>
        <p:nvSpPr>
          <p:cNvPr id="51204" name="Slide Number Placeholder 3">
            <a:extLst>
              <a:ext uri="{FF2B5EF4-FFF2-40B4-BE49-F238E27FC236}">
                <a16:creationId xmlns:a16="http://schemas.microsoft.com/office/drawing/2014/main" id="{89A7DA3B-8386-F35A-718E-761422FC1D5E}"/>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E9BFFE8-EE29-4106-88CE-ED1B387196DD}" type="slidenum">
              <a:rPr lang="en-US" altLang="en-US" sz="1400" smtClean="0"/>
              <a:pPr>
                <a:spcBef>
                  <a:spcPct val="0"/>
                </a:spcBef>
                <a:buFontTx/>
                <a:buNone/>
              </a:pPr>
              <a:t>16</a:t>
            </a:fld>
            <a:endParaRPr lang="en-US" altLang="en-US" sz="1400"/>
          </a:p>
        </p:txBody>
      </p:sp>
      <p:sp>
        <p:nvSpPr>
          <p:cNvPr id="5" name="Content Placeholder 2">
            <a:extLst>
              <a:ext uri="{FF2B5EF4-FFF2-40B4-BE49-F238E27FC236}">
                <a16:creationId xmlns:a16="http://schemas.microsoft.com/office/drawing/2014/main" id="{17F02BAF-B018-8CC9-FD3E-85CC116A5196}"/>
              </a:ext>
            </a:extLst>
          </p:cNvPr>
          <p:cNvSpPr txBox="1">
            <a:spLocks noChangeArrowheads="1"/>
          </p:cNvSpPr>
          <p:nvPr/>
        </p:nvSpPr>
        <p:spPr bwMode="auto">
          <a:xfrm>
            <a:off x="304800" y="660400"/>
            <a:ext cx="7848600" cy="2138363"/>
          </a:xfrm>
          <a:prstGeom prst="rect">
            <a:avLst/>
          </a:prstGeom>
          <a:noFill/>
          <a:ln>
            <a:noFill/>
          </a:ln>
          <a:effec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0" indent="0">
              <a:buFontTx/>
              <a:buNone/>
              <a:defRPr/>
            </a:pPr>
            <a:r>
              <a:rPr lang="en-US" altLang="en-US" sz="2400" b="1" kern="0" dirty="0"/>
              <a:t>Set at least one objective each planning cycle (~yearly) in each Dimension</a:t>
            </a:r>
          </a:p>
          <a:p>
            <a:pPr marL="914400" lvl="1" indent="-457200">
              <a:buFont typeface="+mj-lt"/>
              <a:buAutoNum type="arabicPeriod"/>
              <a:defRPr/>
            </a:pPr>
            <a:r>
              <a:rPr lang="en-US" altLang="en-US" sz="2000" kern="0" dirty="0"/>
              <a:t>Leadership</a:t>
            </a:r>
          </a:p>
          <a:p>
            <a:pPr marL="914400" lvl="1" indent="-457200">
              <a:buFont typeface="+mj-lt"/>
              <a:buAutoNum type="arabicPeriod"/>
              <a:defRPr/>
            </a:pPr>
            <a:r>
              <a:rPr lang="en-US" altLang="en-US" sz="2000" kern="0" dirty="0"/>
              <a:t>Business</a:t>
            </a:r>
          </a:p>
          <a:p>
            <a:pPr marL="914400" lvl="1" indent="-457200">
              <a:buFont typeface="+mj-lt"/>
              <a:buAutoNum type="arabicPeriod"/>
              <a:defRPr/>
            </a:pPr>
            <a:r>
              <a:rPr lang="en-US" altLang="en-US" sz="2000" kern="0" dirty="0"/>
              <a:t>Interpersonal</a:t>
            </a:r>
          </a:p>
          <a:p>
            <a:pPr marL="914400" lvl="1" indent="-457200">
              <a:buFont typeface="+mj-lt"/>
              <a:buAutoNum type="arabicPeriod"/>
              <a:defRPr/>
            </a:pPr>
            <a:r>
              <a:rPr lang="en-US" altLang="en-US" sz="2000" kern="0" dirty="0"/>
              <a:t>Technical</a:t>
            </a:r>
          </a:p>
          <a:p>
            <a:pPr lvl="1">
              <a:defRPr/>
            </a:pPr>
            <a:endParaRPr lang="en-US" altLang="en-US" sz="1800" kern="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1FFE1-D10C-B267-AA73-3A1123B69EF8}"/>
              </a:ext>
            </a:extLst>
          </p:cNvPr>
          <p:cNvSpPr>
            <a:spLocks noGrp="1"/>
          </p:cNvSpPr>
          <p:nvPr>
            <p:ph type="title"/>
          </p:nvPr>
        </p:nvSpPr>
        <p:spPr>
          <a:xfrm>
            <a:off x="963613" y="4406900"/>
            <a:ext cx="10363200" cy="1362075"/>
          </a:xfrm>
        </p:spPr>
        <p:txBody>
          <a:bodyPr/>
          <a:lstStyle/>
          <a:p>
            <a:pPr>
              <a:defRPr/>
            </a:pPr>
            <a:r>
              <a:rPr lang="en-US" dirty="0"/>
              <a:t>Communication &amp; Marketing</a:t>
            </a:r>
          </a:p>
        </p:txBody>
      </p:sp>
      <p:sp>
        <p:nvSpPr>
          <p:cNvPr id="52227" name="Text Placeholder 2">
            <a:extLst>
              <a:ext uri="{FF2B5EF4-FFF2-40B4-BE49-F238E27FC236}">
                <a16:creationId xmlns:a16="http://schemas.microsoft.com/office/drawing/2014/main" id="{E3CD3E2D-BB18-CC60-F6F6-E1E5098FFD7E}"/>
              </a:ext>
            </a:extLst>
          </p:cNvPr>
          <p:cNvSpPr>
            <a:spLocks noGrp="1" noChangeArrowheads="1"/>
          </p:cNvSpPr>
          <p:nvPr>
            <p:ph type="body" idx="1"/>
          </p:nvPr>
        </p:nvSpPr>
        <p:spPr>
          <a:xfrm>
            <a:off x="963613" y="2906713"/>
            <a:ext cx="10363200" cy="1500187"/>
          </a:xfrm>
        </p:spPr>
        <p:txBody>
          <a:bodyPr/>
          <a:lstStyle/>
          <a:p>
            <a:endParaRPr lang="en-US" altLang="en-US"/>
          </a:p>
        </p:txBody>
      </p:sp>
      <p:sp>
        <p:nvSpPr>
          <p:cNvPr id="52228" name="Slide Number Placeholder 3">
            <a:extLst>
              <a:ext uri="{FF2B5EF4-FFF2-40B4-BE49-F238E27FC236}">
                <a16:creationId xmlns:a16="http://schemas.microsoft.com/office/drawing/2014/main" id="{DBEC765C-4ECF-F62C-D490-61E57040C5B1}"/>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0C8E640-C887-4D9C-83E5-288ABCA68194}" type="slidenum">
              <a:rPr lang="en-US" altLang="en-US" sz="1400" smtClean="0"/>
              <a:pPr>
                <a:spcBef>
                  <a:spcPct val="0"/>
                </a:spcBef>
                <a:buFontTx/>
                <a:buNone/>
              </a:pPr>
              <a:t>17</a:t>
            </a:fld>
            <a:endParaRPr lang="en-US" altLang="en-US" sz="1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DBED430A-0AAC-E6DE-FACC-0FBA95219EFE}"/>
              </a:ext>
            </a:extLst>
          </p:cNvPr>
          <p:cNvSpPr>
            <a:spLocks noChangeArrowheads="1"/>
          </p:cNvSpPr>
          <p:nvPr/>
        </p:nvSpPr>
        <p:spPr bwMode="auto">
          <a:xfrm>
            <a:off x="2863850" y="1317625"/>
            <a:ext cx="1743075" cy="434975"/>
          </a:xfrm>
          <a:prstGeom prst="rect">
            <a:avLst/>
          </a:prstGeom>
          <a:gradFill rotWithShape="1">
            <a:gsLst>
              <a:gs pos="0">
                <a:srgbClr val="B1D8FF"/>
              </a:gs>
              <a:gs pos="50000">
                <a:srgbClr val="99CCFF"/>
              </a:gs>
              <a:gs pos="100000">
                <a:srgbClr val="B1D8FF"/>
              </a:gs>
            </a:gsLst>
            <a:lin ang="5400000" scaled="1"/>
          </a:gradFill>
          <a:ln w="9525" algn="ctr">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anchor="ctr" anchorCtr="1"/>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53251" name="Slide Number Placeholder 5">
            <a:extLst>
              <a:ext uri="{FF2B5EF4-FFF2-40B4-BE49-F238E27FC236}">
                <a16:creationId xmlns:a16="http://schemas.microsoft.com/office/drawing/2014/main" id="{5B89454C-26D8-C31F-727E-9F76CC1E7B78}"/>
              </a:ext>
            </a:extLst>
          </p:cNvPr>
          <p:cNvSpPr>
            <a:spLocks noGrp="1"/>
          </p:cNvSpPr>
          <p:nvPr>
            <p:ph type="sldNum" sz="quarter" idx="11"/>
          </p:nvPr>
        </p:nvSpPr>
        <p:spPr>
          <a:xfrm>
            <a:off x="8763000" y="6477000"/>
            <a:ext cx="1905000" cy="4572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72D51F0-BD9B-4057-9620-3CCFF5BAE190}" type="slidenum">
              <a:rPr lang="en-US" altLang="en-US" sz="1400" smtClean="0"/>
              <a:pPr>
                <a:spcBef>
                  <a:spcPct val="0"/>
                </a:spcBef>
                <a:buFontTx/>
                <a:buNone/>
              </a:pPr>
              <a:t>18</a:t>
            </a:fld>
            <a:endParaRPr lang="en-US" altLang="en-US" sz="1400"/>
          </a:p>
        </p:txBody>
      </p:sp>
      <p:sp>
        <p:nvSpPr>
          <p:cNvPr id="53252" name="Rectangle 3">
            <a:extLst>
              <a:ext uri="{FF2B5EF4-FFF2-40B4-BE49-F238E27FC236}">
                <a16:creationId xmlns:a16="http://schemas.microsoft.com/office/drawing/2014/main" id="{BB04C4C4-708E-FB0B-67E1-A4C0043A5297}"/>
              </a:ext>
            </a:extLst>
          </p:cNvPr>
          <p:cNvSpPr>
            <a:spLocks noGrp="1" noChangeArrowheads="1"/>
          </p:cNvSpPr>
          <p:nvPr>
            <p:ph type="title"/>
          </p:nvPr>
        </p:nvSpPr>
        <p:spPr>
          <a:xfrm>
            <a:off x="1604963" y="20638"/>
            <a:ext cx="8763000" cy="681037"/>
          </a:xfrm>
        </p:spPr>
        <p:txBody>
          <a:bodyPr/>
          <a:lstStyle/>
          <a:p>
            <a:pPr eaLnBrk="1" hangingPunct="1"/>
            <a:r>
              <a:rPr lang="en-US" altLang="en-US" sz="2400" i="1">
                <a:solidFill>
                  <a:schemeClr val="tx1"/>
                </a:solidFill>
              </a:rPr>
              <a:t>Connections Matter - Start Building your Network Now</a:t>
            </a:r>
          </a:p>
        </p:txBody>
      </p:sp>
      <p:sp>
        <p:nvSpPr>
          <p:cNvPr id="53253" name="Rectangle 7">
            <a:extLst>
              <a:ext uri="{FF2B5EF4-FFF2-40B4-BE49-F238E27FC236}">
                <a16:creationId xmlns:a16="http://schemas.microsoft.com/office/drawing/2014/main" id="{8D715ADB-23F3-CBED-3DF7-DB8CDA896417}"/>
              </a:ext>
            </a:extLst>
          </p:cNvPr>
          <p:cNvSpPr>
            <a:spLocks noChangeArrowheads="1"/>
          </p:cNvSpPr>
          <p:nvPr/>
        </p:nvSpPr>
        <p:spPr bwMode="auto">
          <a:xfrm>
            <a:off x="3122613" y="2309813"/>
            <a:ext cx="1503362" cy="334962"/>
          </a:xfrm>
          <a:prstGeom prst="rect">
            <a:avLst/>
          </a:prstGeom>
          <a:gradFill rotWithShape="1">
            <a:gsLst>
              <a:gs pos="0">
                <a:srgbClr val="B1D8FF"/>
              </a:gs>
              <a:gs pos="50000">
                <a:srgbClr val="99CCFF"/>
              </a:gs>
              <a:gs pos="100000">
                <a:srgbClr val="B1D8FF"/>
              </a:gs>
            </a:gsLst>
            <a:lin ang="5400000" scaled="1"/>
          </a:gradFill>
          <a:ln w="9525" algn="ctr">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anchor="ctr" anchorCtr="1"/>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53254" name="Rectangle 10">
            <a:extLst>
              <a:ext uri="{FF2B5EF4-FFF2-40B4-BE49-F238E27FC236}">
                <a16:creationId xmlns:a16="http://schemas.microsoft.com/office/drawing/2014/main" id="{BD5DC5A5-9AC1-AD97-6020-4D7EF6C408A1}"/>
              </a:ext>
            </a:extLst>
          </p:cNvPr>
          <p:cNvSpPr>
            <a:spLocks noChangeArrowheads="1"/>
          </p:cNvSpPr>
          <p:nvPr/>
        </p:nvSpPr>
        <p:spPr bwMode="auto">
          <a:xfrm>
            <a:off x="2884488" y="3432175"/>
            <a:ext cx="1762125" cy="431800"/>
          </a:xfrm>
          <a:prstGeom prst="rect">
            <a:avLst/>
          </a:prstGeom>
          <a:gradFill rotWithShape="1">
            <a:gsLst>
              <a:gs pos="0">
                <a:srgbClr val="009999"/>
              </a:gs>
              <a:gs pos="100000">
                <a:srgbClr val="AEDFDF"/>
              </a:gs>
            </a:gsLst>
            <a:lin ang="5400000" scaled="1"/>
          </a:gradFill>
          <a:ln w="12700" algn="ctr">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alpha val="50000"/>
                    </a:srgbClr>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50000"/>
              </a:spcBef>
              <a:buFontTx/>
              <a:buNone/>
            </a:pPr>
            <a:endParaRPr lang="en-US" altLang="en-US" sz="1000" b="1"/>
          </a:p>
        </p:txBody>
      </p:sp>
      <p:sp>
        <p:nvSpPr>
          <p:cNvPr id="53255" name="Text Box 11">
            <a:extLst>
              <a:ext uri="{FF2B5EF4-FFF2-40B4-BE49-F238E27FC236}">
                <a16:creationId xmlns:a16="http://schemas.microsoft.com/office/drawing/2014/main" id="{1DEABD2D-1558-8420-ED42-B94C64FE0B1A}"/>
              </a:ext>
            </a:extLst>
          </p:cNvPr>
          <p:cNvSpPr txBox="1">
            <a:spLocks noChangeArrowheads="1"/>
          </p:cNvSpPr>
          <p:nvPr/>
        </p:nvSpPr>
        <p:spPr bwMode="auto">
          <a:xfrm>
            <a:off x="2854325" y="3500438"/>
            <a:ext cx="1811338" cy="274637"/>
          </a:xfrm>
          <a:prstGeom prst="rect">
            <a:avLst/>
          </a:prstGeom>
          <a:noFill/>
          <a:ln>
            <a:noFill/>
          </a:ln>
          <a:effectLst/>
          <a:extLst>
            <a:ext uri="{909E8E84-426E-40DD-AFC4-6F175D3DCCD1}">
              <a14:hiddenFill xmlns:a14="http://schemas.microsoft.com/office/drawing/2010/main">
                <a:gradFill rotWithShape="1">
                  <a:gsLst>
                    <a:gs pos="0">
                      <a:srgbClr val="009999"/>
                    </a:gs>
                    <a:gs pos="100000">
                      <a:srgbClr val="AEDFDF"/>
                    </a:gs>
                  </a:gsLst>
                  <a:lin ang="5400000" scaled="1"/>
                </a:gradFill>
              </a14:hiddenFill>
            </a:ext>
            <a:ext uri="{91240B29-F687-4F45-9708-019B960494DF}">
              <a14:hiddenLine xmlns:a14="http://schemas.microsoft.com/office/drawing/2010/main" w="57150" algn="ctr">
                <a:solidFill>
                  <a:schemeClr val="bg2"/>
                </a:solidFill>
                <a:miter lim="800000"/>
                <a:headEnd/>
                <a:tailEnd/>
              </a14:hiddenLine>
            </a:ext>
            <a:ext uri="{AF507438-7753-43E0-B8FC-AC1667EBCBE1}">
              <a14:hiddenEffects xmlns:a14="http://schemas.microsoft.com/office/drawing/2010/main">
                <a:effectLst>
                  <a:outerShdw dist="107763" dir="2700000" algn="ctr" rotWithShape="0">
                    <a:srgbClr val="808080">
                      <a:alpha val="50000"/>
                    </a:srgbClr>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600" b="1"/>
              <a:t>Graduate School</a:t>
            </a:r>
          </a:p>
        </p:txBody>
      </p:sp>
      <p:cxnSp>
        <p:nvCxnSpPr>
          <p:cNvPr id="53256" name="Straight Connector 73">
            <a:extLst>
              <a:ext uri="{FF2B5EF4-FFF2-40B4-BE49-F238E27FC236}">
                <a16:creationId xmlns:a16="http://schemas.microsoft.com/office/drawing/2014/main" id="{8A2E1FA6-7360-90E8-6B66-233FE0DDCD46}"/>
              </a:ext>
            </a:extLst>
          </p:cNvPr>
          <p:cNvCxnSpPr>
            <a:cxnSpLocks noChangeShapeType="1"/>
          </p:cNvCxnSpPr>
          <p:nvPr/>
        </p:nvCxnSpPr>
        <p:spPr bwMode="auto">
          <a:xfrm>
            <a:off x="2884488" y="3438525"/>
            <a:ext cx="6661150" cy="0"/>
          </a:xfrm>
          <a:prstGeom prst="line">
            <a:avLst/>
          </a:prstGeom>
          <a:noFill/>
          <a:ln w="2857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257" name="Straight Connector 74">
            <a:extLst>
              <a:ext uri="{FF2B5EF4-FFF2-40B4-BE49-F238E27FC236}">
                <a16:creationId xmlns:a16="http://schemas.microsoft.com/office/drawing/2014/main" id="{E6828B79-83BE-80F1-482A-C52E8FD945CF}"/>
              </a:ext>
            </a:extLst>
          </p:cNvPr>
          <p:cNvCxnSpPr>
            <a:cxnSpLocks noChangeShapeType="1"/>
          </p:cNvCxnSpPr>
          <p:nvPr/>
        </p:nvCxnSpPr>
        <p:spPr bwMode="auto">
          <a:xfrm>
            <a:off x="2863850" y="1317625"/>
            <a:ext cx="6681788" cy="0"/>
          </a:xfrm>
          <a:prstGeom prst="line">
            <a:avLst/>
          </a:prstGeom>
          <a:noFill/>
          <a:ln w="2857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258" name="Text Box 34">
            <a:extLst>
              <a:ext uri="{FF2B5EF4-FFF2-40B4-BE49-F238E27FC236}">
                <a16:creationId xmlns:a16="http://schemas.microsoft.com/office/drawing/2014/main" id="{00E9C482-F60B-4B71-56FB-00E4B279A28B}"/>
              </a:ext>
            </a:extLst>
          </p:cNvPr>
          <p:cNvSpPr txBox="1">
            <a:spLocks noChangeArrowheads="1"/>
          </p:cNvSpPr>
          <p:nvPr/>
        </p:nvSpPr>
        <p:spPr bwMode="auto">
          <a:xfrm>
            <a:off x="4906963" y="2244725"/>
            <a:ext cx="5218112" cy="938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1450" indent="-17145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pPr>
            <a:r>
              <a:rPr lang="en-US" altLang="en-US" sz="1100"/>
              <a:t>Polymerization catalyst synthesis and testing</a:t>
            </a:r>
          </a:p>
          <a:p>
            <a:pPr>
              <a:spcBef>
                <a:spcPct val="0"/>
              </a:spcBef>
            </a:pPr>
            <a:r>
              <a:rPr lang="en-US" altLang="en-US" sz="1100"/>
              <a:t>Lab/analytical technician</a:t>
            </a:r>
          </a:p>
          <a:p>
            <a:pPr>
              <a:spcBef>
                <a:spcPct val="0"/>
              </a:spcBef>
            </a:pPr>
            <a:r>
              <a:rPr lang="en-US" altLang="en-US" sz="1100"/>
              <a:t>Control replacement project -- pneumatic regulatory system to PLC</a:t>
            </a:r>
          </a:p>
          <a:p>
            <a:pPr>
              <a:spcBef>
                <a:spcPct val="0"/>
              </a:spcBef>
            </a:pPr>
            <a:r>
              <a:rPr lang="en-US" altLang="en-US" sz="1100"/>
              <a:t>Panelman on HDPE pilot reactor</a:t>
            </a:r>
          </a:p>
          <a:p>
            <a:pPr>
              <a:spcBef>
                <a:spcPct val="0"/>
              </a:spcBef>
            </a:pPr>
            <a:r>
              <a:rPr lang="en-US" altLang="en-US" sz="1100"/>
              <a:t>Mentored by J.H. and S.L.</a:t>
            </a:r>
          </a:p>
        </p:txBody>
      </p:sp>
      <p:sp>
        <p:nvSpPr>
          <p:cNvPr id="53259" name="Text Box 34">
            <a:extLst>
              <a:ext uri="{FF2B5EF4-FFF2-40B4-BE49-F238E27FC236}">
                <a16:creationId xmlns:a16="http://schemas.microsoft.com/office/drawing/2014/main" id="{3BE59D2C-D8B2-F147-4C93-E6E5AB814941}"/>
              </a:ext>
            </a:extLst>
          </p:cNvPr>
          <p:cNvSpPr txBox="1">
            <a:spLocks noChangeArrowheads="1"/>
          </p:cNvSpPr>
          <p:nvPr/>
        </p:nvSpPr>
        <p:spPr bwMode="auto">
          <a:xfrm>
            <a:off x="4897438" y="3444875"/>
            <a:ext cx="4803775" cy="1292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1450" indent="-171450">
              <a:spcBef>
                <a:spcPct val="20000"/>
              </a:spcBef>
              <a:buChar char="•"/>
              <a:defRPr sz="3200">
                <a:solidFill>
                  <a:schemeClr val="tx1"/>
                </a:solidFill>
                <a:latin typeface="Arial" panose="020B0604020202020204" pitchFamily="34" charset="0"/>
                <a:cs typeface="Arial" panose="020B0604020202020204" pitchFamily="34" charset="0"/>
              </a:defRPr>
            </a:lvl1pPr>
            <a:lvl2pPr marL="914400" indent="-1714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pPr>
            <a:r>
              <a:rPr lang="en-US" altLang="en-US" sz="1200"/>
              <a:t>Advisor: C. Georgakis</a:t>
            </a:r>
          </a:p>
          <a:p>
            <a:pPr>
              <a:spcBef>
                <a:spcPct val="0"/>
              </a:spcBef>
            </a:pPr>
            <a:r>
              <a:rPr lang="en-US" altLang="en-US" sz="1100"/>
              <a:t>Research Funded by Exxon, Air Products, Praxair, &amp; BOC.</a:t>
            </a:r>
          </a:p>
          <a:p>
            <a:pPr lvl="1">
              <a:spcBef>
                <a:spcPct val="0"/>
              </a:spcBef>
              <a:buFont typeface="Arial" panose="020B0604020202020204" pitchFamily="34" charset="0"/>
              <a:buChar char="•"/>
            </a:pPr>
            <a:r>
              <a:rPr lang="en-US" altLang="en-US" sz="1100"/>
              <a:t>Presented research progress to every 6 months</a:t>
            </a:r>
          </a:p>
          <a:p>
            <a:pPr lvl="1">
              <a:spcBef>
                <a:spcPct val="0"/>
              </a:spcBef>
              <a:buFont typeface="Arial" panose="020B0604020202020204" pitchFamily="34" charset="0"/>
              <a:buChar char="•"/>
            </a:pPr>
            <a:r>
              <a:rPr lang="en-US" altLang="en-US" sz="1100"/>
              <a:t>Exxon rep was one of my interviewers and became one of my mentors for next 10 years, taught BCET together.</a:t>
            </a:r>
          </a:p>
          <a:p>
            <a:pPr>
              <a:spcBef>
                <a:spcPct val="0"/>
              </a:spcBef>
            </a:pPr>
            <a:r>
              <a:rPr lang="en-US" altLang="en-US" sz="1100"/>
              <a:t>Teaching Assistant for B. Luyben and W. Schiesser</a:t>
            </a:r>
          </a:p>
          <a:p>
            <a:pPr lvl="1">
              <a:spcBef>
                <a:spcPct val="0"/>
              </a:spcBef>
              <a:buFont typeface="Arial" panose="020B0604020202020204" pitchFamily="34" charset="0"/>
              <a:buChar char="•"/>
            </a:pPr>
            <a:r>
              <a:rPr lang="en-US" altLang="en-US" sz="1100"/>
              <a:t>my first  refining supervisor’s son was in the class</a:t>
            </a:r>
          </a:p>
        </p:txBody>
      </p:sp>
      <p:cxnSp>
        <p:nvCxnSpPr>
          <p:cNvPr id="53260" name="Straight Connector 120">
            <a:extLst>
              <a:ext uri="{FF2B5EF4-FFF2-40B4-BE49-F238E27FC236}">
                <a16:creationId xmlns:a16="http://schemas.microsoft.com/office/drawing/2014/main" id="{9C20105B-3572-95C6-1D56-3B325DF55EF4}"/>
              </a:ext>
            </a:extLst>
          </p:cNvPr>
          <p:cNvCxnSpPr>
            <a:cxnSpLocks noChangeShapeType="1"/>
          </p:cNvCxnSpPr>
          <p:nvPr/>
        </p:nvCxnSpPr>
        <p:spPr bwMode="auto">
          <a:xfrm>
            <a:off x="2894013" y="6019800"/>
            <a:ext cx="6642100" cy="0"/>
          </a:xfrm>
          <a:prstGeom prst="line">
            <a:avLst/>
          </a:prstGeom>
          <a:noFill/>
          <a:ln w="2857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261" name="Text Box 35">
            <a:extLst>
              <a:ext uri="{FF2B5EF4-FFF2-40B4-BE49-F238E27FC236}">
                <a16:creationId xmlns:a16="http://schemas.microsoft.com/office/drawing/2014/main" id="{AB543296-2DAF-30D2-D90D-0B971907B470}"/>
              </a:ext>
            </a:extLst>
          </p:cNvPr>
          <p:cNvSpPr txBox="1">
            <a:spLocks noChangeArrowheads="1"/>
          </p:cNvSpPr>
          <p:nvPr/>
        </p:nvSpPr>
        <p:spPr bwMode="auto">
          <a:xfrm>
            <a:off x="1590675" y="1185863"/>
            <a:ext cx="466725" cy="261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100" b="1"/>
              <a:t>-10</a:t>
            </a:r>
          </a:p>
        </p:txBody>
      </p:sp>
      <p:sp>
        <p:nvSpPr>
          <p:cNvPr id="53262" name="Text Box 35">
            <a:extLst>
              <a:ext uri="{FF2B5EF4-FFF2-40B4-BE49-F238E27FC236}">
                <a16:creationId xmlns:a16="http://schemas.microsoft.com/office/drawing/2014/main" id="{0AC51FDD-A0B1-5C0E-4304-C073F0FCC501}"/>
              </a:ext>
            </a:extLst>
          </p:cNvPr>
          <p:cNvSpPr txBox="1">
            <a:spLocks noChangeArrowheads="1"/>
          </p:cNvSpPr>
          <p:nvPr/>
        </p:nvSpPr>
        <p:spPr bwMode="auto">
          <a:xfrm>
            <a:off x="1604963" y="3314700"/>
            <a:ext cx="469900" cy="261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100" b="1"/>
              <a:t>-5</a:t>
            </a:r>
          </a:p>
        </p:txBody>
      </p:sp>
      <p:sp>
        <p:nvSpPr>
          <p:cNvPr id="53263" name="Text Box 35">
            <a:extLst>
              <a:ext uri="{FF2B5EF4-FFF2-40B4-BE49-F238E27FC236}">
                <a16:creationId xmlns:a16="http://schemas.microsoft.com/office/drawing/2014/main" id="{65958D12-E330-2939-1842-75D71BD4E85E}"/>
              </a:ext>
            </a:extLst>
          </p:cNvPr>
          <p:cNvSpPr txBox="1">
            <a:spLocks noChangeArrowheads="1"/>
          </p:cNvSpPr>
          <p:nvPr/>
        </p:nvSpPr>
        <p:spPr bwMode="auto">
          <a:xfrm>
            <a:off x="1662113" y="5837238"/>
            <a:ext cx="395287" cy="261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1100" b="1"/>
              <a:t>0</a:t>
            </a:r>
          </a:p>
        </p:txBody>
      </p:sp>
      <p:sp>
        <p:nvSpPr>
          <p:cNvPr id="53264" name="Rectangle 10">
            <a:extLst>
              <a:ext uri="{FF2B5EF4-FFF2-40B4-BE49-F238E27FC236}">
                <a16:creationId xmlns:a16="http://schemas.microsoft.com/office/drawing/2014/main" id="{F1BB9450-B5D2-FC7D-6664-50925B446992}"/>
              </a:ext>
            </a:extLst>
          </p:cNvPr>
          <p:cNvSpPr>
            <a:spLocks noChangeArrowheads="1"/>
          </p:cNvSpPr>
          <p:nvPr/>
        </p:nvSpPr>
        <p:spPr bwMode="auto">
          <a:xfrm>
            <a:off x="3729038" y="4797425"/>
            <a:ext cx="1579562" cy="530225"/>
          </a:xfrm>
          <a:prstGeom prst="rect">
            <a:avLst/>
          </a:prstGeom>
          <a:gradFill rotWithShape="1">
            <a:gsLst>
              <a:gs pos="0">
                <a:srgbClr val="009999"/>
              </a:gs>
              <a:gs pos="100000">
                <a:srgbClr val="AEDFDF"/>
              </a:gs>
            </a:gsLst>
            <a:lin ang="5400000" scaled="1"/>
          </a:gradFill>
          <a:ln w="12700" algn="ctr">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alpha val="50000"/>
                    </a:srgbClr>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50000"/>
              </a:spcBef>
              <a:buFontTx/>
              <a:buNone/>
            </a:pPr>
            <a:endParaRPr lang="en-US" altLang="en-US" sz="1000" b="1"/>
          </a:p>
        </p:txBody>
      </p:sp>
      <p:sp>
        <p:nvSpPr>
          <p:cNvPr id="53265" name="Text Box 11">
            <a:extLst>
              <a:ext uri="{FF2B5EF4-FFF2-40B4-BE49-F238E27FC236}">
                <a16:creationId xmlns:a16="http://schemas.microsoft.com/office/drawing/2014/main" id="{CE2D4AE2-BDA6-5C0C-33E8-12DF5EAB84AB}"/>
              </a:ext>
            </a:extLst>
          </p:cNvPr>
          <p:cNvSpPr txBox="1">
            <a:spLocks noChangeArrowheads="1"/>
          </p:cNvSpPr>
          <p:nvPr/>
        </p:nvSpPr>
        <p:spPr bwMode="auto">
          <a:xfrm>
            <a:off x="3657600" y="4822825"/>
            <a:ext cx="1811338" cy="446088"/>
          </a:xfrm>
          <a:prstGeom prst="rect">
            <a:avLst/>
          </a:prstGeom>
          <a:noFill/>
          <a:ln>
            <a:noFill/>
          </a:ln>
          <a:effectLst/>
          <a:extLst>
            <a:ext uri="{909E8E84-426E-40DD-AFC4-6F175D3DCCD1}">
              <a14:hiddenFill xmlns:a14="http://schemas.microsoft.com/office/drawing/2010/main">
                <a:gradFill rotWithShape="1">
                  <a:gsLst>
                    <a:gs pos="0">
                      <a:srgbClr val="009999"/>
                    </a:gs>
                    <a:gs pos="100000">
                      <a:srgbClr val="AEDFDF"/>
                    </a:gs>
                  </a:gsLst>
                  <a:lin ang="5400000" scaled="1"/>
                </a:gradFill>
              </a14:hiddenFill>
            </a:ext>
            <a:ext uri="{91240B29-F687-4F45-9708-019B960494DF}">
              <a14:hiddenLine xmlns:a14="http://schemas.microsoft.com/office/drawing/2010/main" w="57150" algn="ctr">
                <a:solidFill>
                  <a:schemeClr val="bg2"/>
                </a:solidFill>
                <a:miter lim="800000"/>
                <a:headEnd/>
                <a:tailEnd/>
              </a14:hiddenLine>
            </a:ext>
            <a:ext uri="{AF507438-7753-43E0-B8FC-AC1667EBCBE1}">
              <a14:hiddenEffects xmlns:a14="http://schemas.microsoft.com/office/drawing/2010/main">
                <a:effectLst>
                  <a:outerShdw dist="107763" dir="2700000" algn="ctr" rotWithShape="0">
                    <a:srgbClr val="808080">
                      <a:alpha val="50000"/>
                    </a:srgbClr>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200" b="1"/>
              <a:t>3mo Internship @ Air Products </a:t>
            </a:r>
          </a:p>
        </p:txBody>
      </p:sp>
      <p:sp>
        <p:nvSpPr>
          <p:cNvPr id="53266" name="Text Box 11">
            <a:extLst>
              <a:ext uri="{FF2B5EF4-FFF2-40B4-BE49-F238E27FC236}">
                <a16:creationId xmlns:a16="http://schemas.microsoft.com/office/drawing/2014/main" id="{309AE0BF-07BB-07B7-7C04-89A2E87BCB97}"/>
              </a:ext>
            </a:extLst>
          </p:cNvPr>
          <p:cNvSpPr txBox="1">
            <a:spLocks noChangeArrowheads="1"/>
          </p:cNvSpPr>
          <p:nvPr/>
        </p:nvSpPr>
        <p:spPr bwMode="auto">
          <a:xfrm>
            <a:off x="3105150" y="2309813"/>
            <a:ext cx="1811338" cy="274637"/>
          </a:xfrm>
          <a:prstGeom prst="rect">
            <a:avLst/>
          </a:prstGeom>
          <a:noFill/>
          <a:ln>
            <a:noFill/>
          </a:ln>
          <a:effectLst/>
          <a:extLst>
            <a:ext uri="{909E8E84-426E-40DD-AFC4-6F175D3DCCD1}">
              <a14:hiddenFill xmlns:a14="http://schemas.microsoft.com/office/drawing/2010/main">
                <a:gradFill rotWithShape="1">
                  <a:gsLst>
                    <a:gs pos="0">
                      <a:srgbClr val="009999"/>
                    </a:gs>
                    <a:gs pos="100000">
                      <a:srgbClr val="AEDFDF"/>
                    </a:gs>
                  </a:gsLst>
                  <a:lin ang="5400000" scaled="1"/>
                </a:gradFill>
              </a14:hiddenFill>
            </a:ext>
            <a:ext uri="{91240B29-F687-4F45-9708-019B960494DF}">
              <a14:hiddenLine xmlns:a14="http://schemas.microsoft.com/office/drawing/2010/main" w="57150" algn="ctr">
                <a:solidFill>
                  <a:schemeClr val="bg2"/>
                </a:solidFill>
                <a:miter lim="800000"/>
                <a:headEnd/>
                <a:tailEnd/>
              </a14:hiddenLine>
            </a:ext>
            <a:ext uri="{AF507438-7753-43E0-B8FC-AC1667EBCBE1}">
              <a14:hiddenEffects xmlns:a14="http://schemas.microsoft.com/office/drawing/2010/main">
                <a:effectLst>
                  <a:outerShdw dist="107763" dir="2700000" algn="ctr" rotWithShape="0">
                    <a:srgbClr val="808080">
                      <a:alpha val="50000"/>
                    </a:srgbClr>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200" b="1"/>
              <a:t>8x3mo Internships</a:t>
            </a:r>
          </a:p>
        </p:txBody>
      </p:sp>
      <p:sp>
        <p:nvSpPr>
          <p:cNvPr id="53267" name="Text Box 34">
            <a:extLst>
              <a:ext uri="{FF2B5EF4-FFF2-40B4-BE49-F238E27FC236}">
                <a16:creationId xmlns:a16="http://schemas.microsoft.com/office/drawing/2014/main" id="{B156AC64-9682-DF60-BF05-56ABA90AD99C}"/>
              </a:ext>
            </a:extLst>
          </p:cNvPr>
          <p:cNvSpPr txBox="1">
            <a:spLocks noChangeArrowheads="1"/>
          </p:cNvSpPr>
          <p:nvPr/>
        </p:nvSpPr>
        <p:spPr bwMode="auto">
          <a:xfrm>
            <a:off x="4916488" y="1366838"/>
            <a:ext cx="5218112" cy="754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1450" indent="-171450">
              <a:spcBef>
                <a:spcPct val="20000"/>
              </a:spcBef>
              <a:buChar char="•"/>
              <a:defRPr sz="3200">
                <a:solidFill>
                  <a:schemeClr val="tx1"/>
                </a:solidFill>
                <a:latin typeface="Arial" panose="020B0604020202020204" pitchFamily="34" charset="0"/>
                <a:cs typeface="Arial" panose="020B0604020202020204" pitchFamily="34" charset="0"/>
              </a:defRPr>
            </a:lvl1pPr>
            <a:lvl2pPr marL="914400" indent="-1714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pPr>
            <a:r>
              <a:rPr lang="en-US" altLang="en-US" sz="1100"/>
              <a:t>B.S. Chemical Engineering</a:t>
            </a:r>
          </a:p>
          <a:p>
            <a:pPr lvl="1">
              <a:spcBef>
                <a:spcPct val="0"/>
              </a:spcBef>
              <a:buFont typeface="Arial" panose="020B0604020202020204" pitchFamily="34" charset="0"/>
              <a:buChar char="•"/>
            </a:pPr>
            <a:r>
              <a:rPr lang="en-US" altLang="en-US" sz="1100"/>
              <a:t>Advanced coursework in optimization and process control</a:t>
            </a:r>
          </a:p>
          <a:p>
            <a:pPr lvl="1">
              <a:spcBef>
                <a:spcPct val="0"/>
              </a:spcBef>
              <a:buFont typeface="Arial" panose="020B0604020202020204" pitchFamily="34" charset="0"/>
              <a:buChar char="•"/>
            </a:pPr>
            <a:r>
              <a:rPr lang="en-US" altLang="en-US" sz="1100"/>
              <a:t>Informal research assistantship with one of faculty (AC)</a:t>
            </a:r>
          </a:p>
          <a:p>
            <a:pPr lvl="2">
              <a:spcBef>
                <a:spcPct val="0"/>
              </a:spcBef>
            </a:pPr>
            <a:r>
              <a:rPr lang="en-US" altLang="en-US" sz="1000"/>
              <a:t>Recommended I apply to Lehigh U for grad school</a:t>
            </a:r>
          </a:p>
        </p:txBody>
      </p:sp>
      <p:sp>
        <p:nvSpPr>
          <p:cNvPr id="53268" name="Text Box 35">
            <a:extLst>
              <a:ext uri="{FF2B5EF4-FFF2-40B4-BE49-F238E27FC236}">
                <a16:creationId xmlns:a16="http://schemas.microsoft.com/office/drawing/2014/main" id="{5D05727F-5D2C-DA47-229A-FFE07A9BD460}"/>
              </a:ext>
            </a:extLst>
          </p:cNvPr>
          <p:cNvSpPr txBox="1">
            <a:spLocks noChangeArrowheads="1"/>
          </p:cNvSpPr>
          <p:nvPr/>
        </p:nvSpPr>
        <p:spPr bwMode="auto">
          <a:xfrm>
            <a:off x="1870075" y="885825"/>
            <a:ext cx="125412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100" b="1"/>
              <a:t>University Experience</a:t>
            </a:r>
          </a:p>
        </p:txBody>
      </p:sp>
      <p:cxnSp>
        <p:nvCxnSpPr>
          <p:cNvPr id="53269" name="Straight Arrow Connector 57">
            <a:extLst>
              <a:ext uri="{FF2B5EF4-FFF2-40B4-BE49-F238E27FC236}">
                <a16:creationId xmlns:a16="http://schemas.microsoft.com/office/drawing/2014/main" id="{007820DD-43B1-A37F-CA86-669C0789CD9C}"/>
              </a:ext>
            </a:extLst>
          </p:cNvPr>
          <p:cNvCxnSpPr>
            <a:cxnSpLocks noChangeShapeType="1"/>
          </p:cNvCxnSpPr>
          <p:nvPr/>
        </p:nvCxnSpPr>
        <p:spPr bwMode="auto">
          <a:xfrm>
            <a:off x="2286000" y="1343025"/>
            <a:ext cx="0" cy="4676775"/>
          </a:xfrm>
          <a:prstGeom prst="straightConnector1">
            <a:avLst/>
          </a:prstGeom>
          <a:noFill/>
          <a:ln w="349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270" name="Text Box 11">
            <a:extLst>
              <a:ext uri="{FF2B5EF4-FFF2-40B4-BE49-F238E27FC236}">
                <a16:creationId xmlns:a16="http://schemas.microsoft.com/office/drawing/2014/main" id="{A92903A1-5E05-0F5C-0705-08C3DB20B901}"/>
              </a:ext>
            </a:extLst>
          </p:cNvPr>
          <p:cNvSpPr txBox="1">
            <a:spLocks noChangeArrowheads="1"/>
          </p:cNvSpPr>
          <p:nvPr/>
        </p:nvSpPr>
        <p:spPr bwMode="auto">
          <a:xfrm>
            <a:off x="2835275" y="1377950"/>
            <a:ext cx="1811338" cy="274638"/>
          </a:xfrm>
          <a:prstGeom prst="rect">
            <a:avLst/>
          </a:prstGeom>
          <a:noFill/>
          <a:ln>
            <a:noFill/>
          </a:ln>
          <a:effectLst/>
          <a:extLst>
            <a:ext uri="{909E8E84-426E-40DD-AFC4-6F175D3DCCD1}">
              <a14:hiddenFill xmlns:a14="http://schemas.microsoft.com/office/drawing/2010/main">
                <a:gradFill rotWithShape="1">
                  <a:gsLst>
                    <a:gs pos="0">
                      <a:srgbClr val="009999"/>
                    </a:gs>
                    <a:gs pos="100000">
                      <a:srgbClr val="AEDFDF"/>
                    </a:gs>
                  </a:gsLst>
                  <a:lin ang="5400000" scaled="1"/>
                </a:gradFill>
              </a14:hiddenFill>
            </a:ext>
            <a:ext uri="{91240B29-F687-4F45-9708-019B960494DF}">
              <a14:hiddenLine xmlns:a14="http://schemas.microsoft.com/office/drawing/2010/main" w="57150" algn="ctr">
                <a:solidFill>
                  <a:schemeClr val="bg2"/>
                </a:solidFill>
                <a:miter lim="800000"/>
                <a:headEnd/>
                <a:tailEnd/>
              </a14:hiddenLine>
            </a:ext>
            <a:ext uri="{AF507438-7753-43E0-B8FC-AC1667EBCBE1}">
              <a14:hiddenEffects xmlns:a14="http://schemas.microsoft.com/office/drawing/2010/main">
                <a:effectLst>
                  <a:outerShdw dist="107763" dir="2700000" algn="ctr" rotWithShape="0">
                    <a:srgbClr val="808080">
                      <a:alpha val="50000"/>
                    </a:srgbClr>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600" b="1"/>
              <a:t>Undergrad</a:t>
            </a:r>
          </a:p>
        </p:txBody>
      </p:sp>
      <p:sp>
        <p:nvSpPr>
          <p:cNvPr id="53271" name="Rectangle 10">
            <a:extLst>
              <a:ext uri="{FF2B5EF4-FFF2-40B4-BE49-F238E27FC236}">
                <a16:creationId xmlns:a16="http://schemas.microsoft.com/office/drawing/2014/main" id="{2EBB1E21-7B27-8B0D-B3E9-9E1775D07D7A}"/>
              </a:ext>
            </a:extLst>
          </p:cNvPr>
          <p:cNvSpPr>
            <a:spLocks noChangeArrowheads="1"/>
          </p:cNvSpPr>
          <p:nvPr/>
        </p:nvSpPr>
        <p:spPr bwMode="auto">
          <a:xfrm>
            <a:off x="2743200" y="6048375"/>
            <a:ext cx="3276600" cy="436563"/>
          </a:xfrm>
          <a:prstGeom prst="rect">
            <a:avLst/>
          </a:prstGeom>
          <a:solidFill>
            <a:srgbClr val="FFCC99"/>
          </a:solidFill>
          <a:ln w="12700" algn="ctr">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50000"/>
              </a:spcBef>
              <a:buFontTx/>
              <a:buNone/>
            </a:pPr>
            <a:endParaRPr lang="en-US" altLang="en-US" sz="1000" b="1"/>
          </a:p>
        </p:txBody>
      </p:sp>
      <p:sp>
        <p:nvSpPr>
          <p:cNvPr id="53272" name="Text Box 11">
            <a:extLst>
              <a:ext uri="{FF2B5EF4-FFF2-40B4-BE49-F238E27FC236}">
                <a16:creationId xmlns:a16="http://schemas.microsoft.com/office/drawing/2014/main" id="{6700868D-F029-B717-C68F-3E536E18CB77}"/>
              </a:ext>
            </a:extLst>
          </p:cNvPr>
          <p:cNvSpPr txBox="1">
            <a:spLocks noChangeArrowheads="1"/>
          </p:cNvSpPr>
          <p:nvPr/>
        </p:nvSpPr>
        <p:spPr bwMode="auto">
          <a:xfrm>
            <a:off x="2713038" y="6110288"/>
            <a:ext cx="3306762" cy="276225"/>
          </a:xfrm>
          <a:prstGeom prst="rect">
            <a:avLst/>
          </a:prstGeom>
          <a:noFill/>
          <a:ln>
            <a:noFill/>
          </a:ln>
          <a:effectLst/>
          <a:extLst>
            <a:ext uri="{909E8E84-426E-40DD-AFC4-6F175D3DCCD1}">
              <a14:hiddenFill xmlns:a14="http://schemas.microsoft.com/office/drawing/2010/main">
                <a:gradFill rotWithShape="1">
                  <a:gsLst>
                    <a:gs pos="0">
                      <a:srgbClr val="009999"/>
                    </a:gs>
                    <a:gs pos="100000">
                      <a:srgbClr val="AEDFDF"/>
                    </a:gs>
                  </a:gsLst>
                  <a:lin ang="5400000" scaled="1"/>
                </a:gradFill>
              </a14:hiddenFill>
            </a:ext>
            <a:ext uri="{91240B29-F687-4F45-9708-019B960494DF}">
              <a14:hiddenLine xmlns:a14="http://schemas.microsoft.com/office/drawing/2010/main" w="57150" algn="ctr">
                <a:solidFill>
                  <a:schemeClr val="bg2"/>
                </a:solidFill>
                <a:miter lim="800000"/>
                <a:headEnd/>
                <a:tailEnd/>
              </a14:hiddenLine>
            </a:ext>
            <a:ext uri="{AF507438-7753-43E0-B8FC-AC1667EBCBE1}">
              <a14:hiddenEffects xmlns:a14="http://schemas.microsoft.com/office/drawing/2010/main">
                <a:effectLst>
                  <a:outerShdw dist="107763" dir="2700000" algn="ctr" rotWithShape="0">
                    <a:srgbClr val="808080">
                      <a:alpha val="50000"/>
                    </a:srgbClr>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600" b="1"/>
              <a:t>Exxon Research &amp; Engineering</a:t>
            </a:r>
          </a:p>
        </p:txBody>
      </p:sp>
      <p:sp>
        <p:nvSpPr>
          <p:cNvPr id="53273" name="Rectangle 1">
            <a:extLst>
              <a:ext uri="{FF2B5EF4-FFF2-40B4-BE49-F238E27FC236}">
                <a16:creationId xmlns:a16="http://schemas.microsoft.com/office/drawing/2014/main" id="{DABCCEC1-C9BE-2A3B-B72D-875A1C14D23A}"/>
              </a:ext>
            </a:extLst>
          </p:cNvPr>
          <p:cNvSpPr>
            <a:spLocks noChangeArrowheads="1"/>
          </p:cNvSpPr>
          <p:nvPr/>
        </p:nvSpPr>
        <p:spPr bwMode="auto">
          <a:xfrm>
            <a:off x="5562600" y="1752600"/>
            <a:ext cx="3886200" cy="323850"/>
          </a:xfrm>
          <a:prstGeom prst="rect">
            <a:avLst/>
          </a:prstGeom>
          <a:noFill/>
          <a:ln w="444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53274" name="Rectangle 29">
            <a:extLst>
              <a:ext uri="{FF2B5EF4-FFF2-40B4-BE49-F238E27FC236}">
                <a16:creationId xmlns:a16="http://schemas.microsoft.com/office/drawing/2014/main" id="{83A21CCD-EA51-38B6-5984-3B11BCD6A45A}"/>
              </a:ext>
            </a:extLst>
          </p:cNvPr>
          <p:cNvSpPr>
            <a:spLocks noChangeArrowheads="1"/>
          </p:cNvSpPr>
          <p:nvPr/>
        </p:nvSpPr>
        <p:spPr bwMode="auto">
          <a:xfrm>
            <a:off x="4878388" y="3681413"/>
            <a:ext cx="4700587" cy="1008062"/>
          </a:xfrm>
          <a:prstGeom prst="rect">
            <a:avLst/>
          </a:prstGeom>
          <a:noFill/>
          <a:ln w="444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53275" name="Freeform 3">
            <a:extLst>
              <a:ext uri="{FF2B5EF4-FFF2-40B4-BE49-F238E27FC236}">
                <a16:creationId xmlns:a16="http://schemas.microsoft.com/office/drawing/2014/main" id="{8A7CFB49-79AA-D2F8-847E-82C5CA9FD111}"/>
              </a:ext>
            </a:extLst>
          </p:cNvPr>
          <p:cNvSpPr>
            <a:spLocks/>
          </p:cNvSpPr>
          <p:nvPr/>
        </p:nvSpPr>
        <p:spPr bwMode="auto">
          <a:xfrm>
            <a:off x="4740275" y="2082800"/>
            <a:ext cx="4960938" cy="1289050"/>
          </a:xfrm>
          <a:custGeom>
            <a:avLst/>
            <a:gdLst>
              <a:gd name="T0" fmla="*/ 4549310 w 4961246"/>
              <a:gd name="T1" fmla="*/ 0 h 1383527"/>
              <a:gd name="T2" fmla="*/ 4930413 w 4961246"/>
              <a:gd name="T3" fmla="*/ 248967 h 1383527"/>
              <a:gd name="T4" fmla="*/ 3945919 w 4961246"/>
              <a:gd name="T5" fmla="*/ 412180 h 1383527"/>
              <a:gd name="T6" fmla="*/ 1000377 w 4961246"/>
              <a:gd name="T7" fmla="*/ 434311 h 1383527"/>
              <a:gd name="T8" fmla="*/ 0 w 4961246"/>
              <a:gd name="T9" fmla="*/ 481338 h 13835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61246" h="1383527">
                <a:moveTo>
                  <a:pt x="4556098" y="0"/>
                </a:moveTo>
                <a:cubicBezTo>
                  <a:pt x="4797287" y="259080"/>
                  <a:pt x="5038477" y="518160"/>
                  <a:pt x="4937760" y="715617"/>
                </a:cubicBezTo>
                <a:cubicBezTo>
                  <a:pt x="4837044" y="913074"/>
                  <a:pt x="4607781" y="1095955"/>
                  <a:pt x="3951799" y="1184744"/>
                </a:cubicBezTo>
                <a:cubicBezTo>
                  <a:pt x="3295817" y="1273533"/>
                  <a:pt x="1660498" y="1215224"/>
                  <a:pt x="1001865" y="1248354"/>
                </a:cubicBezTo>
                <a:cubicBezTo>
                  <a:pt x="343232" y="1281484"/>
                  <a:pt x="171616" y="1332505"/>
                  <a:pt x="0" y="1383527"/>
                </a:cubicBezTo>
              </a:path>
            </a:pathLst>
          </a:custGeom>
          <a:noFill/>
          <a:ln w="44450" cap="flat" cmpd="sng" algn="ctr">
            <a:solidFill>
              <a:srgbClr val="FF0000"/>
            </a:solidFill>
            <a:prstDash val="solid"/>
            <a:round/>
            <a:headEnd type="none" w="med" len="med"/>
            <a:tailEnd type="triangl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76" name="Freeform 33">
            <a:extLst>
              <a:ext uri="{FF2B5EF4-FFF2-40B4-BE49-F238E27FC236}">
                <a16:creationId xmlns:a16="http://schemas.microsoft.com/office/drawing/2014/main" id="{754BA99A-7713-2A58-1A1E-07C7F469F544}"/>
              </a:ext>
            </a:extLst>
          </p:cNvPr>
          <p:cNvSpPr>
            <a:spLocks/>
          </p:cNvSpPr>
          <p:nvPr/>
        </p:nvSpPr>
        <p:spPr bwMode="auto">
          <a:xfrm>
            <a:off x="6019800" y="4630738"/>
            <a:ext cx="3548063" cy="1754187"/>
          </a:xfrm>
          <a:custGeom>
            <a:avLst/>
            <a:gdLst>
              <a:gd name="T0" fmla="*/ 1044 w 4961246"/>
              <a:gd name="T1" fmla="*/ 0 h 1383527"/>
              <a:gd name="T2" fmla="*/ 1131 w 4961246"/>
              <a:gd name="T3" fmla="*/ 997568858 h 1383527"/>
              <a:gd name="T4" fmla="*/ 905 w 4961246"/>
              <a:gd name="T5" fmla="*/ 1651530722 h 1383527"/>
              <a:gd name="T6" fmla="*/ 229 w 4961246"/>
              <a:gd name="T7" fmla="*/ 1740203570 h 1383527"/>
              <a:gd name="T8" fmla="*/ 0 w 4961246"/>
              <a:gd name="T9" fmla="*/ 1928634296 h 13835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61246" h="1383527">
                <a:moveTo>
                  <a:pt x="4556098" y="0"/>
                </a:moveTo>
                <a:cubicBezTo>
                  <a:pt x="4797287" y="259080"/>
                  <a:pt x="5038477" y="518160"/>
                  <a:pt x="4937760" y="715617"/>
                </a:cubicBezTo>
                <a:cubicBezTo>
                  <a:pt x="4837044" y="913074"/>
                  <a:pt x="4607781" y="1095955"/>
                  <a:pt x="3951799" y="1184744"/>
                </a:cubicBezTo>
                <a:cubicBezTo>
                  <a:pt x="3295817" y="1273533"/>
                  <a:pt x="1660498" y="1215224"/>
                  <a:pt x="1001865" y="1248354"/>
                </a:cubicBezTo>
                <a:cubicBezTo>
                  <a:pt x="343232" y="1281484"/>
                  <a:pt x="171616" y="1332505"/>
                  <a:pt x="0" y="1383527"/>
                </a:cubicBezTo>
              </a:path>
            </a:pathLst>
          </a:custGeom>
          <a:noFill/>
          <a:ln w="44450" cap="flat" cmpd="sng" algn="ctr">
            <a:solidFill>
              <a:srgbClr val="FF0000"/>
            </a:solidFill>
            <a:prstDash val="solid"/>
            <a:round/>
            <a:headEnd type="none" w="med" len="med"/>
            <a:tailEnd type="triangl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77" name="Rectangle 34">
            <a:extLst>
              <a:ext uri="{FF2B5EF4-FFF2-40B4-BE49-F238E27FC236}">
                <a16:creationId xmlns:a16="http://schemas.microsoft.com/office/drawing/2014/main" id="{79E7E893-0DE4-36AC-CE98-B2AE1F53C4BE}"/>
              </a:ext>
            </a:extLst>
          </p:cNvPr>
          <p:cNvSpPr>
            <a:spLocks noChangeArrowheads="1"/>
          </p:cNvSpPr>
          <p:nvPr/>
        </p:nvSpPr>
        <p:spPr bwMode="auto">
          <a:xfrm>
            <a:off x="4886325" y="3479800"/>
            <a:ext cx="1895475" cy="200025"/>
          </a:xfrm>
          <a:prstGeom prst="rect">
            <a:avLst/>
          </a:prstGeom>
          <a:noFill/>
          <a:ln w="444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53278" name="Freeform 35">
            <a:extLst>
              <a:ext uri="{FF2B5EF4-FFF2-40B4-BE49-F238E27FC236}">
                <a16:creationId xmlns:a16="http://schemas.microsoft.com/office/drawing/2014/main" id="{A8CCDC32-2B47-541F-1020-BB2CB82E8485}"/>
              </a:ext>
            </a:extLst>
          </p:cNvPr>
          <p:cNvSpPr>
            <a:spLocks/>
          </p:cNvSpPr>
          <p:nvPr/>
        </p:nvSpPr>
        <p:spPr bwMode="auto">
          <a:xfrm>
            <a:off x="5316538" y="4660900"/>
            <a:ext cx="627062" cy="396875"/>
          </a:xfrm>
          <a:custGeom>
            <a:avLst/>
            <a:gdLst>
              <a:gd name="T0" fmla="*/ 0 w 4961246"/>
              <a:gd name="T1" fmla="*/ 0 h 1383527"/>
              <a:gd name="T2" fmla="*/ 0 w 4961246"/>
              <a:gd name="T3" fmla="*/ 0 h 1383527"/>
              <a:gd name="T4" fmla="*/ 0 w 4961246"/>
              <a:gd name="T5" fmla="*/ 0 h 1383527"/>
              <a:gd name="T6" fmla="*/ 0 w 4961246"/>
              <a:gd name="T7" fmla="*/ 0 h 1383527"/>
              <a:gd name="T8" fmla="*/ 0 w 4961246"/>
              <a:gd name="T9" fmla="*/ 0 h 13835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61246" h="1383527">
                <a:moveTo>
                  <a:pt x="4556098" y="0"/>
                </a:moveTo>
                <a:cubicBezTo>
                  <a:pt x="4797287" y="259080"/>
                  <a:pt x="5038477" y="518160"/>
                  <a:pt x="4937760" y="715617"/>
                </a:cubicBezTo>
                <a:cubicBezTo>
                  <a:pt x="4837044" y="913074"/>
                  <a:pt x="4607781" y="1095955"/>
                  <a:pt x="3951799" y="1184744"/>
                </a:cubicBezTo>
                <a:cubicBezTo>
                  <a:pt x="3295817" y="1273533"/>
                  <a:pt x="1660498" y="1215224"/>
                  <a:pt x="1001865" y="1248354"/>
                </a:cubicBezTo>
                <a:cubicBezTo>
                  <a:pt x="343232" y="1281484"/>
                  <a:pt x="171616" y="1332505"/>
                  <a:pt x="0" y="1383527"/>
                </a:cubicBezTo>
              </a:path>
            </a:pathLst>
          </a:custGeom>
          <a:noFill/>
          <a:ln w="44450" cap="flat" cmpd="sng" algn="ctr">
            <a:solidFill>
              <a:srgbClr val="FF0000"/>
            </a:solidFill>
            <a:prstDash val="solid"/>
            <a:round/>
            <a:headEnd type="none" w="med" len="med"/>
            <a:tailEnd type="triangl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79" name="TextBox 4">
            <a:extLst>
              <a:ext uri="{FF2B5EF4-FFF2-40B4-BE49-F238E27FC236}">
                <a16:creationId xmlns:a16="http://schemas.microsoft.com/office/drawing/2014/main" id="{AB835D7C-C94F-16C8-1F60-FDA2ED567AED}"/>
              </a:ext>
            </a:extLst>
          </p:cNvPr>
          <p:cNvSpPr txBox="1">
            <a:spLocks noChangeArrowheads="1"/>
          </p:cNvSpPr>
          <p:nvPr/>
        </p:nvSpPr>
        <p:spPr bwMode="auto">
          <a:xfrm>
            <a:off x="4640263" y="5264150"/>
            <a:ext cx="31321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600">
                <a:latin typeface="Times New Roman" panose="02020603050405020304" pitchFamily="18" charset="0"/>
              </a:rPr>
              <a:t>Worked in silo on technical. Dropped ball on building network</a:t>
            </a:r>
          </a:p>
        </p:txBody>
      </p:sp>
      <p:sp>
        <p:nvSpPr>
          <p:cNvPr id="53280" name="Freeform 37">
            <a:extLst>
              <a:ext uri="{FF2B5EF4-FFF2-40B4-BE49-F238E27FC236}">
                <a16:creationId xmlns:a16="http://schemas.microsoft.com/office/drawing/2014/main" id="{41212D6F-591D-FF57-5C78-5A7E8CBD7B43}"/>
              </a:ext>
            </a:extLst>
          </p:cNvPr>
          <p:cNvSpPr>
            <a:spLocks/>
          </p:cNvSpPr>
          <p:nvPr/>
        </p:nvSpPr>
        <p:spPr bwMode="auto">
          <a:xfrm>
            <a:off x="3810000" y="5318125"/>
            <a:ext cx="836613" cy="490538"/>
          </a:xfrm>
          <a:custGeom>
            <a:avLst/>
            <a:gdLst>
              <a:gd name="T0" fmla="*/ 0 w 4961246"/>
              <a:gd name="T1" fmla="*/ 0 h 1383527"/>
              <a:gd name="T2" fmla="*/ 0 w 4961246"/>
              <a:gd name="T3" fmla="*/ 0 h 1383527"/>
              <a:gd name="T4" fmla="*/ 0 w 4961246"/>
              <a:gd name="T5" fmla="*/ 0 h 1383527"/>
              <a:gd name="T6" fmla="*/ 0 w 4961246"/>
              <a:gd name="T7" fmla="*/ 0 h 1383527"/>
              <a:gd name="T8" fmla="*/ 0 w 4961246"/>
              <a:gd name="T9" fmla="*/ 0 h 13835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61246" h="1383527">
                <a:moveTo>
                  <a:pt x="4556098" y="0"/>
                </a:moveTo>
                <a:cubicBezTo>
                  <a:pt x="4797287" y="259080"/>
                  <a:pt x="5038477" y="518160"/>
                  <a:pt x="4937760" y="715617"/>
                </a:cubicBezTo>
                <a:cubicBezTo>
                  <a:pt x="4837044" y="913074"/>
                  <a:pt x="4607781" y="1095955"/>
                  <a:pt x="3951799" y="1184744"/>
                </a:cubicBezTo>
                <a:cubicBezTo>
                  <a:pt x="3295817" y="1273533"/>
                  <a:pt x="1660498" y="1215224"/>
                  <a:pt x="1001865" y="1248354"/>
                </a:cubicBezTo>
                <a:cubicBezTo>
                  <a:pt x="343232" y="1281484"/>
                  <a:pt x="171616" y="1332505"/>
                  <a:pt x="0" y="1383527"/>
                </a:cubicBezTo>
              </a:path>
            </a:pathLst>
          </a:custGeom>
          <a:noFill/>
          <a:ln w="44450" cap="flat" cmpd="sng" algn="ctr">
            <a:solidFill>
              <a:srgbClr val="FF0000"/>
            </a:solidFill>
            <a:prstDash val="solid"/>
            <a:round/>
            <a:headEnd type="none" w="med" len="med"/>
            <a:tailEnd type="triangl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 name="TextBox 5">
            <a:extLst>
              <a:ext uri="{FF2B5EF4-FFF2-40B4-BE49-F238E27FC236}">
                <a16:creationId xmlns:a16="http://schemas.microsoft.com/office/drawing/2014/main" id="{3F0C766C-E509-1B1B-CFD4-424BBA95FCB7}"/>
              </a:ext>
            </a:extLst>
          </p:cNvPr>
          <p:cNvSpPr txBox="1"/>
          <p:nvPr/>
        </p:nvSpPr>
        <p:spPr>
          <a:xfrm>
            <a:off x="4108450" y="5435600"/>
            <a:ext cx="458788" cy="584200"/>
          </a:xfrm>
          <a:prstGeom prst="rect">
            <a:avLst/>
          </a:prstGeom>
          <a:noFill/>
        </p:spPr>
        <p:txBody>
          <a:bodyPr wrap="none">
            <a:spAutoFit/>
          </a:bodyPr>
          <a:lstStyle/>
          <a:p>
            <a:pPr>
              <a:defRPr/>
            </a:pPr>
            <a:r>
              <a:rPr lang="en-US" b="1" dirty="0">
                <a:latin typeface="+mn-lt"/>
              </a:rPr>
              <a:t>X</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5">
            <a:extLst>
              <a:ext uri="{FF2B5EF4-FFF2-40B4-BE49-F238E27FC236}">
                <a16:creationId xmlns:a16="http://schemas.microsoft.com/office/drawing/2014/main" id="{9345AF3F-5A08-7EC0-2B79-4AF35EE7FC58}"/>
              </a:ext>
            </a:extLst>
          </p:cNvPr>
          <p:cNvSpPr>
            <a:spLocks noGrp="1" noChangeArrowheads="1"/>
          </p:cNvSpPr>
          <p:nvPr>
            <p:ph type="title"/>
          </p:nvPr>
        </p:nvSpPr>
        <p:spPr/>
        <p:txBody>
          <a:bodyPr/>
          <a:lstStyle/>
          <a:p>
            <a:r>
              <a:rPr lang="en-US" altLang="en-US"/>
              <a:t>Pro-tips for landing an offer</a:t>
            </a:r>
          </a:p>
        </p:txBody>
      </p:sp>
      <p:sp>
        <p:nvSpPr>
          <p:cNvPr id="55299" name="Content Placeholder 6">
            <a:extLst>
              <a:ext uri="{FF2B5EF4-FFF2-40B4-BE49-F238E27FC236}">
                <a16:creationId xmlns:a16="http://schemas.microsoft.com/office/drawing/2014/main" id="{6F51F5A9-D8C2-B1BC-0B0C-D20797D55771}"/>
              </a:ext>
            </a:extLst>
          </p:cNvPr>
          <p:cNvSpPr>
            <a:spLocks noGrp="1" noChangeArrowheads="1"/>
          </p:cNvSpPr>
          <p:nvPr>
            <p:ph idx="1"/>
          </p:nvPr>
        </p:nvSpPr>
        <p:spPr>
          <a:xfrm>
            <a:off x="1670050" y="804863"/>
            <a:ext cx="8763000" cy="5257800"/>
          </a:xfrm>
        </p:spPr>
        <p:txBody>
          <a:bodyPr/>
          <a:lstStyle/>
          <a:p>
            <a:r>
              <a:rPr lang="en-US" altLang="en-US" sz="2400"/>
              <a:t>Build and Leverage your network</a:t>
            </a:r>
            <a:endParaRPr lang="en-US" altLang="en-US" sz="2000"/>
          </a:p>
          <a:p>
            <a:pPr lvl="1"/>
            <a:r>
              <a:rPr lang="en-US" altLang="en-US" sz="2000"/>
              <a:t>Co-op/Intership is one of most effective tools</a:t>
            </a:r>
          </a:p>
          <a:p>
            <a:pPr lvl="1"/>
            <a:r>
              <a:rPr lang="en-US" altLang="en-US" sz="2000"/>
              <a:t>Establish relationships with folks who work in the field you are trying to get into</a:t>
            </a:r>
          </a:p>
          <a:p>
            <a:pPr lvl="1"/>
            <a:r>
              <a:rPr lang="en-US" altLang="en-US" sz="2000"/>
              <a:t>Grad students </a:t>
            </a:r>
            <a:r>
              <a:rPr lang="en-US" altLang="en-US" sz="2000">
                <a:sym typeface="Wingdings" panose="05000000000000000000" pitchFamily="2" charset="2"/>
              </a:rPr>
              <a:t></a:t>
            </a:r>
            <a:r>
              <a:rPr lang="en-US" altLang="en-US" sz="2000"/>
              <a:t> get to know those funding your research</a:t>
            </a:r>
          </a:p>
          <a:p>
            <a:pPr lvl="1"/>
            <a:endParaRPr lang="en-US" altLang="en-US" sz="2400"/>
          </a:p>
          <a:p>
            <a:r>
              <a:rPr lang="en-US" altLang="en-US" sz="2400"/>
              <a:t>Be professional in your dealings with others</a:t>
            </a:r>
          </a:p>
          <a:p>
            <a:pPr lvl="1"/>
            <a:r>
              <a:rPr lang="en-US" altLang="en-US" sz="2000"/>
              <a:t>Anyone you interact with is a potential future employer</a:t>
            </a:r>
            <a:endParaRPr lang="en-US" altLang="en-US" sz="2400"/>
          </a:p>
          <a:p>
            <a:r>
              <a:rPr lang="en-US" altLang="en-US" sz="2400"/>
              <a:t>Don’t burn bridges</a:t>
            </a:r>
          </a:p>
          <a:p>
            <a:pPr lvl="1"/>
            <a:r>
              <a:rPr lang="en-US" altLang="en-US" sz="2000"/>
              <a:t>The world gets smaller as you get more experienced</a:t>
            </a:r>
            <a:endParaRPr lang="en-US" altLang="en-US" sz="2400"/>
          </a:p>
          <a:p>
            <a:r>
              <a:rPr lang="en-US" altLang="en-US" sz="2400"/>
              <a:t>Present, Present, Present</a:t>
            </a:r>
          </a:p>
          <a:p>
            <a:endParaRPr lang="en-US" altLang="en-US" sz="2400"/>
          </a:p>
          <a:p>
            <a:r>
              <a:rPr lang="en-US" altLang="en-US" sz="2400"/>
              <a:t>Remember Landing the job is the </a:t>
            </a:r>
            <a:r>
              <a:rPr lang="en-US" altLang="en-US" sz="2400">
                <a:solidFill>
                  <a:srgbClr val="CC0000"/>
                </a:solidFill>
              </a:rPr>
              <a:t>beginning</a:t>
            </a:r>
            <a:r>
              <a:rPr lang="en-US" altLang="en-US" sz="2400"/>
              <a:t> of the interview</a:t>
            </a:r>
          </a:p>
          <a:p>
            <a:pPr lvl="1"/>
            <a:r>
              <a:rPr lang="en-US" altLang="en-US" sz="2000"/>
              <a:t>Over course of your career you will be evaluated many times</a:t>
            </a:r>
          </a:p>
        </p:txBody>
      </p:sp>
      <p:sp>
        <p:nvSpPr>
          <p:cNvPr id="55300" name="Slide Number Placeholder 4">
            <a:extLst>
              <a:ext uri="{FF2B5EF4-FFF2-40B4-BE49-F238E27FC236}">
                <a16:creationId xmlns:a16="http://schemas.microsoft.com/office/drawing/2014/main" id="{02E85847-9A51-4A96-7694-536EADE28173}"/>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B637B03A-4C51-4358-BD59-98647541C6DA}" type="slidenum">
              <a:rPr lang="en-US" altLang="en-US" sz="1400" smtClean="0"/>
              <a:pPr>
                <a:spcBef>
                  <a:spcPct val="0"/>
                </a:spcBef>
                <a:buFontTx/>
                <a:buNone/>
              </a:pPr>
              <a:t>19</a:t>
            </a:fld>
            <a:endParaRPr lang="en-US" altLang="en-US" sz="1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9178BDF5-8E98-3A65-F54C-D0FE4B5C1F12}"/>
              </a:ext>
            </a:extLst>
          </p:cNvPr>
          <p:cNvSpPr>
            <a:spLocks noGrp="1" noChangeArrowheads="1"/>
          </p:cNvSpPr>
          <p:nvPr>
            <p:ph type="title"/>
          </p:nvPr>
        </p:nvSpPr>
        <p:spPr/>
        <p:txBody>
          <a:bodyPr/>
          <a:lstStyle/>
          <a:p>
            <a:r>
              <a:rPr lang="en-US" altLang="en-US"/>
              <a:t>Get your brand off to the right start</a:t>
            </a:r>
          </a:p>
        </p:txBody>
      </p:sp>
      <p:sp>
        <p:nvSpPr>
          <p:cNvPr id="56323" name="Content Placeholder 2">
            <a:extLst>
              <a:ext uri="{FF2B5EF4-FFF2-40B4-BE49-F238E27FC236}">
                <a16:creationId xmlns:a16="http://schemas.microsoft.com/office/drawing/2014/main" id="{CDD45646-A93C-6433-4911-5128C5968E72}"/>
              </a:ext>
            </a:extLst>
          </p:cNvPr>
          <p:cNvSpPr>
            <a:spLocks noGrp="1" noChangeArrowheads="1"/>
          </p:cNvSpPr>
          <p:nvPr>
            <p:ph idx="1"/>
          </p:nvPr>
        </p:nvSpPr>
        <p:spPr>
          <a:xfrm>
            <a:off x="1544638" y="838200"/>
            <a:ext cx="8763000" cy="5486400"/>
          </a:xfrm>
        </p:spPr>
        <p:txBody>
          <a:bodyPr/>
          <a:lstStyle/>
          <a:p>
            <a:r>
              <a:rPr lang="en-US" altLang="en-US" sz="2400"/>
              <a:t>Your boss will ask you to do tasks you don’t know how to do</a:t>
            </a:r>
          </a:p>
          <a:p>
            <a:pPr lvl="1"/>
            <a:r>
              <a:rPr lang="en-US" altLang="en-US" sz="2000"/>
              <a:t>You are new, so there will be a lot of things you don’t know, and your boss and team know that  </a:t>
            </a:r>
          </a:p>
          <a:p>
            <a:pPr lvl="1"/>
            <a:r>
              <a:rPr lang="en-US" altLang="en-US" sz="2000"/>
              <a:t>You are expected to work with your team and leverage them</a:t>
            </a:r>
          </a:p>
          <a:p>
            <a:r>
              <a:rPr lang="en-US" altLang="en-US" sz="2400"/>
              <a:t>Leading with “don’t” and “can’t” excessively taints your brand</a:t>
            </a:r>
            <a:endParaRPr lang="en-US" altLang="en-US" sz="2000"/>
          </a:p>
          <a:p>
            <a:pPr lvl="1"/>
            <a:r>
              <a:rPr lang="en-US" altLang="en-US" sz="2000"/>
              <a:t>Seek guidance to extend yourself rather than </a:t>
            </a:r>
            <a:r>
              <a:rPr lang="en-US" altLang="en-US" sz="2000" b="1"/>
              <a:t>Stating</a:t>
            </a:r>
            <a:r>
              <a:rPr lang="en-US" altLang="en-US" sz="2000"/>
              <a:t> your gaps.</a:t>
            </a:r>
          </a:p>
          <a:p>
            <a:endParaRPr lang="en-US" altLang="en-US" sz="2400"/>
          </a:p>
          <a:p>
            <a:r>
              <a:rPr lang="en-US" altLang="en-US" sz="2400"/>
              <a:t>Consider your reaction to the two following people</a:t>
            </a:r>
          </a:p>
          <a:p>
            <a:pPr lvl="1"/>
            <a:r>
              <a:rPr lang="en-US" altLang="en-US" sz="2000"/>
              <a:t>Nat -- Intelligent, industrious, impulsive, critical, stubborn, envious</a:t>
            </a:r>
          </a:p>
          <a:p>
            <a:pPr lvl="1"/>
            <a:r>
              <a:rPr lang="en-US" altLang="en-US" sz="2000"/>
              <a:t>Pat -- Envious, stubborn, critical, impulsive, industrious, intelligent</a:t>
            </a:r>
          </a:p>
          <a:p>
            <a:r>
              <a:rPr lang="en-US" altLang="en-US" sz="2400"/>
              <a:t>First impressions carry more weight</a:t>
            </a:r>
          </a:p>
          <a:p>
            <a:pPr lvl="1"/>
            <a:r>
              <a:rPr lang="en-US" altLang="en-US" sz="2000"/>
              <a:t>Structure your messages to leverage the “halo effect”</a:t>
            </a:r>
          </a:p>
          <a:p>
            <a:pPr lvl="1"/>
            <a:r>
              <a:rPr lang="en-US" altLang="en-US" sz="2000"/>
              <a:t>Recognize when your judgment is also skewed by the halo effect</a:t>
            </a:r>
          </a:p>
          <a:p>
            <a:pPr lvl="1"/>
            <a:endParaRPr lang="en-US" altLang="en-US" sz="2000"/>
          </a:p>
          <a:p>
            <a:pPr lvl="1"/>
            <a:endParaRPr lang="en-US" altLang="en-US" sz="2000"/>
          </a:p>
        </p:txBody>
      </p:sp>
      <p:sp>
        <p:nvSpPr>
          <p:cNvPr id="56324" name="Slide Number Placeholder 3">
            <a:extLst>
              <a:ext uri="{FF2B5EF4-FFF2-40B4-BE49-F238E27FC236}">
                <a16:creationId xmlns:a16="http://schemas.microsoft.com/office/drawing/2014/main" id="{03F3A1D1-7925-CAAB-9E50-995EDF8C5939}"/>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16FE6EF5-0129-428F-B382-9199354EB84F}" type="slidenum">
              <a:rPr lang="en-US" altLang="en-US" sz="1400" smtClean="0"/>
              <a:pPr>
                <a:spcBef>
                  <a:spcPct val="0"/>
                </a:spcBef>
                <a:buFontTx/>
                <a:buNone/>
              </a:pPr>
              <a:t>20</a:t>
            </a:fld>
            <a:endParaRPr lang="en-US" altLang="en-US" sz="14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0CED006B-ED77-785C-7AA1-C6FC0DC6B092}"/>
              </a:ext>
            </a:extLst>
          </p:cNvPr>
          <p:cNvSpPr>
            <a:spLocks noGrp="1" noChangeArrowheads="1"/>
          </p:cNvSpPr>
          <p:nvPr>
            <p:ph type="title"/>
          </p:nvPr>
        </p:nvSpPr>
        <p:spPr/>
        <p:txBody>
          <a:bodyPr/>
          <a:lstStyle/>
          <a:p>
            <a:r>
              <a:rPr lang="en-US" altLang="en-US"/>
              <a:t>Reference point matters</a:t>
            </a:r>
          </a:p>
        </p:txBody>
      </p:sp>
      <p:sp>
        <p:nvSpPr>
          <p:cNvPr id="57347" name="Content Placeholder 2">
            <a:extLst>
              <a:ext uri="{FF2B5EF4-FFF2-40B4-BE49-F238E27FC236}">
                <a16:creationId xmlns:a16="http://schemas.microsoft.com/office/drawing/2014/main" id="{EBA20DE3-1F6C-B241-2BA5-D83CC878122B}"/>
              </a:ext>
            </a:extLst>
          </p:cNvPr>
          <p:cNvSpPr>
            <a:spLocks noGrp="1" noChangeArrowheads="1"/>
          </p:cNvSpPr>
          <p:nvPr>
            <p:ph idx="1"/>
          </p:nvPr>
        </p:nvSpPr>
        <p:spPr>
          <a:xfrm>
            <a:off x="1558925" y="838200"/>
            <a:ext cx="8763000" cy="3962400"/>
          </a:xfrm>
        </p:spPr>
        <p:txBody>
          <a:bodyPr/>
          <a:lstStyle/>
          <a:p>
            <a:r>
              <a:rPr lang="en-US" altLang="en-US" dirty="0"/>
              <a:t>Cup is half-full vs. half-empty</a:t>
            </a:r>
          </a:p>
          <a:p>
            <a:pPr lvl="1"/>
            <a:r>
              <a:rPr lang="en-US" altLang="en-US" dirty="0"/>
              <a:t>Driving incremental performance improvement</a:t>
            </a:r>
          </a:p>
          <a:p>
            <a:pPr marL="914400" lvl="2" indent="0">
              <a:buFontTx/>
              <a:buNone/>
            </a:pPr>
            <a:r>
              <a:rPr lang="en-US" altLang="en-US" dirty="0"/>
              <a:t>versus</a:t>
            </a:r>
          </a:p>
          <a:p>
            <a:pPr lvl="1"/>
            <a:r>
              <a:rPr lang="en-US" altLang="en-US" dirty="0"/>
              <a:t>Reducing past lost opportunities</a:t>
            </a:r>
          </a:p>
          <a:p>
            <a:r>
              <a:rPr lang="en-US" altLang="en-US" dirty="0"/>
              <a:t>Consider your words carefully</a:t>
            </a:r>
          </a:p>
          <a:p>
            <a:pPr lvl="1"/>
            <a:r>
              <a:rPr lang="en-US" altLang="en-US" dirty="0"/>
              <a:t>Good news can easily be made to sound bad</a:t>
            </a:r>
          </a:p>
          <a:p>
            <a:pPr lvl="1"/>
            <a:r>
              <a:rPr lang="en-US" altLang="en-US" dirty="0"/>
              <a:t>Objective is to frame a story so that it make you AND your team look good</a:t>
            </a:r>
          </a:p>
          <a:p>
            <a:pPr lvl="1"/>
            <a:r>
              <a:rPr lang="en-US" altLang="en-US" dirty="0"/>
              <a:t>Get someone to peer review your presentations</a:t>
            </a:r>
          </a:p>
        </p:txBody>
      </p:sp>
      <p:sp>
        <p:nvSpPr>
          <p:cNvPr id="57348" name="Slide Number Placeholder 3">
            <a:extLst>
              <a:ext uri="{FF2B5EF4-FFF2-40B4-BE49-F238E27FC236}">
                <a16:creationId xmlns:a16="http://schemas.microsoft.com/office/drawing/2014/main" id="{0E1524E8-879D-7A76-CFF1-2A6B95CACB35}"/>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52FCD96A-8BEC-400E-836A-009AFEBAA3CE}" type="slidenum">
              <a:rPr lang="en-US" altLang="en-US" sz="1400" smtClean="0"/>
              <a:pPr>
                <a:spcBef>
                  <a:spcPct val="0"/>
                </a:spcBef>
                <a:buFontTx/>
                <a:buNone/>
              </a:pPr>
              <a:t>21</a:t>
            </a:fld>
            <a:endParaRPr lang="en-US" altLang="en-US" sz="14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E97411C8-C987-B480-EA59-37FF610056FD}"/>
              </a:ext>
            </a:extLst>
          </p:cNvPr>
          <p:cNvSpPr>
            <a:spLocks noGrp="1" noChangeArrowheads="1"/>
          </p:cNvSpPr>
          <p:nvPr>
            <p:ph type="title"/>
          </p:nvPr>
        </p:nvSpPr>
        <p:spPr>
          <a:xfrm>
            <a:off x="1677988" y="20638"/>
            <a:ext cx="8763000" cy="681037"/>
          </a:xfrm>
        </p:spPr>
        <p:txBody>
          <a:bodyPr/>
          <a:lstStyle/>
          <a:p>
            <a:r>
              <a:rPr lang="en-US" altLang="en-US"/>
              <a:t>Communicating a Vision is Not Easy</a:t>
            </a:r>
          </a:p>
        </p:txBody>
      </p:sp>
      <p:sp>
        <p:nvSpPr>
          <p:cNvPr id="58371" name="Slide Number Placeholder 3">
            <a:extLst>
              <a:ext uri="{FF2B5EF4-FFF2-40B4-BE49-F238E27FC236}">
                <a16:creationId xmlns:a16="http://schemas.microsoft.com/office/drawing/2014/main" id="{59D07DE1-51B2-4C59-3786-22BBA2475C04}"/>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9E080552-DF40-4D28-8DF0-AC9C4CEDE63C}" type="slidenum">
              <a:rPr lang="en-US" altLang="en-US" sz="1400" smtClean="0"/>
              <a:pPr>
                <a:spcBef>
                  <a:spcPct val="0"/>
                </a:spcBef>
                <a:buFontTx/>
                <a:buNone/>
              </a:pPr>
              <a:t>22</a:t>
            </a:fld>
            <a:endParaRPr lang="en-US" altLang="en-US" sz="1400"/>
          </a:p>
        </p:txBody>
      </p:sp>
      <p:sp>
        <p:nvSpPr>
          <p:cNvPr id="58372" name="Rectangle 5">
            <a:extLst>
              <a:ext uri="{FF2B5EF4-FFF2-40B4-BE49-F238E27FC236}">
                <a16:creationId xmlns:a16="http://schemas.microsoft.com/office/drawing/2014/main" id="{867923D8-333F-BB48-60A0-2A7E33BC0385}"/>
              </a:ext>
            </a:extLst>
          </p:cNvPr>
          <p:cNvSpPr>
            <a:spLocks noChangeArrowheads="1"/>
          </p:cNvSpPr>
          <p:nvPr/>
        </p:nvSpPr>
        <p:spPr bwMode="auto">
          <a:xfrm>
            <a:off x="1876425" y="5711825"/>
            <a:ext cx="8362950" cy="609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b="1">
              <a:latin typeface="Times New Roman" panose="02020603050405020304" pitchFamily="18" charset="0"/>
            </a:endParaRPr>
          </a:p>
        </p:txBody>
      </p:sp>
      <p:sp>
        <p:nvSpPr>
          <p:cNvPr id="7" name="TextBox 6">
            <a:extLst>
              <a:ext uri="{FF2B5EF4-FFF2-40B4-BE49-F238E27FC236}">
                <a16:creationId xmlns:a16="http://schemas.microsoft.com/office/drawing/2014/main" id="{F6048A5F-C7D6-CAAF-3851-EE99BD48E5D8}"/>
              </a:ext>
            </a:extLst>
          </p:cNvPr>
          <p:cNvSpPr txBox="1"/>
          <p:nvPr/>
        </p:nvSpPr>
        <p:spPr>
          <a:xfrm>
            <a:off x="5972175" y="5711825"/>
            <a:ext cx="1616075" cy="738188"/>
          </a:xfrm>
          <a:prstGeom prst="rect">
            <a:avLst/>
          </a:prstGeom>
          <a:noFill/>
        </p:spPr>
        <p:txBody>
          <a:bodyPr>
            <a:spAutoFit/>
          </a:bodyPr>
          <a:lstStyle/>
          <a:p>
            <a:pPr algn="ctr">
              <a:defRPr/>
            </a:pPr>
            <a:r>
              <a:rPr lang="en-US" sz="1400" b="1" dirty="0">
                <a:latin typeface="+mj-lt"/>
              </a:rPr>
              <a:t>How Risk Assessment Described it</a:t>
            </a:r>
          </a:p>
        </p:txBody>
      </p:sp>
      <p:sp>
        <p:nvSpPr>
          <p:cNvPr id="8" name="TextBox 7">
            <a:extLst>
              <a:ext uri="{FF2B5EF4-FFF2-40B4-BE49-F238E27FC236}">
                <a16:creationId xmlns:a16="http://schemas.microsoft.com/office/drawing/2014/main" id="{D722F567-E21A-C919-3B81-908C1A82508E}"/>
              </a:ext>
            </a:extLst>
          </p:cNvPr>
          <p:cNvSpPr txBox="1"/>
          <p:nvPr/>
        </p:nvSpPr>
        <p:spPr>
          <a:xfrm>
            <a:off x="6156325" y="2657475"/>
            <a:ext cx="1382713" cy="954088"/>
          </a:xfrm>
          <a:prstGeom prst="rect">
            <a:avLst/>
          </a:prstGeom>
          <a:noFill/>
        </p:spPr>
        <p:txBody>
          <a:bodyPr>
            <a:spAutoFit/>
          </a:bodyPr>
          <a:lstStyle/>
          <a:p>
            <a:pPr algn="ctr">
              <a:defRPr/>
            </a:pPr>
            <a:r>
              <a:rPr lang="en-US" sz="1400" b="1" dirty="0">
                <a:latin typeface="+mj-lt"/>
              </a:rPr>
              <a:t>What the Funding</a:t>
            </a:r>
          </a:p>
          <a:p>
            <a:pPr algn="ctr">
              <a:defRPr/>
            </a:pPr>
            <a:r>
              <a:rPr lang="en-US" sz="1400" b="1" dirty="0">
                <a:latin typeface="+mj-lt"/>
              </a:rPr>
              <a:t>Actually  Allowed</a:t>
            </a:r>
          </a:p>
        </p:txBody>
      </p:sp>
      <p:sp>
        <p:nvSpPr>
          <p:cNvPr id="9" name="TextBox 8">
            <a:extLst>
              <a:ext uri="{FF2B5EF4-FFF2-40B4-BE49-F238E27FC236}">
                <a16:creationId xmlns:a16="http://schemas.microsoft.com/office/drawing/2014/main" id="{EA8FC642-DC63-9D52-1CB3-B6B465E6E009}"/>
              </a:ext>
            </a:extLst>
          </p:cNvPr>
          <p:cNvSpPr txBox="1"/>
          <p:nvPr/>
        </p:nvSpPr>
        <p:spPr>
          <a:xfrm>
            <a:off x="1743075" y="5691188"/>
            <a:ext cx="1082675" cy="738187"/>
          </a:xfrm>
          <a:prstGeom prst="rect">
            <a:avLst/>
          </a:prstGeom>
          <a:noFill/>
        </p:spPr>
        <p:txBody>
          <a:bodyPr>
            <a:spAutoFit/>
          </a:bodyPr>
          <a:lstStyle/>
          <a:p>
            <a:pPr algn="ctr">
              <a:defRPr/>
            </a:pPr>
            <a:r>
              <a:rPr lang="en-US" sz="1400" b="1" dirty="0">
                <a:latin typeface="+mj-lt"/>
              </a:rPr>
              <a:t>How the estimator bid it</a:t>
            </a:r>
          </a:p>
        </p:txBody>
      </p:sp>
      <p:sp>
        <p:nvSpPr>
          <p:cNvPr id="10" name="TextBox 9">
            <a:extLst>
              <a:ext uri="{FF2B5EF4-FFF2-40B4-BE49-F238E27FC236}">
                <a16:creationId xmlns:a16="http://schemas.microsoft.com/office/drawing/2014/main" id="{5BACD035-212F-7300-C935-ED6A889118B9}"/>
              </a:ext>
            </a:extLst>
          </p:cNvPr>
          <p:cNvSpPr txBox="1"/>
          <p:nvPr/>
        </p:nvSpPr>
        <p:spPr>
          <a:xfrm>
            <a:off x="7466013" y="5711825"/>
            <a:ext cx="1630362" cy="523875"/>
          </a:xfrm>
          <a:prstGeom prst="rect">
            <a:avLst/>
          </a:prstGeom>
          <a:noFill/>
        </p:spPr>
        <p:txBody>
          <a:bodyPr>
            <a:spAutoFit/>
          </a:bodyPr>
          <a:lstStyle/>
          <a:p>
            <a:pPr algn="ctr">
              <a:defRPr/>
            </a:pPr>
            <a:r>
              <a:rPr lang="en-US" sz="1400" b="1" dirty="0">
                <a:latin typeface="+mj-lt"/>
              </a:rPr>
              <a:t>How it was Documented</a:t>
            </a:r>
          </a:p>
        </p:txBody>
      </p:sp>
      <p:sp>
        <p:nvSpPr>
          <p:cNvPr id="11" name="TextBox 10">
            <a:extLst>
              <a:ext uri="{FF2B5EF4-FFF2-40B4-BE49-F238E27FC236}">
                <a16:creationId xmlns:a16="http://schemas.microsoft.com/office/drawing/2014/main" id="{07B21D2C-738C-70D2-E256-8A07F8F63455}"/>
              </a:ext>
            </a:extLst>
          </p:cNvPr>
          <p:cNvSpPr txBox="1"/>
          <p:nvPr/>
        </p:nvSpPr>
        <p:spPr>
          <a:xfrm>
            <a:off x="9029700" y="5711825"/>
            <a:ext cx="1471613" cy="738188"/>
          </a:xfrm>
          <a:prstGeom prst="rect">
            <a:avLst/>
          </a:prstGeom>
          <a:noFill/>
        </p:spPr>
        <p:txBody>
          <a:bodyPr>
            <a:spAutoFit/>
          </a:bodyPr>
          <a:lstStyle/>
          <a:p>
            <a:pPr algn="ctr">
              <a:defRPr/>
            </a:pPr>
            <a:r>
              <a:rPr lang="en-US" sz="1400" b="1" dirty="0">
                <a:latin typeface="+mj-lt"/>
              </a:rPr>
              <a:t>How it was Billed to the BTL</a:t>
            </a:r>
          </a:p>
        </p:txBody>
      </p:sp>
      <p:sp>
        <p:nvSpPr>
          <p:cNvPr id="12" name="TextBox 11">
            <a:extLst>
              <a:ext uri="{FF2B5EF4-FFF2-40B4-BE49-F238E27FC236}">
                <a16:creationId xmlns:a16="http://schemas.microsoft.com/office/drawing/2014/main" id="{90699DA3-0254-1AC9-D9BA-9D9769930600}"/>
              </a:ext>
            </a:extLst>
          </p:cNvPr>
          <p:cNvSpPr txBox="1"/>
          <p:nvPr/>
        </p:nvSpPr>
        <p:spPr>
          <a:xfrm>
            <a:off x="3032125" y="2657475"/>
            <a:ext cx="1617663" cy="739775"/>
          </a:xfrm>
          <a:prstGeom prst="rect">
            <a:avLst/>
          </a:prstGeom>
          <a:noFill/>
        </p:spPr>
        <p:txBody>
          <a:bodyPr>
            <a:spAutoFit/>
          </a:bodyPr>
          <a:lstStyle/>
          <a:p>
            <a:pPr algn="ctr">
              <a:defRPr/>
            </a:pPr>
            <a:r>
              <a:rPr lang="en-US" sz="1400" b="1" dirty="0">
                <a:latin typeface="+mj-lt"/>
              </a:rPr>
              <a:t>How it was pitched to Management</a:t>
            </a:r>
          </a:p>
        </p:txBody>
      </p:sp>
      <p:sp>
        <p:nvSpPr>
          <p:cNvPr id="14" name="TextBox 13">
            <a:extLst>
              <a:ext uri="{FF2B5EF4-FFF2-40B4-BE49-F238E27FC236}">
                <a16:creationId xmlns:a16="http://schemas.microsoft.com/office/drawing/2014/main" id="{6F3A7B52-A39B-5E57-5F8B-48E5C65729D3}"/>
              </a:ext>
            </a:extLst>
          </p:cNvPr>
          <p:cNvSpPr txBox="1"/>
          <p:nvPr/>
        </p:nvSpPr>
        <p:spPr>
          <a:xfrm>
            <a:off x="1743075" y="2657475"/>
            <a:ext cx="1381125" cy="523875"/>
          </a:xfrm>
          <a:prstGeom prst="rect">
            <a:avLst/>
          </a:prstGeom>
          <a:noFill/>
        </p:spPr>
        <p:txBody>
          <a:bodyPr>
            <a:spAutoFit/>
          </a:bodyPr>
          <a:lstStyle/>
          <a:p>
            <a:pPr algn="ctr">
              <a:defRPr/>
            </a:pPr>
            <a:r>
              <a:rPr lang="en-US" sz="1400" b="1" dirty="0">
                <a:latin typeface="+mj-lt"/>
              </a:rPr>
              <a:t>What Group Lead Wanted</a:t>
            </a:r>
          </a:p>
        </p:txBody>
      </p:sp>
      <p:sp>
        <p:nvSpPr>
          <p:cNvPr id="15" name="TextBox 14">
            <a:extLst>
              <a:ext uri="{FF2B5EF4-FFF2-40B4-BE49-F238E27FC236}">
                <a16:creationId xmlns:a16="http://schemas.microsoft.com/office/drawing/2014/main" id="{D1CF4853-F26A-56E3-9587-481F0546F82D}"/>
              </a:ext>
            </a:extLst>
          </p:cNvPr>
          <p:cNvSpPr txBox="1"/>
          <p:nvPr/>
        </p:nvSpPr>
        <p:spPr>
          <a:xfrm>
            <a:off x="4557713" y="5711825"/>
            <a:ext cx="1338262" cy="954088"/>
          </a:xfrm>
          <a:prstGeom prst="rect">
            <a:avLst/>
          </a:prstGeom>
          <a:noFill/>
        </p:spPr>
        <p:txBody>
          <a:bodyPr>
            <a:spAutoFit/>
          </a:bodyPr>
          <a:lstStyle/>
          <a:p>
            <a:pPr algn="ctr">
              <a:defRPr/>
            </a:pPr>
            <a:r>
              <a:rPr lang="en-US" sz="1400" b="1" dirty="0">
                <a:latin typeface="+mj-lt"/>
              </a:rPr>
              <a:t>What Inspection Group Expected</a:t>
            </a:r>
          </a:p>
        </p:txBody>
      </p:sp>
      <p:sp>
        <p:nvSpPr>
          <p:cNvPr id="17" name="TextBox 16">
            <a:extLst>
              <a:ext uri="{FF2B5EF4-FFF2-40B4-BE49-F238E27FC236}">
                <a16:creationId xmlns:a16="http://schemas.microsoft.com/office/drawing/2014/main" id="{28AA6F7B-A8B9-8B13-56D9-D604028FA107}"/>
              </a:ext>
            </a:extLst>
          </p:cNvPr>
          <p:cNvSpPr txBox="1"/>
          <p:nvPr/>
        </p:nvSpPr>
        <p:spPr>
          <a:xfrm>
            <a:off x="3262313" y="5711825"/>
            <a:ext cx="1252537" cy="523875"/>
          </a:xfrm>
          <a:prstGeom prst="rect">
            <a:avLst/>
          </a:prstGeom>
          <a:noFill/>
        </p:spPr>
        <p:txBody>
          <a:bodyPr>
            <a:spAutoFit/>
          </a:bodyPr>
          <a:lstStyle/>
          <a:p>
            <a:pPr algn="ctr">
              <a:defRPr/>
            </a:pPr>
            <a:r>
              <a:rPr lang="en-US" sz="1400" b="1" dirty="0">
                <a:latin typeface="+mj-lt"/>
              </a:rPr>
              <a:t>How it was  built</a:t>
            </a:r>
          </a:p>
        </p:txBody>
      </p:sp>
      <p:pic>
        <p:nvPicPr>
          <p:cNvPr id="58382" name="Picture 20">
            <a:extLst>
              <a:ext uri="{FF2B5EF4-FFF2-40B4-BE49-F238E27FC236}">
                <a16:creationId xmlns:a16="http://schemas.microsoft.com/office/drawing/2014/main" id="{AC77C58B-B651-4AEB-7AFF-7CB420640CD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704850"/>
            <a:ext cx="1400175" cy="202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3" name="Picture 21">
            <a:extLst>
              <a:ext uri="{FF2B5EF4-FFF2-40B4-BE49-F238E27FC236}">
                <a16:creationId xmlns:a16="http://schemas.microsoft.com/office/drawing/2014/main" id="{CA41CE7C-64EC-78A8-CEEF-2FB73517A17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86113" y="704850"/>
            <a:ext cx="1400175" cy="202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4" name="Picture 22">
            <a:extLst>
              <a:ext uri="{FF2B5EF4-FFF2-40B4-BE49-F238E27FC236}">
                <a16:creationId xmlns:a16="http://schemas.microsoft.com/office/drawing/2014/main" id="{A3E40057-F3CD-014C-A74B-BE8D837581B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673975" y="704850"/>
            <a:ext cx="1370013" cy="202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5" name="Picture 23">
            <a:extLst>
              <a:ext uri="{FF2B5EF4-FFF2-40B4-BE49-F238E27FC236}">
                <a16:creationId xmlns:a16="http://schemas.microsoft.com/office/drawing/2014/main" id="{FB7A2C1A-5F2A-8590-939F-295A17D59980}"/>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9126538" y="704850"/>
            <a:ext cx="1389062" cy="203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6" name="Picture 24">
            <a:extLst>
              <a:ext uri="{FF2B5EF4-FFF2-40B4-BE49-F238E27FC236}">
                <a16:creationId xmlns:a16="http://schemas.microsoft.com/office/drawing/2014/main" id="{FFF49F5B-C604-669C-71F4-0DEFA701E1D9}"/>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184900" y="704850"/>
            <a:ext cx="1411288" cy="202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Box 25">
            <a:extLst>
              <a:ext uri="{FF2B5EF4-FFF2-40B4-BE49-F238E27FC236}">
                <a16:creationId xmlns:a16="http://schemas.microsoft.com/office/drawing/2014/main" id="{B593A99F-479A-DA4B-2D07-095F0C8BAA9C}"/>
              </a:ext>
            </a:extLst>
          </p:cNvPr>
          <p:cNvSpPr txBox="1"/>
          <p:nvPr/>
        </p:nvSpPr>
        <p:spPr>
          <a:xfrm>
            <a:off x="7640638" y="2657475"/>
            <a:ext cx="1304925" cy="739775"/>
          </a:xfrm>
          <a:prstGeom prst="rect">
            <a:avLst/>
          </a:prstGeom>
          <a:noFill/>
        </p:spPr>
        <p:txBody>
          <a:bodyPr>
            <a:spAutoFit/>
          </a:bodyPr>
          <a:lstStyle/>
          <a:p>
            <a:pPr algn="ctr">
              <a:defRPr/>
            </a:pPr>
            <a:r>
              <a:rPr lang="en-US" sz="1400" b="1" dirty="0">
                <a:latin typeface="+mj-lt"/>
              </a:rPr>
              <a:t>Preliminary Engineering Design</a:t>
            </a:r>
          </a:p>
        </p:txBody>
      </p:sp>
      <p:pic>
        <p:nvPicPr>
          <p:cNvPr id="58388" name="Picture 26">
            <a:extLst>
              <a:ext uri="{FF2B5EF4-FFF2-40B4-BE49-F238E27FC236}">
                <a16:creationId xmlns:a16="http://schemas.microsoft.com/office/drawing/2014/main" id="{12B795DE-0642-21DE-3FD7-66F0F27B500B}"/>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6127750" y="3662363"/>
            <a:ext cx="1446213" cy="2128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extBox 27">
            <a:extLst>
              <a:ext uri="{FF2B5EF4-FFF2-40B4-BE49-F238E27FC236}">
                <a16:creationId xmlns:a16="http://schemas.microsoft.com/office/drawing/2014/main" id="{C8DBFC05-7735-05C4-9198-D0552BA18E41}"/>
              </a:ext>
            </a:extLst>
          </p:cNvPr>
          <p:cNvSpPr txBox="1"/>
          <p:nvPr/>
        </p:nvSpPr>
        <p:spPr>
          <a:xfrm>
            <a:off x="9109075" y="2657475"/>
            <a:ext cx="1311275" cy="739775"/>
          </a:xfrm>
          <a:prstGeom prst="rect">
            <a:avLst/>
          </a:prstGeom>
          <a:noFill/>
        </p:spPr>
        <p:txBody>
          <a:bodyPr>
            <a:spAutoFit/>
          </a:bodyPr>
          <a:lstStyle/>
          <a:p>
            <a:pPr algn="ctr">
              <a:defRPr/>
            </a:pPr>
            <a:r>
              <a:rPr lang="en-US" sz="1400" b="1" dirty="0">
                <a:latin typeface="+mj-lt"/>
              </a:rPr>
              <a:t>Final Engineering Design</a:t>
            </a:r>
          </a:p>
        </p:txBody>
      </p:sp>
      <p:pic>
        <p:nvPicPr>
          <p:cNvPr id="58390" name="Picture 28">
            <a:extLst>
              <a:ext uri="{FF2B5EF4-FFF2-40B4-BE49-F238E27FC236}">
                <a16:creationId xmlns:a16="http://schemas.microsoft.com/office/drawing/2014/main" id="{D5E44708-B49B-0392-76C5-ADF694975EF3}"/>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9080500" y="3662363"/>
            <a:ext cx="1404938" cy="210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91" name="Picture 29">
            <a:extLst>
              <a:ext uri="{FF2B5EF4-FFF2-40B4-BE49-F238E27FC236}">
                <a16:creationId xmlns:a16="http://schemas.microsoft.com/office/drawing/2014/main" id="{891F25B9-9AEC-F42C-4B24-56172CAD4933}"/>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7566025" y="3662363"/>
            <a:ext cx="1425575" cy="2128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92" name="Picture 30">
            <a:extLst>
              <a:ext uri="{FF2B5EF4-FFF2-40B4-BE49-F238E27FC236}">
                <a16:creationId xmlns:a16="http://schemas.microsoft.com/office/drawing/2014/main" id="{275B192C-FC6D-3C0B-4CE7-A3902FA2BF2A}"/>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3119438" y="3662363"/>
            <a:ext cx="1446212" cy="2128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93" name="Picture 31">
            <a:extLst>
              <a:ext uri="{FF2B5EF4-FFF2-40B4-BE49-F238E27FC236}">
                <a16:creationId xmlns:a16="http://schemas.microsoft.com/office/drawing/2014/main" id="{48E5ECC4-C3BC-51EE-E38F-DE7C88B22818}"/>
              </a:ext>
            </a:extLst>
          </p:cNvPr>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4629150" y="3662363"/>
            <a:ext cx="1425575" cy="211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94" name="Picture 32">
            <a:extLst>
              <a:ext uri="{FF2B5EF4-FFF2-40B4-BE49-F238E27FC236}">
                <a16:creationId xmlns:a16="http://schemas.microsoft.com/office/drawing/2014/main" id="{7B2CA77A-8222-142B-2958-C34A550BE68C}"/>
              </a:ext>
            </a:extLst>
          </p:cNvPr>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4699000" y="704850"/>
            <a:ext cx="1379538" cy="203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TextBox 33">
            <a:extLst>
              <a:ext uri="{FF2B5EF4-FFF2-40B4-BE49-F238E27FC236}">
                <a16:creationId xmlns:a16="http://schemas.microsoft.com/office/drawing/2014/main" id="{69B3604E-CA9C-9404-28D8-1649C70E49AF}"/>
              </a:ext>
            </a:extLst>
          </p:cNvPr>
          <p:cNvSpPr txBox="1"/>
          <p:nvPr/>
        </p:nvSpPr>
        <p:spPr>
          <a:xfrm>
            <a:off x="4594225" y="2657475"/>
            <a:ext cx="1601788" cy="954088"/>
          </a:xfrm>
          <a:prstGeom prst="rect">
            <a:avLst/>
          </a:prstGeom>
          <a:noFill/>
        </p:spPr>
        <p:txBody>
          <a:bodyPr>
            <a:spAutoFit/>
          </a:bodyPr>
          <a:lstStyle/>
          <a:p>
            <a:pPr algn="ctr">
              <a:defRPr/>
            </a:pPr>
            <a:r>
              <a:rPr lang="en-US" sz="1400" b="1" dirty="0">
                <a:latin typeface="+mj-lt"/>
              </a:rPr>
              <a:t>Scope Management Approved and Funded</a:t>
            </a:r>
          </a:p>
        </p:txBody>
      </p:sp>
      <p:pic>
        <p:nvPicPr>
          <p:cNvPr id="58396" name="Picture 34">
            <a:extLst>
              <a:ext uri="{FF2B5EF4-FFF2-40B4-BE49-F238E27FC236}">
                <a16:creationId xmlns:a16="http://schemas.microsoft.com/office/drawing/2014/main" id="{65A97C0A-BCB4-2780-B2C0-FAE67BBB37DA}"/>
              </a:ext>
            </a:extLst>
          </p:cNvPr>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1641475" y="3662363"/>
            <a:ext cx="1425575" cy="206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2">
            <a:extLst>
              <a:ext uri="{FF2B5EF4-FFF2-40B4-BE49-F238E27FC236}">
                <a16:creationId xmlns:a16="http://schemas.microsoft.com/office/drawing/2014/main" id="{B7B09879-0EE5-68EE-E101-2FD3F58F7DF2}"/>
              </a:ext>
            </a:extLst>
          </p:cNvPr>
          <p:cNvSpPr>
            <a:spLocks noGrp="1" noChangeArrowheads="1"/>
          </p:cNvSpPr>
          <p:nvPr>
            <p:ph type="title"/>
          </p:nvPr>
        </p:nvSpPr>
        <p:spPr/>
        <p:txBody>
          <a:bodyPr/>
          <a:lstStyle/>
          <a:p>
            <a:r>
              <a:rPr lang="en-US" altLang="en-US"/>
              <a:t>Where Programs of Change Fail</a:t>
            </a:r>
          </a:p>
        </p:txBody>
      </p:sp>
      <p:pic>
        <p:nvPicPr>
          <p:cNvPr id="59395" name="Picture 3">
            <a:extLst>
              <a:ext uri="{FF2B5EF4-FFF2-40B4-BE49-F238E27FC236}">
                <a16:creationId xmlns:a16="http://schemas.microsoft.com/office/drawing/2014/main" id="{AA8DC335-A02A-06B9-5E60-89E1F8D7469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5800" y="992188"/>
            <a:ext cx="4149725"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6" name="Picture 4">
            <a:extLst>
              <a:ext uri="{FF2B5EF4-FFF2-40B4-BE49-F238E27FC236}">
                <a16:creationId xmlns:a16="http://schemas.microsoft.com/office/drawing/2014/main" id="{EEDBB2E0-C31E-77F4-7A3F-6DAB033A889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44613" y="1616075"/>
            <a:ext cx="427196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7" name="Picture 5">
            <a:extLst>
              <a:ext uri="{FF2B5EF4-FFF2-40B4-BE49-F238E27FC236}">
                <a16:creationId xmlns:a16="http://schemas.microsoft.com/office/drawing/2014/main" id="{73C0AB0A-81FB-716C-8585-804A83EE5A6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795463" y="2297113"/>
            <a:ext cx="3367087"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8" name="Picture 6">
            <a:extLst>
              <a:ext uri="{FF2B5EF4-FFF2-40B4-BE49-F238E27FC236}">
                <a16:creationId xmlns:a16="http://schemas.microsoft.com/office/drawing/2014/main" id="{B48BEE2C-B79A-8DD5-A9EC-4B6485E92CCC}"/>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251075" y="2790825"/>
            <a:ext cx="4410075"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9" name="Picture 7">
            <a:extLst>
              <a:ext uri="{FF2B5EF4-FFF2-40B4-BE49-F238E27FC236}">
                <a16:creationId xmlns:a16="http://schemas.microsoft.com/office/drawing/2014/main" id="{EC398F6C-089A-A3AE-7EDA-D2E46E47DDD7}"/>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749550" y="3489325"/>
            <a:ext cx="506730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400" name="Picture 8">
            <a:extLst>
              <a:ext uri="{FF2B5EF4-FFF2-40B4-BE49-F238E27FC236}">
                <a16:creationId xmlns:a16="http://schemas.microsoft.com/office/drawing/2014/main" id="{35939164-4A1E-D1C0-4ED3-55603937361F}"/>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3262313" y="4143375"/>
            <a:ext cx="4929187" cy="65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401" name="Picture 9">
            <a:extLst>
              <a:ext uri="{FF2B5EF4-FFF2-40B4-BE49-F238E27FC236}">
                <a16:creationId xmlns:a16="http://schemas.microsoft.com/office/drawing/2014/main" id="{9979DFF0-D6B4-E0BC-A590-46AEB853BA65}"/>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3671888" y="4881563"/>
            <a:ext cx="4691062"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402" name="Picture 10">
            <a:extLst>
              <a:ext uri="{FF2B5EF4-FFF2-40B4-BE49-F238E27FC236}">
                <a16:creationId xmlns:a16="http://schemas.microsoft.com/office/drawing/2014/main" id="{A6A08121-B86E-99B7-2D40-A695C2C21772}"/>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4373563" y="5467350"/>
            <a:ext cx="46101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Content Placeholder 1">
            <a:extLst>
              <a:ext uri="{FF2B5EF4-FFF2-40B4-BE49-F238E27FC236}">
                <a16:creationId xmlns:a16="http://schemas.microsoft.com/office/drawing/2014/main" id="{F8B382EC-AFF5-EC63-A657-9A6F4F1B0A8F}"/>
              </a:ext>
            </a:extLst>
          </p:cNvPr>
          <p:cNvSpPr>
            <a:spLocks noGrp="1"/>
          </p:cNvSpPr>
          <p:nvPr>
            <p:ph sz="quarter" idx="10"/>
          </p:nvPr>
        </p:nvSpPr>
        <p:spPr>
          <a:xfrm>
            <a:off x="7572375" y="1020763"/>
            <a:ext cx="2743200" cy="2205037"/>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defRPr/>
            </a:pPr>
            <a:r>
              <a:rPr lang="en-US" sz="2400" dirty="0"/>
              <a:t>From Harvard Business Review January 2007, John Kotter</a:t>
            </a:r>
          </a:p>
        </p:txBody>
      </p:sp>
      <p:sp>
        <p:nvSpPr>
          <p:cNvPr id="2" name="TextBox 1">
            <a:extLst>
              <a:ext uri="{FF2B5EF4-FFF2-40B4-BE49-F238E27FC236}">
                <a16:creationId xmlns:a16="http://schemas.microsoft.com/office/drawing/2014/main" id="{3C3F6D02-B3AA-5C99-2152-3FBF48D731D4}"/>
              </a:ext>
            </a:extLst>
          </p:cNvPr>
          <p:cNvSpPr txBox="1"/>
          <p:nvPr/>
        </p:nvSpPr>
        <p:spPr>
          <a:xfrm>
            <a:off x="8620125" y="2752725"/>
            <a:ext cx="3392488" cy="1016000"/>
          </a:xfrm>
          <a:prstGeom prst="rect">
            <a:avLst/>
          </a:prstGeom>
          <a:noFill/>
        </p:spPr>
        <p:txBody>
          <a:bodyPr>
            <a:spAutoFit/>
          </a:bodyPr>
          <a:lstStyle/>
          <a:p>
            <a:pPr>
              <a:defRPr/>
            </a:pPr>
            <a:r>
              <a:rPr lang="en-US" sz="2000" dirty="0">
                <a:latin typeface="+mj-lt"/>
              </a:rPr>
              <a:t>HBR publishes many great resources for coaching on soft skills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A730EF78-0756-1535-1FC8-7CB990B1B033}"/>
              </a:ext>
            </a:extLst>
          </p:cNvPr>
          <p:cNvSpPr>
            <a:spLocks noGrp="1" noChangeArrowheads="1"/>
          </p:cNvSpPr>
          <p:nvPr>
            <p:ph type="title"/>
          </p:nvPr>
        </p:nvSpPr>
        <p:spPr/>
        <p:txBody>
          <a:bodyPr/>
          <a:lstStyle/>
          <a:p>
            <a:r>
              <a:rPr lang="en-US" altLang="en-US"/>
              <a:t>No idea sells itself</a:t>
            </a:r>
          </a:p>
        </p:txBody>
      </p:sp>
      <p:sp>
        <p:nvSpPr>
          <p:cNvPr id="3" name="Content Placeholder 2">
            <a:extLst>
              <a:ext uri="{FF2B5EF4-FFF2-40B4-BE49-F238E27FC236}">
                <a16:creationId xmlns:a16="http://schemas.microsoft.com/office/drawing/2014/main" id="{CDF8FCA6-7E86-8283-DC75-6F1D4FA2D0ED}"/>
              </a:ext>
            </a:extLst>
          </p:cNvPr>
          <p:cNvSpPr>
            <a:spLocks noGrp="1"/>
          </p:cNvSpPr>
          <p:nvPr>
            <p:ph idx="1"/>
          </p:nvPr>
        </p:nvSpPr>
        <p:spPr>
          <a:xfrm>
            <a:off x="1549400" y="685800"/>
            <a:ext cx="8991600" cy="5257800"/>
          </a:xfrm>
        </p:spPr>
        <p:txBody>
          <a:bodyPr/>
          <a:lstStyle/>
          <a:p>
            <a:pPr>
              <a:defRPr/>
            </a:pPr>
            <a:r>
              <a:rPr lang="en-US" sz="2800" dirty="0"/>
              <a:t>Part of your job is advertising yourself, your team and your ideas</a:t>
            </a:r>
          </a:p>
          <a:p>
            <a:pPr>
              <a:defRPr/>
            </a:pPr>
            <a:r>
              <a:rPr lang="en-US" sz="2800" dirty="0"/>
              <a:t>Target your audience</a:t>
            </a:r>
          </a:p>
          <a:p>
            <a:pPr lvl="1">
              <a:defRPr/>
            </a:pPr>
            <a:r>
              <a:rPr lang="en-US" sz="2400" dirty="0"/>
              <a:t>Part of an expert’s job is to translate their area in terms that non-experts can relate to</a:t>
            </a:r>
          </a:p>
          <a:p>
            <a:pPr lvl="2">
              <a:defRPr/>
            </a:pPr>
            <a:r>
              <a:rPr lang="en-US" sz="2000" dirty="0"/>
              <a:t>financial impact is almost universally understood by all stakeholders regardless of their tech background</a:t>
            </a:r>
          </a:p>
          <a:p>
            <a:pPr lvl="1">
              <a:defRPr/>
            </a:pPr>
            <a:r>
              <a:rPr lang="en-US" sz="2400" dirty="0"/>
              <a:t>Using pretentious language to make yourself sound superior or intellectually intimidate is rude and makes you look out-of-touch</a:t>
            </a:r>
          </a:p>
          <a:p>
            <a:pPr>
              <a:defRPr/>
            </a:pPr>
            <a:r>
              <a:rPr lang="en-US" sz="2800" dirty="0"/>
              <a:t>Take the time to report your findings</a:t>
            </a:r>
          </a:p>
          <a:p>
            <a:pPr lvl="1">
              <a:defRPr/>
            </a:pPr>
            <a:r>
              <a:rPr lang="en-US" sz="2400" dirty="0"/>
              <a:t>Managers can suffer from WYSIATI and OOSOOM too</a:t>
            </a:r>
          </a:p>
          <a:p>
            <a:pPr>
              <a:defRPr/>
            </a:pPr>
            <a:r>
              <a:rPr lang="en-US" sz="2800" dirty="0"/>
              <a:t>Highlight the value of your team’s work</a:t>
            </a:r>
          </a:p>
          <a:p>
            <a:pPr lvl="1">
              <a:defRPr/>
            </a:pPr>
            <a:r>
              <a:rPr lang="en-US" sz="2400" dirty="0"/>
              <a:t>Unless a value is stated, it is assumed to be 0 (WYSIATI)</a:t>
            </a:r>
          </a:p>
          <a:p>
            <a:pPr marL="457200" lvl="1" indent="0">
              <a:buFontTx/>
              <a:buNone/>
              <a:defRPr/>
            </a:pPr>
            <a:endParaRPr lang="en-US" sz="2400" dirty="0"/>
          </a:p>
        </p:txBody>
      </p:sp>
      <p:sp>
        <p:nvSpPr>
          <p:cNvPr id="60420" name="Slide Number Placeholder 3">
            <a:extLst>
              <a:ext uri="{FF2B5EF4-FFF2-40B4-BE49-F238E27FC236}">
                <a16:creationId xmlns:a16="http://schemas.microsoft.com/office/drawing/2014/main" id="{7F72AE3D-E25E-2279-406D-7B818C3F512B}"/>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C55661D9-5B6B-4929-873B-BE3EA8F49DE0}" type="slidenum">
              <a:rPr lang="en-US" altLang="en-US" sz="1400" smtClean="0"/>
              <a:pPr>
                <a:spcBef>
                  <a:spcPct val="0"/>
                </a:spcBef>
                <a:buFontTx/>
                <a:buNone/>
              </a:pPr>
              <a:t>24</a:t>
            </a:fld>
            <a:endParaRPr lang="en-US" altLang="en-US" sz="14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a:extLst>
              <a:ext uri="{FF2B5EF4-FFF2-40B4-BE49-F238E27FC236}">
                <a16:creationId xmlns:a16="http://schemas.microsoft.com/office/drawing/2014/main" id="{976DE8B9-C3B9-D39A-1B34-D261021B3EDB}"/>
              </a:ext>
            </a:extLst>
          </p:cNvPr>
          <p:cNvSpPr>
            <a:spLocks noGrp="1" noChangeArrowheads="1"/>
          </p:cNvSpPr>
          <p:nvPr>
            <p:ph type="title"/>
          </p:nvPr>
        </p:nvSpPr>
        <p:spPr/>
        <p:txBody>
          <a:bodyPr/>
          <a:lstStyle/>
          <a:p>
            <a:r>
              <a:rPr lang="en-US" altLang="en-US"/>
              <a:t>Credit other contributors</a:t>
            </a:r>
          </a:p>
        </p:txBody>
      </p:sp>
      <p:sp>
        <p:nvSpPr>
          <p:cNvPr id="61443" name="Content Placeholder 2">
            <a:extLst>
              <a:ext uri="{FF2B5EF4-FFF2-40B4-BE49-F238E27FC236}">
                <a16:creationId xmlns:a16="http://schemas.microsoft.com/office/drawing/2014/main" id="{4848C0FF-D3DE-75C5-E119-F4E07335AC14}"/>
              </a:ext>
            </a:extLst>
          </p:cNvPr>
          <p:cNvSpPr>
            <a:spLocks noGrp="1" noChangeArrowheads="1"/>
          </p:cNvSpPr>
          <p:nvPr>
            <p:ph idx="1"/>
          </p:nvPr>
        </p:nvSpPr>
        <p:spPr/>
        <p:txBody>
          <a:bodyPr/>
          <a:lstStyle/>
          <a:p>
            <a:r>
              <a:rPr lang="en-US" altLang="en-US"/>
              <a:t>Few things irritate folks more than someone taking credit for work done by other contributors</a:t>
            </a:r>
          </a:p>
          <a:p>
            <a:r>
              <a:rPr lang="en-US" altLang="en-US"/>
              <a:t>Human nature is to overestimate the importance of your own contributions and to underestimate those of other contributors</a:t>
            </a:r>
          </a:p>
          <a:p>
            <a:r>
              <a:rPr lang="en-US" altLang="en-US"/>
              <a:t>Others will want you on their team if you have a track record of making your team look good.</a:t>
            </a:r>
          </a:p>
        </p:txBody>
      </p:sp>
      <p:sp>
        <p:nvSpPr>
          <p:cNvPr id="61444" name="Slide Number Placeholder 3">
            <a:extLst>
              <a:ext uri="{FF2B5EF4-FFF2-40B4-BE49-F238E27FC236}">
                <a16:creationId xmlns:a16="http://schemas.microsoft.com/office/drawing/2014/main" id="{056FF381-351E-D15C-62F9-77BD9CF9BEB8}"/>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BBDA095D-7DEF-456A-8BDA-55AF8AAE1451}" type="slidenum">
              <a:rPr lang="en-US" altLang="en-US" sz="1400" smtClean="0"/>
              <a:pPr>
                <a:spcBef>
                  <a:spcPct val="0"/>
                </a:spcBef>
                <a:buFontTx/>
                <a:buNone/>
              </a:pPr>
              <a:t>25</a:t>
            </a:fld>
            <a:endParaRPr lang="en-US" altLang="en-US" sz="14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907A1B9-2F63-5998-9807-5C226320ED09}"/>
              </a:ext>
            </a:extLst>
          </p:cNvPr>
          <p:cNvSpPr>
            <a:spLocks noGrp="1"/>
          </p:cNvSpPr>
          <p:nvPr>
            <p:ph type="title"/>
          </p:nvPr>
        </p:nvSpPr>
        <p:spPr>
          <a:xfrm>
            <a:off x="963613" y="4406900"/>
            <a:ext cx="10363200" cy="1362075"/>
          </a:xfrm>
        </p:spPr>
        <p:txBody>
          <a:bodyPr/>
          <a:lstStyle/>
          <a:p>
            <a:pPr>
              <a:defRPr/>
            </a:pPr>
            <a:r>
              <a:rPr lang="en-US" altLang="en-US" dirty="0"/>
              <a:t>Mentoring Integration with Stage  Development</a:t>
            </a:r>
          </a:p>
        </p:txBody>
      </p:sp>
      <p:sp>
        <p:nvSpPr>
          <p:cNvPr id="62467" name="Text Placeholder 5">
            <a:extLst>
              <a:ext uri="{FF2B5EF4-FFF2-40B4-BE49-F238E27FC236}">
                <a16:creationId xmlns:a16="http://schemas.microsoft.com/office/drawing/2014/main" id="{12872EF5-DDF7-C8E5-AF4D-47DD27E30E4B}"/>
              </a:ext>
            </a:extLst>
          </p:cNvPr>
          <p:cNvSpPr>
            <a:spLocks noGrp="1" noChangeArrowheads="1"/>
          </p:cNvSpPr>
          <p:nvPr>
            <p:ph type="body" idx="1"/>
          </p:nvPr>
        </p:nvSpPr>
        <p:spPr>
          <a:xfrm>
            <a:off x="963613" y="2906713"/>
            <a:ext cx="10363200" cy="1500187"/>
          </a:xfrm>
        </p:spPr>
        <p:txBody>
          <a:bodyPr/>
          <a:lstStyle/>
          <a:p>
            <a:endParaRPr lang="en-US" altLang="en-US"/>
          </a:p>
        </p:txBody>
      </p:sp>
      <p:sp>
        <p:nvSpPr>
          <p:cNvPr id="62468" name="Slide Number Placeholder 3">
            <a:extLst>
              <a:ext uri="{FF2B5EF4-FFF2-40B4-BE49-F238E27FC236}">
                <a16:creationId xmlns:a16="http://schemas.microsoft.com/office/drawing/2014/main" id="{56E5D518-A3BE-D3CD-F362-22A27A03D23B}"/>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93DACE13-9BE8-4855-B779-0159D9D07E8F}" type="slidenum">
              <a:rPr lang="en-US" altLang="en-US" sz="1400" smtClean="0"/>
              <a:pPr>
                <a:spcBef>
                  <a:spcPct val="0"/>
                </a:spcBef>
                <a:buFontTx/>
                <a:buNone/>
              </a:pPr>
              <a:t>26</a:t>
            </a:fld>
            <a:endParaRPr lang="en-US" altLang="en-US" sz="14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18" name="Freeform: Shape 37917">
            <a:extLst>
              <a:ext uri="{FF2B5EF4-FFF2-40B4-BE49-F238E27FC236}">
                <a16:creationId xmlns:a16="http://schemas.microsoft.com/office/drawing/2014/main" id="{A436641F-93C0-A9A1-C4DE-5DEDFD865761}"/>
              </a:ext>
            </a:extLst>
          </p:cNvPr>
          <p:cNvSpPr/>
          <p:nvPr/>
        </p:nvSpPr>
        <p:spPr bwMode="auto">
          <a:xfrm>
            <a:off x="531813" y="2781300"/>
            <a:ext cx="11536362" cy="4076700"/>
          </a:xfrm>
          <a:custGeom>
            <a:avLst/>
            <a:gdLst>
              <a:gd name="connsiteX0" fmla="*/ 11249873 w 11535623"/>
              <a:gd name="connsiteY0" fmla="*/ 323850 h 4076700"/>
              <a:gd name="connsiteX1" fmla="*/ 11230823 w 11535623"/>
              <a:gd name="connsiteY1" fmla="*/ 247650 h 4076700"/>
              <a:gd name="connsiteX2" fmla="*/ 11211773 w 11535623"/>
              <a:gd name="connsiteY2" fmla="*/ 219075 h 4076700"/>
              <a:gd name="connsiteX3" fmla="*/ 11202248 w 11535623"/>
              <a:gd name="connsiteY3" fmla="*/ 190500 h 4076700"/>
              <a:gd name="connsiteX4" fmla="*/ 11087948 w 11535623"/>
              <a:gd name="connsiteY4" fmla="*/ 133350 h 4076700"/>
              <a:gd name="connsiteX5" fmla="*/ 11059373 w 11535623"/>
              <a:gd name="connsiteY5" fmla="*/ 123825 h 4076700"/>
              <a:gd name="connsiteX6" fmla="*/ 11021273 w 11535623"/>
              <a:gd name="connsiteY6" fmla="*/ 104775 h 4076700"/>
              <a:gd name="connsiteX7" fmla="*/ 10878398 w 11535623"/>
              <a:gd name="connsiteY7" fmla="*/ 76200 h 4076700"/>
              <a:gd name="connsiteX8" fmla="*/ 10792673 w 11535623"/>
              <a:gd name="connsiteY8" fmla="*/ 57150 h 4076700"/>
              <a:gd name="connsiteX9" fmla="*/ 10640273 w 11535623"/>
              <a:gd name="connsiteY9" fmla="*/ 19050 h 4076700"/>
              <a:gd name="connsiteX10" fmla="*/ 10049723 w 11535623"/>
              <a:gd name="connsiteY10" fmla="*/ 0 h 4076700"/>
              <a:gd name="connsiteX11" fmla="*/ 9544898 w 11535623"/>
              <a:gd name="connsiteY11" fmla="*/ 19050 h 4076700"/>
              <a:gd name="connsiteX12" fmla="*/ 9478223 w 11535623"/>
              <a:gd name="connsiteY12" fmla="*/ 28575 h 4076700"/>
              <a:gd name="connsiteX13" fmla="*/ 9354398 w 11535623"/>
              <a:gd name="connsiteY13" fmla="*/ 38100 h 4076700"/>
              <a:gd name="connsiteX14" fmla="*/ 9201998 w 11535623"/>
              <a:gd name="connsiteY14" fmla="*/ 57150 h 4076700"/>
              <a:gd name="connsiteX15" fmla="*/ 9135323 w 11535623"/>
              <a:gd name="connsiteY15" fmla="*/ 66675 h 4076700"/>
              <a:gd name="connsiteX16" fmla="*/ 8811473 w 11535623"/>
              <a:gd name="connsiteY16" fmla="*/ 114300 h 4076700"/>
              <a:gd name="connsiteX17" fmla="*/ 8697173 w 11535623"/>
              <a:gd name="connsiteY17" fmla="*/ 142875 h 4076700"/>
              <a:gd name="connsiteX18" fmla="*/ 8668598 w 11535623"/>
              <a:gd name="connsiteY18" fmla="*/ 152400 h 4076700"/>
              <a:gd name="connsiteX19" fmla="*/ 8487623 w 11535623"/>
              <a:gd name="connsiteY19" fmla="*/ 200025 h 4076700"/>
              <a:gd name="connsiteX20" fmla="*/ 8401898 w 11535623"/>
              <a:gd name="connsiteY20" fmla="*/ 238125 h 4076700"/>
              <a:gd name="connsiteX21" fmla="*/ 8335223 w 11535623"/>
              <a:gd name="connsiteY21" fmla="*/ 257175 h 4076700"/>
              <a:gd name="connsiteX22" fmla="*/ 8239973 w 11535623"/>
              <a:gd name="connsiteY22" fmla="*/ 285750 h 4076700"/>
              <a:gd name="connsiteX23" fmla="*/ 8116148 w 11535623"/>
              <a:gd name="connsiteY23" fmla="*/ 323850 h 4076700"/>
              <a:gd name="connsiteX24" fmla="*/ 8058998 w 11535623"/>
              <a:gd name="connsiteY24" fmla="*/ 342900 h 4076700"/>
              <a:gd name="connsiteX25" fmla="*/ 8001848 w 11535623"/>
              <a:gd name="connsiteY25" fmla="*/ 352425 h 4076700"/>
              <a:gd name="connsiteX26" fmla="*/ 7858973 w 11535623"/>
              <a:gd name="connsiteY26" fmla="*/ 381000 h 4076700"/>
              <a:gd name="connsiteX27" fmla="*/ 7792298 w 11535623"/>
              <a:gd name="connsiteY27" fmla="*/ 400050 h 4076700"/>
              <a:gd name="connsiteX28" fmla="*/ 7725623 w 11535623"/>
              <a:gd name="connsiteY28" fmla="*/ 409575 h 4076700"/>
              <a:gd name="connsiteX29" fmla="*/ 7639898 w 11535623"/>
              <a:gd name="connsiteY29" fmla="*/ 428625 h 4076700"/>
              <a:gd name="connsiteX30" fmla="*/ 7611323 w 11535623"/>
              <a:gd name="connsiteY30" fmla="*/ 447675 h 4076700"/>
              <a:gd name="connsiteX31" fmla="*/ 7563698 w 11535623"/>
              <a:gd name="connsiteY31" fmla="*/ 457200 h 4076700"/>
              <a:gd name="connsiteX32" fmla="*/ 7535123 w 11535623"/>
              <a:gd name="connsiteY32" fmla="*/ 466725 h 4076700"/>
              <a:gd name="connsiteX33" fmla="*/ 7487498 w 11535623"/>
              <a:gd name="connsiteY33" fmla="*/ 485775 h 4076700"/>
              <a:gd name="connsiteX34" fmla="*/ 7458923 w 11535623"/>
              <a:gd name="connsiteY34" fmla="*/ 495300 h 4076700"/>
              <a:gd name="connsiteX35" fmla="*/ 7363673 w 11535623"/>
              <a:gd name="connsiteY35" fmla="*/ 533400 h 4076700"/>
              <a:gd name="connsiteX36" fmla="*/ 7306523 w 11535623"/>
              <a:gd name="connsiteY36" fmla="*/ 542925 h 4076700"/>
              <a:gd name="connsiteX37" fmla="*/ 7211273 w 11535623"/>
              <a:gd name="connsiteY37" fmla="*/ 581025 h 4076700"/>
              <a:gd name="connsiteX38" fmla="*/ 7154123 w 11535623"/>
              <a:gd name="connsiteY38" fmla="*/ 590550 h 4076700"/>
              <a:gd name="connsiteX39" fmla="*/ 7106498 w 11535623"/>
              <a:gd name="connsiteY39" fmla="*/ 600075 h 4076700"/>
              <a:gd name="connsiteX40" fmla="*/ 7077923 w 11535623"/>
              <a:gd name="connsiteY40" fmla="*/ 609600 h 4076700"/>
              <a:gd name="connsiteX41" fmla="*/ 6973148 w 11535623"/>
              <a:gd name="connsiteY41" fmla="*/ 619125 h 4076700"/>
              <a:gd name="connsiteX42" fmla="*/ 6944573 w 11535623"/>
              <a:gd name="connsiteY42" fmla="*/ 638175 h 4076700"/>
              <a:gd name="connsiteX43" fmla="*/ 6896948 w 11535623"/>
              <a:gd name="connsiteY43" fmla="*/ 647700 h 4076700"/>
              <a:gd name="connsiteX44" fmla="*/ 6858848 w 11535623"/>
              <a:gd name="connsiteY44" fmla="*/ 657225 h 4076700"/>
              <a:gd name="connsiteX45" fmla="*/ 6773123 w 11535623"/>
              <a:gd name="connsiteY45" fmla="*/ 685800 h 4076700"/>
              <a:gd name="connsiteX46" fmla="*/ 6744548 w 11535623"/>
              <a:gd name="connsiteY46" fmla="*/ 695325 h 4076700"/>
              <a:gd name="connsiteX47" fmla="*/ 6715973 w 11535623"/>
              <a:gd name="connsiteY47" fmla="*/ 704850 h 4076700"/>
              <a:gd name="connsiteX48" fmla="*/ 6658823 w 11535623"/>
              <a:gd name="connsiteY48" fmla="*/ 733425 h 4076700"/>
              <a:gd name="connsiteX49" fmla="*/ 6630248 w 11535623"/>
              <a:gd name="connsiteY49" fmla="*/ 752475 h 4076700"/>
              <a:gd name="connsiteX50" fmla="*/ 6563573 w 11535623"/>
              <a:gd name="connsiteY50" fmla="*/ 771525 h 4076700"/>
              <a:gd name="connsiteX51" fmla="*/ 6525473 w 11535623"/>
              <a:gd name="connsiteY51" fmla="*/ 790575 h 4076700"/>
              <a:gd name="connsiteX52" fmla="*/ 6468323 w 11535623"/>
              <a:gd name="connsiteY52" fmla="*/ 809625 h 4076700"/>
              <a:gd name="connsiteX53" fmla="*/ 6382598 w 11535623"/>
              <a:gd name="connsiteY53" fmla="*/ 847725 h 4076700"/>
              <a:gd name="connsiteX54" fmla="*/ 6354023 w 11535623"/>
              <a:gd name="connsiteY54" fmla="*/ 857250 h 4076700"/>
              <a:gd name="connsiteX55" fmla="*/ 6325448 w 11535623"/>
              <a:gd name="connsiteY55" fmla="*/ 876300 h 4076700"/>
              <a:gd name="connsiteX56" fmla="*/ 6268298 w 11535623"/>
              <a:gd name="connsiteY56" fmla="*/ 895350 h 4076700"/>
              <a:gd name="connsiteX57" fmla="*/ 6211148 w 11535623"/>
              <a:gd name="connsiteY57" fmla="*/ 914400 h 4076700"/>
              <a:gd name="connsiteX58" fmla="*/ 6153998 w 11535623"/>
              <a:gd name="connsiteY58" fmla="*/ 942975 h 4076700"/>
              <a:gd name="connsiteX59" fmla="*/ 6125423 w 11535623"/>
              <a:gd name="connsiteY59" fmla="*/ 952500 h 4076700"/>
              <a:gd name="connsiteX60" fmla="*/ 6096848 w 11535623"/>
              <a:gd name="connsiteY60" fmla="*/ 971550 h 4076700"/>
              <a:gd name="connsiteX61" fmla="*/ 6068273 w 11535623"/>
              <a:gd name="connsiteY61" fmla="*/ 981075 h 4076700"/>
              <a:gd name="connsiteX62" fmla="*/ 6039698 w 11535623"/>
              <a:gd name="connsiteY62" fmla="*/ 1000125 h 4076700"/>
              <a:gd name="connsiteX63" fmla="*/ 6011123 w 11535623"/>
              <a:gd name="connsiteY63" fmla="*/ 1009650 h 4076700"/>
              <a:gd name="connsiteX64" fmla="*/ 5982548 w 11535623"/>
              <a:gd name="connsiteY64" fmla="*/ 1028700 h 4076700"/>
              <a:gd name="connsiteX65" fmla="*/ 5925398 w 11535623"/>
              <a:gd name="connsiteY65" fmla="*/ 1047750 h 4076700"/>
              <a:gd name="connsiteX66" fmla="*/ 5868248 w 11535623"/>
              <a:gd name="connsiteY66" fmla="*/ 1085850 h 4076700"/>
              <a:gd name="connsiteX67" fmla="*/ 5849198 w 11535623"/>
              <a:gd name="connsiteY67" fmla="*/ 1114425 h 4076700"/>
              <a:gd name="connsiteX68" fmla="*/ 5820623 w 11535623"/>
              <a:gd name="connsiteY68" fmla="*/ 1123950 h 4076700"/>
              <a:gd name="connsiteX69" fmla="*/ 5792048 w 11535623"/>
              <a:gd name="connsiteY69" fmla="*/ 1143000 h 4076700"/>
              <a:gd name="connsiteX70" fmla="*/ 5772998 w 11535623"/>
              <a:gd name="connsiteY70" fmla="*/ 1171575 h 4076700"/>
              <a:gd name="connsiteX71" fmla="*/ 5715848 w 11535623"/>
              <a:gd name="connsiteY71" fmla="*/ 1209675 h 4076700"/>
              <a:gd name="connsiteX72" fmla="*/ 5658698 w 11535623"/>
              <a:gd name="connsiteY72" fmla="*/ 1247775 h 4076700"/>
              <a:gd name="connsiteX73" fmla="*/ 5601548 w 11535623"/>
              <a:gd name="connsiteY73" fmla="*/ 1285875 h 4076700"/>
              <a:gd name="connsiteX74" fmla="*/ 5572973 w 11535623"/>
              <a:gd name="connsiteY74" fmla="*/ 1304925 h 4076700"/>
              <a:gd name="connsiteX75" fmla="*/ 5544398 w 11535623"/>
              <a:gd name="connsiteY75" fmla="*/ 1314450 h 4076700"/>
              <a:gd name="connsiteX76" fmla="*/ 5458673 w 11535623"/>
              <a:gd name="connsiteY76" fmla="*/ 1352550 h 4076700"/>
              <a:gd name="connsiteX77" fmla="*/ 5287223 w 11535623"/>
              <a:gd name="connsiteY77" fmla="*/ 1371600 h 4076700"/>
              <a:gd name="connsiteX78" fmla="*/ 5230073 w 11535623"/>
              <a:gd name="connsiteY78" fmla="*/ 1381125 h 4076700"/>
              <a:gd name="connsiteX79" fmla="*/ 5049098 w 11535623"/>
              <a:gd name="connsiteY79" fmla="*/ 1400175 h 4076700"/>
              <a:gd name="connsiteX80" fmla="*/ 4791923 w 11535623"/>
              <a:gd name="connsiteY80" fmla="*/ 1409700 h 4076700"/>
              <a:gd name="connsiteX81" fmla="*/ 4706198 w 11535623"/>
              <a:gd name="connsiteY81" fmla="*/ 1428750 h 4076700"/>
              <a:gd name="connsiteX82" fmla="*/ 4668098 w 11535623"/>
              <a:gd name="connsiteY82" fmla="*/ 1438275 h 4076700"/>
              <a:gd name="connsiteX83" fmla="*/ 4620473 w 11535623"/>
              <a:gd name="connsiteY83" fmla="*/ 1447800 h 4076700"/>
              <a:gd name="connsiteX84" fmla="*/ 4544273 w 11535623"/>
              <a:gd name="connsiteY84" fmla="*/ 1466850 h 4076700"/>
              <a:gd name="connsiteX85" fmla="*/ 4506173 w 11535623"/>
              <a:gd name="connsiteY85" fmla="*/ 1476375 h 4076700"/>
              <a:gd name="connsiteX86" fmla="*/ 4315673 w 11535623"/>
              <a:gd name="connsiteY86" fmla="*/ 1495425 h 4076700"/>
              <a:gd name="connsiteX87" fmla="*/ 4268048 w 11535623"/>
              <a:gd name="connsiteY87" fmla="*/ 1504950 h 4076700"/>
              <a:gd name="connsiteX88" fmla="*/ 4096598 w 11535623"/>
              <a:gd name="connsiteY88" fmla="*/ 1543050 h 4076700"/>
              <a:gd name="connsiteX89" fmla="*/ 4039448 w 11535623"/>
              <a:gd name="connsiteY89" fmla="*/ 1552575 h 4076700"/>
              <a:gd name="connsiteX90" fmla="*/ 3972773 w 11535623"/>
              <a:gd name="connsiteY90" fmla="*/ 1562100 h 4076700"/>
              <a:gd name="connsiteX91" fmla="*/ 3906098 w 11535623"/>
              <a:gd name="connsiteY91" fmla="*/ 1581150 h 4076700"/>
              <a:gd name="connsiteX92" fmla="*/ 3877523 w 11535623"/>
              <a:gd name="connsiteY92" fmla="*/ 1600200 h 4076700"/>
              <a:gd name="connsiteX93" fmla="*/ 3839423 w 11535623"/>
              <a:gd name="connsiteY93" fmla="*/ 1609725 h 4076700"/>
              <a:gd name="connsiteX94" fmla="*/ 3753698 w 11535623"/>
              <a:gd name="connsiteY94" fmla="*/ 1638300 h 4076700"/>
              <a:gd name="connsiteX95" fmla="*/ 3725123 w 11535623"/>
              <a:gd name="connsiteY95" fmla="*/ 1647825 h 4076700"/>
              <a:gd name="connsiteX96" fmla="*/ 3696548 w 11535623"/>
              <a:gd name="connsiteY96" fmla="*/ 1657350 h 4076700"/>
              <a:gd name="connsiteX97" fmla="*/ 3639398 w 11535623"/>
              <a:gd name="connsiteY97" fmla="*/ 1685925 h 4076700"/>
              <a:gd name="connsiteX98" fmla="*/ 3610823 w 11535623"/>
              <a:gd name="connsiteY98" fmla="*/ 1704975 h 4076700"/>
              <a:gd name="connsiteX99" fmla="*/ 3544148 w 11535623"/>
              <a:gd name="connsiteY99" fmla="*/ 1724025 h 4076700"/>
              <a:gd name="connsiteX100" fmla="*/ 3515573 w 11535623"/>
              <a:gd name="connsiteY100" fmla="*/ 1733550 h 4076700"/>
              <a:gd name="connsiteX101" fmla="*/ 3277448 w 11535623"/>
              <a:gd name="connsiteY101" fmla="*/ 1762125 h 4076700"/>
              <a:gd name="connsiteX102" fmla="*/ 3182198 w 11535623"/>
              <a:gd name="connsiteY102" fmla="*/ 1781175 h 4076700"/>
              <a:gd name="connsiteX103" fmla="*/ 3153623 w 11535623"/>
              <a:gd name="connsiteY103" fmla="*/ 1790700 h 4076700"/>
              <a:gd name="connsiteX104" fmla="*/ 3067898 w 11535623"/>
              <a:gd name="connsiteY104" fmla="*/ 1809750 h 4076700"/>
              <a:gd name="connsiteX105" fmla="*/ 3010748 w 11535623"/>
              <a:gd name="connsiteY105" fmla="*/ 1828800 h 4076700"/>
              <a:gd name="connsiteX106" fmla="*/ 2972648 w 11535623"/>
              <a:gd name="connsiteY106" fmla="*/ 1838325 h 4076700"/>
              <a:gd name="connsiteX107" fmla="*/ 2944073 w 11535623"/>
              <a:gd name="connsiteY107" fmla="*/ 1847850 h 4076700"/>
              <a:gd name="connsiteX108" fmla="*/ 2896448 w 11535623"/>
              <a:gd name="connsiteY108" fmla="*/ 1857375 h 4076700"/>
              <a:gd name="connsiteX109" fmla="*/ 2858348 w 11535623"/>
              <a:gd name="connsiteY109" fmla="*/ 1866900 h 4076700"/>
              <a:gd name="connsiteX110" fmla="*/ 2753573 w 11535623"/>
              <a:gd name="connsiteY110" fmla="*/ 1885950 h 4076700"/>
              <a:gd name="connsiteX111" fmla="*/ 2696423 w 11535623"/>
              <a:gd name="connsiteY111" fmla="*/ 1905000 h 4076700"/>
              <a:gd name="connsiteX112" fmla="*/ 2667848 w 11535623"/>
              <a:gd name="connsiteY112" fmla="*/ 1914525 h 4076700"/>
              <a:gd name="connsiteX113" fmla="*/ 2610698 w 11535623"/>
              <a:gd name="connsiteY113" fmla="*/ 1924050 h 4076700"/>
              <a:gd name="connsiteX114" fmla="*/ 2572598 w 11535623"/>
              <a:gd name="connsiteY114" fmla="*/ 1933575 h 4076700"/>
              <a:gd name="connsiteX115" fmla="*/ 2420198 w 11535623"/>
              <a:gd name="connsiteY115" fmla="*/ 1952625 h 4076700"/>
              <a:gd name="connsiteX116" fmla="*/ 2334473 w 11535623"/>
              <a:gd name="connsiteY116" fmla="*/ 1962150 h 4076700"/>
              <a:gd name="connsiteX117" fmla="*/ 2277323 w 11535623"/>
              <a:gd name="connsiteY117" fmla="*/ 1971675 h 4076700"/>
              <a:gd name="connsiteX118" fmla="*/ 2029673 w 11535623"/>
              <a:gd name="connsiteY118" fmla="*/ 1990725 h 4076700"/>
              <a:gd name="connsiteX119" fmla="*/ 1905848 w 11535623"/>
              <a:gd name="connsiteY119" fmla="*/ 2009775 h 4076700"/>
              <a:gd name="connsiteX120" fmla="*/ 1858223 w 11535623"/>
              <a:gd name="connsiteY120" fmla="*/ 2019300 h 4076700"/>
              <a:gd name="connsiteX121" fmla="*/ 1810598 w 11535623"/>
              <a:gd name="connsiteY121" fmla="*/ 2038350 h 4076700"/>
              <a:gd name="connsiteX122" fmla="*/ 1705823 w 11535623"/>
              <a:gd name="connsiteY122" fmla="*/ 2057400 h 4076700"/>
              <a:gd name="connsiteX123" fmla="*/ 1610573 w 11535623"/>
              <a:gd name="connsiteY123" fmla="*/ 2085975 h 4076700"/>
              <a:gd name="connsiteX124" fmla="*/ 1515323 w 11535623"/>
              <a:gd name="connsiteY124" fmla="*/ 2124075 h 4076700"/>
              <a:gd name="connsiteX125" fmla="*/ 1486748 w 11535623"/>
              <a:gd name="connsiteY125" fmla="*/ 2133600 h 4076700"/>
              <a:gd name="connsiteX126" fmla="*/ 1458173 w 11535623"/>
              <a:gd name="connsiteY126" fmla="*/ 2152650 h 4076700"/>
              <a:gd name="connsiteX127" fmla="*/ 1429598 w 11535623"/>
              <a:gd name="connsiteY127" fmla="*/ 2162175 h 4076700"/>
              <a:gd name="connsiteX128" fmla="*/ 1401023 w 11535623"/>
              <a:gd name="connsiteY128" fmla="*/ 2181225 h 4076700"/>
              <a:gd name="connsiteX129" fmla="*/ 1372448 w 11535623"/>
              <a:gd name="connsiteY129" fmla="*/ 2190750 h 4076700"/>
              <a:gd name="connsiteX130" fmla="*/ 1305773 w 11535623"/>
              <a:gd name="connsiteY130" fmla="*/ 2228850 h 4076700"/>
              <a:gd name="connsiteX131" fmla="*/ 1267673 w 11535623"/>
              <a:gd name="connsiteY131" fmla="*/ 2238375 h 4076700"/>
              <a:gd name="connsiteX132" fmla="*/ 1220048 w 11535623"/>
              <a:gd name="connsiteY132" fmla="*/ 2266950 h 4076700"/>
              <a:gd name="connsiteX133" fmla="*/ 1181948 w 11535623"/>
              <a:gd name="connsiteY133" fmla="*/ 2276475 h 4076700"/>
              <a:gd name="connsiteX134" fmla="*/ 1067648 w 11535623"/>
              <a:gd name="connsiteY134" fmla="*/ 2324100 h 4076700"/>
              <a:gd name="connsiteX135" fmla="*/ 991448 w 11535623"/>
              <a:gd name="connsiteY135" fmla="*/ 2362200 h 4076700"/>
              <a:gd name="connsiteX136" fmla="*/ 924773 w 11535623"/>
              <a:gd name="connsiteY136" fmla="*/ 2428875 h 4076700"/>
              <a:gd name="connsiteX137" fmla="*/ 877148 w 11535623"/>
              <a:gd name="connsiteY137" fmla="*/ 2466975 h 4076700"/>
              <a:gd name="connsiteX138" fmla="*/ 858098 w 11535623"/>
              <a:gd name="connsiteY138" fmla="*/ 2495550 h 4076700"/>
              <a:gd name="connsiteX139" fmla="*/ 781898 w 11535623"/>
              <a:gd name="connsiteY139" fmla="*/ 2533650 h 4076700"/>
              <a:gd name="connsiteX140" fmla="*/ 724748 w 11535623"/>
              <a:gd name="connsiteY140" fmla="*/ 2571750 h 4076700"/>
              <a:gd name="connsiteX141" fmla="*/ 696173 w 11535623"/>
              <a:gd name="connsiteY141" fmla="*/ 2590800 h 4076700"/>
              <a:gd name="connsiteX142" fmla="*/ 619973 w 11535623"/>
              <a:gd name="connsiteY142" fmla="*/ 2638425 h 4076700"/>
              <a:gd name="connsiteX143" fmla="*/ 562823 w 11535623"/>
              <a:gd name="connsiteY143" fmla="*/ 2686050 h 4076700"/>
              <a:gd name="connsiteX144" fmla="*/ 534248 w 11535623"/>
              <a:gd name="connsiteY144" fmla="*/ 2705100 h 4076700"/>
              <a:gd name="connsiteX145" fmla="*/ 515198 w 11535623"/>
              <a:gd name="connsiteY145" fmla="*/ 2733675 h 4076700"/>
              <a:gd name="connsiteX146" fmla="*/ 486623 w 11535623"/>
              <a:gd name="connsiteY146" fmla="*/ 2743200 h 4076700"/>
              <a:gd name="connsiteX147" fmla="*/ 477098 w 11535623"/>
              <a:gd name="connsiteY147" fmla="*/ 2771775 h 4076700"/>
              <a:gd name="connsiteX148" fmla="*/ 448523 w 11535623"/>
              <a:gd name="connsiteY148" fmla="*/ 2800350 h 4076700"/>
              <a:gd name="connsiteX149" fmla="*/ 419948 w 11535623"/>
              <a:gd name="connsiteY149" fmla="*/ 2838450 h 4076700"/>
              <a:gd name="connsiteX150" fmla="*/ 381848 w 11535623"/>
              <a:gd name="connsiteY150" fmla="*/ 2895600 h 4076700"/>
              <a:gd name="connsiteX151" fmla="*/ 362798 w 11535623"/>
              <a:gd name="connsiteY151" fmla="*/ 2924175 h 4076700"/>
              <a:gd name="connsiteX152" fmla="*/ 334223 w 11535623"/>
              <a:gd name="connsiteY152" fmla="*/ 2943225 h 4076700"/>
              <a:gd name="connsiteX153" fmla="*/ 248498 w 11535623"/>
              <a:gd name="connsiteY153" fmla="*/ 3009900 h 4076700"/>
              <a:gd name="connsiteX154" fmla="*/ 238973 w 11535623"/>
              <a:gd name="connsiteY154" fmla="*/ 3038475 h 4076700"/>
              <a:gd name="connsiteX155" fmla="*/ 210398 w 11535623"/>
              <a:gd name="connsiteY155" fmla="*/ 3048000 h 4076700"/>
              <a:gd name="connsiteX156" fmla="*/ 153248 w 11535623"/>
              <a:gd name="connsiteY156" fmla="*/ 3086100 h 4076700"/>
              <a:gd name="connsiteX157" fmla="*/ 124673 w 11535623"/>
              <a:gd name="connsiteY157" fmla="*/ 3105150 h 4076700"/>
              <a:gd name="connsiteX158" fmla="*/ 86573 w 11535623"/>
              <a:gd name="connsiteY158" fmla="*/ 3162300 h 4076700"/>
              <a:gd name="connsiteX159" fmla="*/ 67523 w 11535623"/>
              <a:gd name="connsiteY159" fmla="*/ 3190875 h 4076700"/>
              <a:gd name="connsiteX160" fmla="*/ 38948 w 11535623"/>
              <a:gd name="connsiteY160" fmla="*/ 3219450 h 4076700"/>
              <a:gd name="connsiteX161" fmla="*/ 19898 w 11535623"/>
              <a:gd name="connsiteY161" fmla="*/ 3276600 h 4076700"/>
              <a:gd name="connsiteX162" fmla="*/ 10373 w 11535623"/>
              <a:gd name="connsiteY162" fmla="*/ 3305175 h 4076700"/>
              <a:gd name="connsiteX163" fmla="*/ 10373 w 11535623"/>
              <a:gd name="connsiteY163" fmla="*/ 3600450 h 4076700"/>
              <a:gd name="connsiteX164" fmla="*/ 19898 w 11535623"/>
              <a:gd name="connsiteY164" fmla="*/ 3629025 h 4076700"/>
              <a:gd name="connsiteX165" fmla="*/ 38948 w 11535623"/>
              <a:gd name="connsiteY165" fmla="*/ 3705225 h 4076700"/>
              <a:gd name="connsiteX166" fmla="*/ 48473 w 11535623"/>
              <a:gd name="connsiteY166" fmla="*/ 3733800 h 4076700"/>
              <a:gd name="connsiteX167" fmla="*/ 67523 w 11535623"/>
              <a:gd name="connsiteY167" fmla="*/ 3762375 h 4076700"/>
              <a:gd name="connsiteX168" fmla="*/ 115148 w 11535623"/>
              <a:gd name="connsiteY168" fmla="*/ 3848100 h 4076700"/>
              <a:gd name="connsiteX169" fmla="*/ 143723 w 11535623"/>
              <a:gd name="connsiteY169" fmla="*/ 3876675 h 4076700"/>
              <a:gd name="connsiteX170" fmla="*/ 172298 w 11535623"/>
              <a:gd name="connsiteY170" fmla="*/ 3895725 h 4076700"/>
              <a:gd name="connsiteX171" fmla="*/ 200873 w 11535623"/>
              <a:gd name="connsiteY171" fmla="*/ 3933825 h 4076700"/>
              <a:gd name="connsiteX172" fmla="*/ 229448 w 11535623"/>
              <a:gd name="connsiteY172" fmla="*/ 3943350 h 4076700"/>
              <a:gd name="connsiteX173" fmla="*/ 381848 w 11535623"/>
              <a:gd name="connsiteY173" fmla="*/ 3952875 h 4076700"/>
              <a:gd name="connsiteX174" fmla="*/ 438998 w 11535623"/>
              <a:gd name="connsiteY174" fmla="*/ 3981450 h 4076700"/>
              <a:gd name="connsiteX175" fmla="*/ 467573 w 11535623"/>
              <a:gd name="connsiteY175" fmla="*/ 3990975 h 4076700"/>
              <a:gd name="connsiteX176" fmla="*/ 496148 w 11535623"/>
              <a:gd name="connsiteY176" fmla="*/ 4019550 h 4076700"/>
              <a:gd name="connsiteX177" fmla="*/ 762848 w 11535623"/>
              <a:gd name="connsiteY177" fmla="*/ 4048125 h 4076700"/>
              <a:gd name="connsiteX178" fmla="*/ 886673 w 11535623"/>
              <a:gd name="connsiteY178" fmla="*/ 4057650 h 4076700"/>
              <a:gd name="connsiteX179" fmla="*/ 962873 w 11535623"/>
              <a:gd name="connsiteY179" fmla="*/ 4048125 h 4076700"/>
              <a:gd name="connsiteX180" fmla="*/ 1000973 w 11535623"/>
              <a:gd name="connsiteY180" fmla="*/ 4038600 h 4076700"/>
              <a:gd name="connsiteX181" fmla="*/ 1381973 w 11535623"/>
              <a:gd name="connsiteY181" fmla="*/ 4048125 h 4076700"/>
              <a:gd name="connsiteX182" fmla="*/ 1553423 w 11535623"/>
              <a:gd name="connsiteY182" fmla="*/ 4067175 h 4076700"/>
              <a:gd name="connsiteX183" fmla="*/ 1620098 w 11535623"/>
              <a:gd name="connsiteY183" fmla="*/ 4057650 h 4076700"/>
              <a:gd name="connsiteX184" fmla="*/ 1705823 w 11535623"/>
              <a:gd name="connsiteY184" fmla="*/ 4048125 h 4076700"/>
              <a:gd name="connsiteX185" fmla="*/ 1791548 w 11535623"/>
              <a:gd name="connsiteY185" fmla="*/ 4019550 h 4076700"/>
              <a:gd name="connsiteX186" fmla="*/ 1820123 w 11535623"/>
              <a:gd name="connsiteY186" fmla="*/ 4010025 h 4076700"/>
              <a:gd name="connsiteX187" fmla="*/ 2134448 w 11535623"/>
              <a:gd name="connsiteY187" fmla="*/ 4019550 h 4076700"/>
              <a:gd name="connsiteX188" fmla="*/ 2201123 w 11535623"/>
              <a:gd name="connsiteY188" fmla="*/ 4038600 h 4076700"/>
              <a:gd name="connsiteX189" fmla="*/ 2248748 w 11535623"/>
              <a:gd name="connsiteY189" fmla="*/ 4048125 h 4076700"/>
              <a:gd name="connsiteX190" fmla="*/ 2324948 w 11535623"/>
              <a:gd name="connsiteY190" fmla="*/ 4057650 h 4076700"/>
              <a:gd name="connsiteX191" fmla="*/ 2382098 w 11535623"/>
              <a:gd name="connsiteY191" fmla="*/ 4067175 h 4076700"/>
              <a:gd name="connsiteX192" fmla="*/ 2505923 w 11535623"/>
              <a:gd name="connsiteY192" fmla="*/ 4076700 h 4076700"/>
              <a:gd name="connsiteX193" fmla="*/ 2667848 w 11535623"/>
              <a:gd name="connsiteY193" fmla="*/ 4067175 h 4076700"/>
              <a:gd name="connsiteX194" fmla="*/ 2772623 w 11535623"/>
              <a:gd name="connsiteY194" fmla="*/ 4057650 h 4076700"/>
              <a:gd name="connsiteX195" fmla="*/ 3410798 w 11535623"/>
              <a:gd name="connsiteY195" fmla="*/ 4067175 h 4076700"/>
              <a:gd name="connsiteX196" fmla="*/ 4344248 w 11535623"/>
              <a:gd name="connsiteY196" fmla="*/ 4038600 h 4076700"/>
              <a:gd name="connsiteX197" fmla="*/ 4610948 w 11535623"/>
              <a:gd name="connsiteY197" fmla="*/ 4038600 h 4076700"/>
              <a:gd name="connsiteX198" fmla="*/ 4744298 w 11535623"/>
              <a:gd name="connsiteY198" fmla="*/ 4048125 h 4076700"/>
              <a:gd name="connsiteX199" fmla="*/ 5039573 w 11535623"/>
              <a:gd name="connsiteY199" fmla="*/ 4057650 h 4076700"/>
              <a:gd name="connsiteX200" fmla="*/ 5296748 w 11535623"/>
              <a:gd name="connsiteY200" fmla="*/ 4048125 h 4076700"/>
              <a:gd name="connsiteX201" fmla="*/ 5696798 w 11535623"/>
              <a:gd name="connsiteY201" fmla="*/ 4029075 h 4076700"/>
              <a:gd name="connsiteX202" fmla="*/ 6830273 w 11535623"/>
              <a:gd name="connsiteY202" fmla="*/ 4010025 h 4076700"/>
              <a:gd name="connsiteX203" fmla="*/ 7049348 w 11535623"/>
              <a:gd name="connsiteY203" fmla="*/ 4000500 h 4076700"/>
              <a:gd name="connsiteX204" fmla="*/ 7668473 w 11535623"/>
              <a:gd name="connsiteY204" fmla="*/ 3981450 h 4076700"/>
              <a:gd name="connsiteX205" fmla="*/ 7725623 w 11535623"/>
              <a:gd name="connsiteY205" fmla="*/ 3971925 h 4076700"/>
              <a:gd name="connsiteX206" fmla="*/ 7811348 w 11535623"/>
              <a:gd name="connsiteY206" fmla="*/ 3952875 h 4076700"/>
              <a:gd name="connsiteX207" fmla="*/ 8030423 w 11535623"/>
              <a:gd name="connsiteY207" fmla="*/ 3943350 h 4076700"/>
              <a:gd name="connsiteX208" fmla="*/ 8354273 w 11535623"/>
              <a:gd name="connsiteY208" fmla="*/ 3952875 h 4076700"/>
              <a:gd name="connsiteX209" fmla="*/ 8411423 w 11535623"/>
              <a:gd name="connsiteY209" fmla="*/ 3962400 h 4076700"/>
              <a:gd name="connsiteX210" fmla="*/ 8497148 w 11535623"/>
              <a:gd name="connsiteY210" fmla="*/ 3971925 h 4076700"/>
              <a:gd name="connsiteX211" fmla="*/ 8563823 w 11535623"/>
              <a:gd name="connsiteY211" fmla="*/ 3990975 h 4076700"/>
              <a:gd name="connsiteX212" fmla="*/ 8725748 w 11535623"/>
              <a:gd name="connsiteY212" fmla="*/ 4010025 h 4076700"/>
              <a:gd name="connsiteX213" fmla="*/ 9487748 w 11535623"/>
              <a:gd name="connsiteY213" fmla="*/ 4000500 h 4076700"/>
              <a:gd name="connsiteX214" fmla="*/ 9640148 w 11535623"/>
              <a:gd name="connsiteY214" fmla="*/ 3981450 h 4076700"/>
              <a:gd name="connsiteX215" fmla="*/ 9754448 w 11535623"/>
              <a:gd name="connsiteY215" fmla="*/ 3962400 h 4076700"/>
              <a:gd name="connsiteX216" fmla="*/ 9811598 w 11535623"/>
              <a:gd name="connsiteY216" fmla="*/ 3943350 h 4076700"/>
              <a:gd name="connsiteX217" fmla="*/ 9840173 w 11535623"/>
              <a:gd name="connsiteY217" fmla="*/ 3933825 h 4076700"/>
              <a:gd name="connsiteX218" fmla="*/ 9906848 w 11535623"/>
              <a:gd name="connsiteY218" fmla="*/ 3924300 h 4076700"/>
              <a:gd name="connsiteX219" fmla="*/ 9935423 w 11535623"/>
              <a:gd name="connsiteY219" fmla="*/ 3914775 h 4076700"/>
              <a:gd name="connsiteX220" fmla="*/ 10002098 w 11535623"/>
              <a:gd name="connsiteY220" fmla="*/ 3905250 h 4076700"/>
              <a:gd name="connsiteX221" fmla="*/ 10059248 w 11535623"/>
              <a:gd name="connsiteY221" fmla="*/ 3895725 h 4076700"/>
              <a:gd name="connsiteX222" fmla="*/ 10106873 w 11535623"/>
              <a:gd name="connsiteY222" fmla="*/ 3886200 h 4076700"/>
              <a:gd name="connsiteX223" fmla="*/ 10135448 w 11535623"/>
              <a:gd name="connsiteY223" fmla="*/ 3876675 h 4076700"/>
              <a:gd name="connsiteX224" fmla="*/ 10278323 w 11535623"/>
              <a:gd name="connsiteY224" fmla="*/ 3857625 h 4076700"/>
              <a:gd name="connsiteX225" fmla="*/ 10383098 w 11535623"/>
              <a:gd name="connsiteY225" fmla="*/ 3848100 h 4076700"/>
              <a:gd name="connsiteX226" fmla="*/ 10411673 w 11535623"/>
              <a:gd name="connsiteY226" fmla="*/ 3838575 h 4076700"/>
              <a:gd name="connsiteX227" fmla="*/ 10468823 w 11535623"/>
              <a:gd name="connsiteY227" fmla="*/ 3800475 h 4076700"/>
              <a:gd name="connsiteX228" fmla="*/ 10497398 w 11535623"/>
              <a:gd name="connsiteY228" fmla="*/ 3790950 h 4076700"/>
              <a:gd name="connsiteX229" fmla="*/ 10554548 w 11535623"/>
              <a:gd name="connsiteY229" fmla="*/ 3752850 h 4076700"/>
              <a:gd name="connsiteX230" fmla="*/ 10621223 w 11535623"/>
              <a:gd name="connsiteY230" fmla="*/ 3714750 h 4076700"/>
              <a:gd name="connsiteX231" fmla="*/ 10659323 w 11535623"/>
              <a:gd name="connsiteY231" fmla="*/ 3695700 h 4076700"/>
              <a:gd name="connsiteX232" fmla="*/ 10687898 w 11535623"/>
              <a:gd name="connsiteY232" fmla="*/ 3676650 h 4076700"/>
              <a:gd name="connsiteX233" fmla="*/ 10745048 w 11535623"/>
              <a:gd name="connsiteY233" fmla="*/ 3657600 h 4076700"/>
              <a:gd name="connsiteX234" fmla="*/ 10773623 w 11535623"/>
              <a:gd name="connsiteY234" fmla="*/ 3648075 h 4076700"/>
              <a:gd name="connsiteX235" fmla="*/ 10830773 w 11535623"/>
              <a:gd name="connsiteY235" fmla="*/ 3619500 h 4076700"/>
              <a:gd name="connsiteX236" fmla="*/ 10878398 w 11535623"/>
              <a:gd name="connsiteY236" fmla="*/ 3581400 h 4076700"/>
              <a:gd name="connsiteX237" fmla="*/ 10906973 w 11535623"/>
              <a:gd name="connsiteY237" fmla="*/ 3552825 h 4076700"/>
              <a:gd name="connsiteX238" fmla="*/ 10945073 w 11535623"/>
              <a:gd name="connsiteY238" fmla="*/ 3524250 h 4076700"/>
              <a:gd name="connsiteX239" fmla="*/ 10973648 w 11535623"/>
              <a:gd name="connsiteY239" fmla="*/ 3505200 h 4076700"/>
              <a:gd name="connsiteX240" fmla="*/ 11002223 w 11535623"/>
              <a:gd name="connsiteY240" fmla="*/ 3476625 h 4076700"/>
              <a:gd name="connsiteX241" fmla="*/ 11030798 w 11535623"/>
              <a:gd name="connsiteY241" fmla="*/ 3457575 h 4076700"/>
              <a:gd name="connsiteX242" fmla="*/ 11097473 w 11535623"/>
              <a:gd name="connsiteY242" fmla="*/ 3371850 h 4076700"/>
              <a:gd name="connsiteX243" fmla="*/ 11116523 w 11535623"/>
              <a:gd name="connsiteY243" fmla="*/ 3333750 h 4076700"/>
              <a:gd name="connsiteX244" fmla="*/ 11145098 w 11535623"/>
              <a:gd name="connsiteY244" fmla="*/ 3314700 h 4076700"/>
              <a:gd name="connsiteX245" fmla="*/ 11183198 w 11535623"/>
              <a:gd name="connsiteY245" fmla="*/ 3248025 h 4076700"/>
              <a:gd name="connsiteX246" fmla="*/ 11202248 w 11535623"/>
              <a:gd name="connsiteY246" fmla="*/ 3190875 h 4076700"/>
              <a:gd name="connsiteX247" fmla="*/ 11211773 w 11535623"/>
              <a:gd name="connsiteY247" fmla="*/ 3162300 h 4076700"/>
              <a:gd name="connsiteX248" fmla="*/ 11221298 w 11535623"/>
              <a:gd name="connsiteY248" fmla="*/ 3133725 h 4076700"/>
              <a:gd name="connsiteX249" fmla="*/ 11230823 w 11535623"/>
              <a:gd name="connsiteY249" fmla="*/ 3095625 h 4076700"/>
              <a:gd name="connsiteX250" fmla="*/ 11249873 w 11535623"/>
              <a:gd name="connsiteY250" fmla="*/ 2933700 h 4076700"/>
              <a:gd name="connsiteX251" fmla="*/ 11268923 w 11535623"/>
              <a:gd name="connsiteY251" fmla="*/ 2876550 h 4076700"/>
              <a:gd name="connsiteX252" fmla="*/ 11278448 w 11535623"/>
              <a:gd name="connsiteY252" fmla="*/ 2819400 h 4076700"/>
              <a:gd name="connsiteX253" fmla="*/ 11297498 w 11535623"/>
              <a:gd name="connsiteY253" fmla="*/ 2752725 h 4076700"/>
              <a:gd name="connsiteX254" fmla="*/ 11335598 w 11535623"/>
              <a:gd name="connsiteY254" fmla="*/ 2619375 h 4076700"/>
              <a:gd name="connsiteX255" fmla="*/ 11354648 w 11535623"/>
              <a:gd name="connsiteY255" fmla="*/ 2590800 h 4076700"/>
              <a:gd name="connsiteX256" fmla="*/ 11373698 w 11535623"/>
              <a:gd name="connsiteY256" fmla="*/ 2495550 h 4076700"/>
              <a:gd name="connsiteX257" fmla="*/ 11383223 w 11535623"/>
              <a:gd name="connsiteY257" fmla="*/ 2466975 h 4076700"/>
              <a:gd name="connsiteX258" fmla="*/ 11392748 w 11535623"/>
              <a:gd name="connsiteY258" fmla="*/ 2409825 h 4076700"/>
              <a:gd name="connsiteX259" fmla="*/ 11421323 w 11535623"/>
              <a:gd name="connsiteY259" fmla="*/ 2343150 h 4076700"/>
              <a:gd name="connsiteX260" fmla="*/ 11430848 w 11535623"/>
              <a:gd name="connsiteY260" fmla="*/ 2314575 h 4076700"/>
              <a:gd name="connsiteX261" fmla="*/ 11449898 w 11535623"/>
              <a:gd name="connsiteY261" fmla="*/ 2238375 h 4076700"/>
              <a:gd name="connsiteX262" fmla="*/ 11459423 w 11535623"/>
              <a:gd name="connsiteY262" fmla="*/ 2200275 h 4076700"/>
              <a:gd name="connsiteX263" fmla="*/ 11478473 w 11535623"/>
              <a:gd name="connsiteY263" fmla="*/ 2105025 h 4076700"/>
              <a:gd name="connsiteX264" fmla="*/ 11487998 w 11535623"/>
              <a:gd name="connsiteY264" fmla="*/ 1981200 h 4076700"/>
              <a:gd name="connsiteX265" fmla="*/ 11497523 w 11535623"/>
              <a:gd name="connsiteY265" fmla="*/ 1952625 h 4076700"/>
              <a:gd name="connsiteX266" fmla="*/ 11516573 w 11535623"/>
              <a:gd name="connsiteY266" fmla="*/ 1819275 h 4076700"/>
              <a:gd name="connsiteX267" fmla="*/ 11535623 w 11535623"/>
              <a:gd name="connsiteY267" fmla="*/ 1657350 h 4076700"/>
              <a:gd name="connsiteX268" fmla="*/ 11526098 w 11535623"/>
              <a:gd name="connsiteY268" fmla="*/ 1400175 h 4076700"/>
              <a:gd name="connsiteX269" fmla="*/ 11497523 w 11535623"/>
              <a:gd name="connsiteY269" fmla="*/ 1295400 h 4076700"/>
              <a:gd name="connsiteX270" fmla="*/ 11478473 w 11535623"/>
              <a:gd name="connsiteY270" fmla="*/ 1200150 h 4076700"/>
              <a:gd name="connsiteX271" fmla="*/ 11449898 w 11535623"/>
              <a:gd name="connsiteY271" fmla="*/ 1104900 h 4076700"/>
              <a:gd name="connsiteX272" fmla="*/ 11440373 w 11535623"/>
              <a:gd name="connsiteY272" fmla="*/ 1038225 h 4076700"/>
              <a:gd name="connsiteX273" fmla="*/ 11421323 w 11535623"/>
              <a:gd name="connsiteY273" fmla="*/ 962025 h 4076700"/>
              <a:gd name="connsiteX274" fmla="*/ 11402273 w 11535623"/>
              <a:gd name="connsiteY274" fmla="*/ 847725 h 4076700"/>
              <a:gd name="connsiteX275" fmla="*/ 11373698 w 11535623"/>
              <a:gd name="connsiteY275" fmla="*/ 762000 h 4076700"/>
              <a:gd name="connsiteX276" fmla="*/ 11364173 w 11535623"/>
              <a:gd name="connsiteY276" fmla="*/ 733425 h 4076700"/>
              <a:gd name="connsiteX277" fmla="*/ 11345123 w 11535623"/>
              <a:gd name="connsiteY277" fmla="*/ 695325 h 4076700"/>
              <a:gd name="connsiteX278" fmla="*/ 11326073 w 11535623"/>
              <a:gd name="connsiteY278" fmla="*/ 638175 h 4076700"/>
              <a:gd name="connsiteX279" fmla="*/ 11307023 w 11535623"/>
              <a:gd name="connsiteY279" fmla="*/ 609600 h 4076700"/>
              <a:gd name="connsiteX280" fmla="*/ 11278448 w 11535623"/>
              <a:gd name="connsiteY280" fmla="*/ 523875 h 4076700"/>
              <a:gd name="connsiteX281" fmla="*/ 11268923 w 11535623"/>
              <a:gd name="connsiteY281" fmla="*/ 495300 h 4076700"/>
              <a:gd name="connsiteX282" fmla="*/ 11249873 w 11535623"/>
              <a:gd name="connsiteY282" fmla="*/ 323850 h 407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Lst>
            <a:rect l="l" t="t" r="r" b="b"/>
            <a:pathLst>
              <a:path w="11535623" h="4076700">
                <a:moveTo>
                  <a:pt x="11249873" y="323850"/>
                </a:moveTo>
                <a:cubicBezTo>
                  <a:pt x="11243523" y="282575"/>
                  <a:pt x="11240586" y="267176"/>
                  <a:pt x="11230823" y="247650"/>
                </a:cubicBezTo>
                <a:cubicBezTo>
                  <a:pt x="11225703" y="237411"/>
                  <a:pt x="11216893" y="229314"/>
                  <a:pt x="11211773" y="219075"/>
                </a:cubicBezTo>
                <a:cubicBezTo>
                  <a:pt x="11207283" y="210095"/>
                  <a:pt x="11209348" y="197600"/>
                  <a:pt x="11202248" y="190500"/>
                </a:cubicBezTo>
                <a:cubicBezTo>
                  <a:pt x="11165319" y="153571"/>
                  <a:pt x="11134429" y="148844"/>
                  <a:pt x="11087948" y="133350"/>
                </a:cubicBezTo>
                <a:cubicBezTo>
                  <a:pt x="11078423" y="130175"/>
                  <a:pt x="11068353" y="128315"/>
                  <a:pt x="11059373" y="123825"/>
                </a:cubicBezTo>
                <a:cubicBezTo>
                  <a:pt x="11046673" y="117475"/>
                  <a:pt x="11034743" y="109265"/>
                  <a:pt x="11021273" y="104775"/>
                </a:cubicBezTo>
                <a:cubicBezTo>
                  <a:pt x="10966159" y="86404"/>
                  <a:pt x="10934234" y="84177"/>
                  <a:pt x="10878398" y="76200"/>
                </a:cubicBezTo>
                <a:cubicBezTo>
                  <a:pt x="10796642" y="48948"/>
                  <a:pt x="10926780" y="90677"/>
                  <a:pt x="10792673" y="57150"/>
                </a:cubicBezTo>
                <a:cubicBezTo>
                  <a:pt x="10725286" y="40303"/>
                  <a:pt x="10722191" y="21976"/>
                  <a:pt x="10640273" y="19050"/>
                </a:cubicBezTo>
                <a:lnTo>
                  <a:pt x="10049723" y="0"/>
                </a:lnTo>
                <a:cubicBezTo>
                  <a:pt x="9929489" y="3536"/>
                  <a:pt x="9686052" y="8192"/>
                  <a:pt x="9544898" y="19050"/>
                </a:cubicBezTo>
                <a:cubicBezTo>
                  <a:pt x="9522513" y="20772"/>
                  <a:pt x="9500562" y="26341"/>
                  <a:pt x="9478223" y="28575"/>
                </a:cubicBezTo>
                <a:cubicBezTo>
                  <a:pt x="9437032" y="32694"/>
                  <a:pt x="9395673" y="34925"/>
                  <a:pt x="9354398" y="38100"/>
                </a:cubicBezTo>
                <a:cubicBezTo>
                  <a:pt x="9259701" y="57039"/>
                  <a:pt x="9350373" y="40664"/>
                  <a:pt x="9201998" y="57150"/>
                </a:cubicBezTo>
                <a:cubicBezTo>
                  <a:pt x="9179685" y="59629"/>
                  <a:pt x="9157636" y="64196"/>
                  <a:pt x="9135323" y="66675"/>
                </a:cubicBezTo>
                <a:cubicBezTo>
                  <a:pt x="8996492" y="82101"/>
                  <a:pt x="8981060" y="71903"/>
                  <a:pt x="8811473" y="114300"/>
                </a:cubicBezTo>
                <a:lnTo>
                  <a:pt x="8697173" y="142875"/>
                </a:lnTo>
                <a:cubicBezTo>
                  <a:pt x="8687472" y="145462"/>
                  <a:pt x="8678338" y="149965"/>
                  <a:pt x="8668598" y="152400"/>
                </a:cubicBezTo>
                <a:cubicBezTo>
                  <a:pt x="8549669" y="182132"/>
                  <a:pt x="8710705" y="125664"/>
                  <a:pt x="8487623" y="200025"/>
                </a:cubicBezTo>
                <a:cubicBezTo>
                  <a:pt x="8340181" y="249172"/>
                  <a:pt x="8492464" y="192842"/>
                  <a:pt x="8401898" y="238125"/>
                </a:cubicBezTo>
                <a:cubicBezTo>
                  <a:pt x="8383552" y="247298"/>
                  <a:pt x="8353534" y="251071"/>
                  <a:pt x="8335223" y="257175"/>
                </a:cubicBezTo>
                <a:cubicBezTo>
                  <a:pt x="8241238" y="288503"/>
                  <a:pt x="8334027" y="266939"/>
                  <a:pt x="8239973" y="285750"/>
                </a:cubicBezTo>
                <a:cubicBezTo>
                  <a:pt x="8108220" y="342216"/>
                  <a:pt x="8234950" y="294150"/>
                  <a:pt x="8116148" y="323850"/>
                </a:cubicBezTo>
                <a:cubicBezTo>
                  <a:pt x="8096667" y="328720"/>
                  <a:pt x="8078479" y="338030"/>
                  <a:pt x="8058998" y="342900"/>
                </a:cubicBezTo>
                <a:cubicBezTo>
                  <a:pt x="8040262" y="347584"/>
                  <a:pt x="8020666" y="348082"/>
                  <a:pt x="8001848" y="352425"/>
                </a:cubicBezTo>
                <a:cubicBezTo>
                  <a:pt x="7863138" y="384435"/>
                  <a:pt x="8010626" y="362043"/>
                  <a:pt x="7858973" y="381000"/>
                </a:cubicBezTo>
                <a:cubicBezTo>
                  <a:pt x="7836748" y="387350"/>
                  <a:pt x="7814899" y="395207"/>
                  <a:pt x="7792298" y="400050"/>
                </a:cubicBezTo>
                <a:cubicBezTo>
                  <a:pt x="7770346" y="404754"/>
                  <a:pt x="7747689" y="405438"/>
                  <a:pt x="7725623" y="409575"/>
                </a:cubicBezTo>
                <a:cubicBezTo>
                  <a:pt x="7696852" y="414970"/>
                  <a:pt x="7668473" y="422275"/>
                  <a:pt x="7639898" y="428625"/>
                </a:cubicBezTo>
                <a:cubicBezTo>
                  <a:pt x="7630373" y="434975"/>
                  <a:pt x="7622042" y="443655"/>
                  <a:pt x="7611323" y="447675"/>
                </a:cubicBezTo>
                <a:cubicBezTo>
                  <a:pt x="7596164" y="453359"/>
                  <a:pt x="7579404" y="453273"/>
                  <a:pt x="7563698" y="457200"/>
                </a:cubicBezTo>
                <a:cubicBezTo>
                  <a:pt x="7553958" y="459635"/>
                  <a:pt x="7544524" y="463200"/>
                  <a:pt x="7535123" y="466725"/>
                </a:cubicBezTo>
                <a:cubicBezTo>
                  <a:pt x="7519114" y="472728"/>
                  <a:pt x="7503507" y="479772"/>
                  <a:pt x="7487498" y="485775"/>
                </a:cubicBezTo>
                <a:cubicBezTo>
                  <a:pt x="7478097" y="489300"/>
                  <a:pt x="7468151" y="491345"/>
                  <a:pt x="7458923" y="495300"/>
                </a:cubicBezTo>
                <a:cubicBezTo>
                  <a:pt x="7403742" y="518949"/>
                  <a:pt x="7433050" y="516056"/>
                  <a:pt x="7363673" y="533400"/>
                </a:cubicBezTo>
                <a:cubicBezTo>
                  <a:pt x="7344937" y="538084"/>
                  <a:pt x="7325573" y="539750"/>
                  <a:pt x="7306523" y="542925"/>
                </a:cubicBezTo>
                <a:cubicBezTo>
                  <a:pt x="7275431" y="558471"/>
                  <a:pt x="7246583" y="575140"/>
                  <a:pt x="7211273" y="581025"/>
                </a:cubicBezTo>
                <a:lnTo>
                  <a:pt x="7154123" y="590550"/>
                </a:lnTo>
                <a:cubicBezTo>
                  <a:pt x="7138195" y="593446"/>
                  <a:pt x="7122204" y="596148"/>
                  <a:pt x="7106498" y="600075"/>
                </a:cubicBezTo>
                <a:cubicBezTo>
                  <a:pt x="7096758" y="602510"/>
                  <a:pt x="7087862" y="608180"/>
                  <a:pt x="7077923" y="609600"/>
                </a:cubicBezTo>
                <a:cubicBezTo>
                  <a:pt x="7043206" y="614560"/>
                  <a:pt x="7008073" y="615950"/>
                  <a:pt x="6973148" y="619125"/>
                </a:cubicBezTo>
                <a:cubicBezTo>
                  <a:pt x="6963623" y="625475"/>
                  <a:pt x="6955292" y="634155"/>
                  <a:pt x="6944573" y="638175"/>
                </a:cubicBezTo>
                <a:cubicBezTo>
                  <a:pt x="6929414" y="643859"/>
                  <a:pt x="6912752" y="644188"/>
                  <a:pt x="6896948" y="647700"/>
                </a:cubicBezTo>
                <a:cubicBezTo>
                  <a:pt x="6884169" y="650540"/>
                  <a:pt x="6871387" y="653463"/>
                  <a:pt x="6858848" y="657225"/>
                </a:cubicBezTo>
                <a:lnTo>
                  <a:pt x="6773123" y="685800"/>
                </a:lnTo>
                <a:lnTo>
                  <a:pt x="6744548" y="695325"/>
                </a:lnTo>
                <a:cubicBezTo>
                  <a:pt x="6735023" y="698500"/>
                  <a:pt x="6724327" y="699281"/>
                  <a:pt x="6715973" y="704850"/>
                </a:cubicBezTo>
                <a:cubicBezTo>
                  <a:pt x="6634081" y="759445"/>
                  <a:pt x="6737693" y="693990"/>
                  <a:pt x="6658823" y="733425"/>
                </a:cubicBezTo>
                <a:cubicBezTo>
                  <a:pt x="6648584" y="738545"/>
                  <a:pt x="6640487" y="747355"/>
                  <a:pt x="6630248" y="752475"/>
                </a:cubicBezTo>
                <a:cubicBezTo>
                  <a:pt x="6607221" y="763989"/>
                  <a:pt x="6587988" y="762370"/>
                  <a:pt x="6563573" y="771525"/>
                </a:cubicBezTo>
                <a:cubicBezTo>
                  <a:pt x="6550278" y="776511"/>
                  <a:pt x="6538656" y="785302"/>
                  <a:pt x="6525473" y="790575"/>
                </a:cubicBezTo>
                <a:cubicBezTo>
                  <a:pt x="6506829" y="798033"/>
                  <a:pt x="6485031" y="798486"/>
                  <a:pt x="6468323" y="809625"/>
                </a:cubicBezTo>
                <a:cubicBezTo>
                  <a:pt x="6423040" y="839814"/>
                  <a:pt x="6450608" y="825055"/>
                  <a:pt x="6382598" y="847725"/>
                </a:cubicBezTo>
                <a:cubicBezTo>
                  <a:pt x="6373073" y="850900"/>
                  <a:pt x="6362377" y="851681"/>
                  <a:pt x="6354023" y="857250"/>
                </a:cubicBezTo>
                <a:cubicBezTo>
                  <a:pt x="6344498" y="863600"/>
                  <a:pt x="6335909" y="871651"/>
                  <a:pt x="6325448" y="876300"/>
                </a:cubicBezTo>
                <a:cubicBezTo>
                  <a:pt x="6307098" y="884455"/>
                  <a:pt x="6287348" y="889000"/>
                  <a:pt x="6268298" y="895350"/>
                </a:cubicBezTo>
                <a:lnTo>
                  <a:pt x="6211148" y="914400"/>
                </a:lnTo>
                <a:cubicBezTo>
                  <a:pt x="6139324" y="938341"/>
                  <a:pt x="6227856" y="906046"/>
                  <a:pt x="6153998" y="942975"/>
                </a:cubicBezTo>
                <a:cubicBezTo>
                  <a:pt x="6145018" y="947465"/>
                  <a:pt x="6134403" y="948010"/>
                  <a:pt x="6125423" y="952500"/>
                </a:cubicBezTo>
                <a:cubicBezTo>
                  <a:pt x="6115184" y="957620"/>
                  <a:pt x="6107087" y="966430"/>
                  <a:pt x="6096848" y="971550"/>
                </a:cubicBezTo>
                <a:cubicBezTo>
                  <a:pt x="6087868" y="976040"/>
                  <a:pt x="6077253" y="976585"/>
                  <a:pt x="6068273" y="981075"/>
                </a:cubicBezTo>
                <a:cubicBezTo>
                  <a:pt x="6058034" y="986195"/>
                  <a:pt x="6049937" y="995005"/>
                  <a:pt x="6039698" y="1000125"/>
                </a:cubicBezTo>
                <a:cubicBezTo>
                  <a:pt x="6030718" y="1004615"/>
                  <a:pt x="6020103" y="1005160"/>
                  <a:pt x="6011123" y="1009650"/>
                </a:cubicBezTo>
                <a:cubicBezTo>
                  <a:pt x="6000884" y="1014770"/>
                  <a:pt x="5993009" y="1024051"/>
                  <a:pt x="5982548" y="1028700"/>
                </a:cubicBezTo>
                <a:cubicBezTo>
                  <a:pt x="5964198" y="1036855"/>
                  <a:pt x="5942106" y="1036611"/>
                  <a:pt x="5925398" y="1047750"/>
                </a:cubicBezTo>
                <a:lnTo>
                  <a:pt x="5868248" y="1085850"/>
                </a:lnTo>
                <a:cubicBezTo>
                  <a:pt x="5861898" y="1095375"/>
                  <a:pt x="5858137" y="1107274"/>
                  <a:pt x="5849198" y="1114425"/>
                </a:cubicBezTo>
                <a:cubicBezTo>
                  <a:pt x="5841358" y="1120697"/>
                  <a:pt x="5829603" y="1119460"/>
                  <a:pt x="5820623" y="1123950"/>
                </a:cubicBezTo>
                <a:cubicBezTo>
                  <a:pt x="5810384" y="1129070"/>
                  <a:pt x="5801573" y="1136650"/>
                  <a:pt x="5792048" y="1143000"/>
                </a:cubicBezTo>
                <a:cubicBezTo>
                  <a:pt x="5785698" y="1152525"/>
                  <a:pt x="5781613" y="1164037"/>
                  <a:pt x="5772998" y="1171575"/>
                </a:cubicBezTo>
                <a:cubicBezTo>
                  <a:pt x="5755768" y="1186652"/>
                  <a:pt x="5734898" y="1196975"/>
                  <a:pt x="5715848" y="1209675"/>
                </a:cubicBezTo>
                <a:lnTo>
                  <a:pt x="5658698" y="1247775"/>
                </a:lnTo>
                <a:lnTo>
                  <a:pt x="5601548" y="1285875"/>
                </a:lnTo>
                <a:cubicBezTo>
                  <a:pt x="5592023" y="1292225"/>
                  <a:pt x="5583833" y="1301305"/>
                  <a:pt x="5572973" y="1304925"/>
                </a:cubicBezTo>
                <a:cubicBezTo>
                  <a:pt x="5563448" y="1308100"/>
                  <a:pt x="5553378" y="1309960"/>
                  <a:pt x="5544398" y="1314450"/>
                </a:cubicBezTo>
                <a:cubicBezTo>
                  <a:pt x="5491190" y="1341054"/>
                  <a:pt x="5540585" y="1336168"/>
                  <a:pt x="5458673" y="1352550"/>
                </a:cubicBezTo>
                <a:cubicBezTo>
                  <a:pt x="5370455" y="1370194"/>
                  <a:pt x="5427190" y="1360833"/>
                  <a:pt x="5287223" y="1371600"/>
                </a:cubicBezTo>
                <a:cubicBezTo>
                  <a:pt x="5268173" y="1374775"/>
                  <a:pt x="5249192" y="1378394"/>
                  <a:pt x="5230073" y="1381125"/>
                </a:cubicBezTo>
                <a:cubicBezTo>
                  <a:pt x="5181382" y="1388081"/>
                  <a:pt x="5094004" y="1397812"/>
                  <a:pt x="5049098" y="1400175"/>
                </a:cubicBezTo>
                <a:cubicBezTo>
                  <a:pt x="4963433" y="1404684"/>
                  <a:pt x="4877648" y="1406525"/>
                  <a:pt x="4791923" y="1409700"/>
                </a:cubicBezTo>
                <a:cubicBezTo>
                  <a:pt x="4699005" y="1432929"/>
                  <a:pt x="4815029" y="1404565"/>
                  <a:pt x="4706198" y="1428750"/>
                </a:cubicBezTo>
                <a:cubicBezTo>
                  <a:pt x="4693419" y="1431590"/>
                  <a:pt x="4680877" y="1435435"/>
                  <a:pt x="4668098" y="1438275"/>
                </a:cubicBezTo>
                <a:cubicBezTo>
                  <a:pt x="4652294" y="1441787"/>
                  <a:pt x="4636248" y="1444160"/>
                  <a:pt x="4620473" y="1447800"/>
                </a:cubicBezTo>
                <a:cubicBezTo>
                  <a:pt x="4594962" y="1453687"/>
                  <a:pt x="4569673" y="1460500"/>
                  <a:pt x="4544273" y="1466850"/>
                </a:cubicBezTo>
                <a:cubicBezTo>
                  <a:pt x="4531573" y="1470025"/>
                  <a:pt x="4519199" y="1475072"/>
                  <a:pt x="4506173" y="1476375"/>
                </a:cubicBezTo>
                <a:cubicBezTo>
                  <a:pt x="4442673" y="1482725"/>
                  <a:pt x="4378250" y="1482910"/>
                  <a:pt x="4315673" y="1495425"/>
                </a:cubicBezTo>
                <a:cubicBezTo>
                  <a:pt x="4299798" y="1498600"/>
                  <a:pt x="4283823" y="1501310"/>
                  <a:pt x="4268048" y="1504950"/>
                </a:cubicBezTo>
                <a:cubicBezTo>
                  <a:pt x="4178998" y="1525500"/>
                  <a:pt x="4194566" y="1526722"/>
                  <a:pt x="4096598" y="1543050"/>
                </a:cubicBezTo>
                <a:lnTo>
                  <a:pt x="4039448" y="1552575"/>
                </a:lnTo>
                <a:cubicBezTo>
                  <a:pt x="4017258" y="1555989"/>
                  <a:pt x="3994862" y="1558084"/>
                  <a:pt x="3972773" y="1562100"/>
                </a:cubicBezTo>
                <a:cubicBezTo>
                  <a:pt x="3963182" y="1563844"/>
                  <a:pt x="3917756" y="1575321"/>
                  <a:pt x="3906098" y="1581150"/>
                </a:cubicBezTo>
                <a:cubicBezTo>
                  <a:pt x="3895859" y="1586270"/>
                  <a:pt x="3888045" y="1595691"/>
                  <a:pt x="3877523" y="1600200"/>
                </a:cubicBezTo>
                <a:cubicBezTo>
                  <a:pt x="3865491" y="1605357"/>
                  <a:pt x="3851962" y="1605963"/>
                  <a:pt x="3839423" y="1609725"/>
                </a:cubicBezTo>
                <a:lnTo>
                  <a:pt x="3753698" y="1638300"/>
                </a:lnTo>
                <a:lnTo>
                  <a:pt x="3725123" y="1647825"/>
                </a:lnTo>
                <a:cubicBezTo>
                  <a:pt x="3715598" y="1651000"/>
                  <a:pt x="3704902" y="1651781"/>
                  <a:pt x="3696548" y="1657350"/>
                </a:cubicBezTo>
                <a:cubicBezTo>
                  <a:pt x="3614656" y="1711945"/>
                  <a:pt x="3718268" y="1646490"/>
                  <a:pt x="3639398" y="1685925"/>
                </a:cubicBezTo>
                <a:cubicBezTo>
                  <a:pt x="3629159" y="1691045"/>
                  <a:pt x="3621062" y="1699855"/>
                  <a:pt x="3610823" y="1704975"/>
                </a:cubicBezTo>
                <a:cubicBezTo>
                  <a:pt x="3595598" y="1712588"/>
                  <a:pt x="3558390" y="1719956"/>
                  <a:pt x="3544148" y="1724025"/>
                </a:cubicBezTo>
                <a:cubicBezTo>
                  <a:pt x="3534494" y="1726783"/>
                  <a:pt x="3525418" y="1731581"/>
                  <a:pt x="3515573" y="1733550"/>
                </a:cubicBezTo>
                <a:cubicBezTo>
                  <a:pt x="3437181" y="1749228"/>
                  <a:pt x="3355840" y="1746447"/>
                  <a:pt x="3277448" y="1762125"/>
                </a:cubicBezTo>
                <a:cubicBezTo>
                  <a:pt x="3245698" y="1768475"/>
                  <a:pt x="3212915" y="1770936"/>
                  <a:pt x="3182198" y="1781175"/>
                </a:cubicBezTo>
                <a:cubicBezTo>
                  <a:pt x="3172673" y="1784350"/>
                  <a:pt x="3163363" y="1788265"/>
                  <a:pt x="3153623" y="1790700"/>
                </a:cubicBezTo>
                <a:cubicBezTo>
                  <a:pt x="3099241" y="1804295"/>
                  <a:pt x="3116788" y="1795083"/>
                  <a:pt x="3067898" y="1809750"/>
                </a:cubicBezTo>
                <a:cubicBezTo>
                  <a:pt x="3048664" y="1815520"/>
                  <a:pt x="3030229" y="1823930"/>
                  <a:pt x="3010748" y="1828800"/>
                </a:cubicBezTo>
                <a:cubicBezTo>
                  <a:pt x="2998048" y="1831975"/>
                  <a:pt x="2985235" y="1834729"/>
                  <a:pt x="2972648" y="1838325"/>
                </a:cubicBezTo>
                <a:cubicBezTo>
                  <a:pt x="2962994" y="1841083"/>
                  <a:pt x="2953813" y="1845415"/>
                  <a:pt x="2944073" y="1847850"/>
                </a:cubicBezTo>
                <a:cubicBezTo>
                  <a:pt x="2928367" y="1851777"/>
                  <a:pt x="2912252" y="1853863"/>
                  <a:pt x="2896448" y="1857375"/>
                </a:cubicBezTo>
                <a:cubicBezTo>
                  <a:pt x="2883669" y="1860215"/>
                  <a:pt x="2871185" y="1864333"/>
                  <a:pt x="2858348" y="1866900"/>
                </a:cubicBezTo>
                <a:cubicBezTo>
                  <a:pt x="2831120" y="1872346"/>
                  <a:pt x="2781666" y="1878288"/>
                  <a:pt x="2753573" y="1885950"/>
                </a:cubicBezTo>
                <a:cubicBezTo>
                  <a:pt x="2734200" y="1891234"/>
                  <a:pt x="2715473" y="1898650"/>
                  <a:pt x="2696423" y="1905000"/>
                </a:cubicBezTo>
                <a:cubicBezTo>
                  <a:pt x="2686898" y="1908175"/>
                  <a:pt x="2677752" y="1912874"/>
                  <a:pt x="2667848" y="1914525"/>
                </a:cubicBezTo>
                <a:cubicBezTo>
                  <a:pt x="2648798" y="1917700"/>
                  <a:pt x="2629636" y="1920262"/>
                  <a:pt x="2610698" y="1924050"/>
                </a:cubicBezTo>
                <a:cubicBezTo>
                  <a:pt x="2597861" y="1926617"/>
                  <a:pt x="2585435" y="1931008"/>
                  <a:pt x="2572598" y="1933575"/>
                </a:cubicBezTo>
                <a:cubicBezTo>
                  <a:pt x="2511307" y="1945833"/>
                  <a:pt x="2489505" y="1945330"/>
                  <a:pt x="2420198" y="1952625"/>
                </a:cubicBezTo>
                <a:cubicBezTo>
                  <a:pt x="2391605" y="1955635"/>
                  <a:pt x="2362972" y="1958350"/>
                  <a:pt x="2334473" y="1962150"/>
                </a:cubicBezTo>
                <a:cubicBezTo>
                  <a:pt x="2315330" y="1964702"/>
                  <a:pt x="2296549" y="1969844"/>
                  <a:pt x="2277323" y="1971675"/>
                </a:cubicBezTo>
                <a:cubicBezTo>
                  <a:pt x="2043135" y="1993979"/>
                  <a:pt x="2223364" y="1969204"/>
                  <a:pt x="2029673" y="1990725"/>
                </a:cubicBezTo>
                <a:cubicBezTo>
                  <a:pt x="2002152" y="1993783"/>
                  <a:pt x="1935016" y="2004472"/>
                  <a:pt x="1905848" y="2009775"/>
                </a:cubicBezTo>
                <a:cubicBezTo>
                  <a:pt x="1889920" y="2012671"/>
                  <a:pt x="1873730" y="2014648"/>
                  <a:pt x="1858223" y="2019300"/>
                </a:cubicBezTo>
                <a:cubicBezTo>
                  <a:pt x="1841846" y="2024213"/>
                  <a:pt x="1826975" y="2033437"/>
                  <a:pt x="1810598" y="2038350"/>
                </a:cubicBezTo>
                <a:cubicBezTo>
                  <a:pt x="1793957" y="2043342"/>
                  <a:pt x="1719389" y="2055139"/>
                  <a:pt x="1705823" y="2057400"/>
                </a:cubicBezTo>
                <a:cubicBezTo>
                  <a:pt x="1604307" y="2098006"/>
                  <a:pt x="1711759" y="2058379"/>
                  <a:pt x="1610573" y="2085975"/>
                </a:cubicBezTo>
                <a:cubicBezTo>
                  <a:pt x="1531079" y="2107655"/>
                  <a:pt x="1577658" y="2097360"/>
                  <a:pt x="1515323" y="2124075"/>
                </a:cubicBezTo>
                <a:cubicBezTo>
                  <a:pt x="1506095" y="2128030"/>
                  <a:pt x="1495728" y="2129110"/>
                  <a:pt x="1486748" y="2133600"/>
                </a:cubicBezTo>
                <a:cubicBezTo>
                  <a:pt x="1476509" y="2138720"/>
                  <a:pt x="1468412" y="2147530"/>
                  <a:pt x="1458173" y="2152650"/>
                </a:cubicBezTo>
                <a:cubicBezTo>
                  <a:pt x="1449193" y="2157140"/>
                  <a:pt x="1438578" y="2157685"/>
                  <a:pt x="1429598" y="2162175"/>
                </a:cubicBezTo>
                <a:cubicBezTo>
                  <a:pt x="1419359" y="2167295"/>
                  <a:pt x="1411262" y="2176105"/>
                  <a:pt x="1401023" y="2181225"/>
                </a:cubicBezTo>
                <a:cubicBezTo>
                  <a:pt x="1392043" y="2185715"/>
                  <a:pt x="1381428" y="2186260"/>
                  <a:pt x="1372448" y="2190750"/>
                </a:cubicBezTo>
                <a:cubicBezTo>
                  <a:pt x="1317178" y="2218385"/>
                  <a:pt x="1372569" y="2203802"/>
                  <a:pt x="1305773" y="2228850"/>
                </a:cubicBezTo>
                <a:cubicBezTo>
                  <a:pt x="1293516" y="2233447"/>
                  <a:pt x="1280373" y="2235200"/>
                  <a:pt x="1267673" y="2238375"/>
                </a:cubicBezTo>
                <a:cubicBezTo>
                  <a:pt x="1251798" y="2247900"/>
                  <a:pt x="1236966" y="2259431"/>
                  <a:pt x="1220048" y="2266950"/>
                </a:cubicBezTo>
                <a:cubicBezTo>
                  <a:pt x="1208085" y="2272267"/>
                  <a:pt x="1194367" y="2272335"/>
                  <a:pt x="1181948" y="2276475"/>
                </a:cubicBezTo>
                <a:cubicBezTo>
                  <a:pt x="1066441" y="2314977"/>
                  <a:pt x="1143627" y="2290332"/>
                  <a:pt x="1067648" y="2324100"/>
                </a:cubicBezTo>
                <a:cubicBezTo>
                  <a:pt x="997743" y="2355169"/>
                  <a:pt x="1042050" y="2328465"/>
                  <a:pt x="991448" y="2362200"/>
                </a:cubicBezTo>
                <a:cubicBezTo>
                  <a:pt x="947779" y="2427704"/>
                  <a:pt x="975068" y="2412110"/>
                  <a:pt x="924773" y="2428875"/>
                </a:cubicBezTo>
                <a:cubicBezTo>
                  <a:pt x="870178" y="2510767"/>
                  <a:pt x="942873" y="2414395"/>
                  <a:pt x="877148" y="2466975"/>
                </a:cubicBezTo>
                <a:cubicBezTo>
                  <a:pt x="868209" y="2474126"/>
                  <a:pt x="866790" y="2488100"/>
                  <a:pt x="858098" y="2495550"/>
                </a:cubicBezTo>
                <a:cubicBezTo>
                  <a:pt x="787124" y="2556385"/>
                  <a:pt x="836030" y="2503577"/>
                  <a:pt x="781898" y="2533650"/>
                </a:cubicBezTo>
                <a:cubicBezTo>
                  <a:pt x="761884" y="2544769"/>
                  <a:pt x="743798" y="2559050"/>
                  <a:pt x="724748" y="2571750"/>
                </a:cubicBezTo>
                <a:lnTo>
                  <a:pt x="696173" y="2590800"/>
                </a:lnTo>
                <a:cubicBezTo>
                  <a:pt x="650476" y="2659346"/>
                  <a:pt x="715187" y="2574949"/>
                  <a:pt x="619973" y="2638425"/>
                </a:cubicBezTo>
                <a:cubicBezTo>
                  <a:pt x="549027" y="2685723"/>
                  <a:pt x="636162" y="2624934"/>
                  <a:pt x="562823" y="2686050"/>
                </a:cubicBezTo>
                <a:cubicBezTo>
                  <a:pt x="554029" y="2693379"/>
                  <a:pt x="543773" y="2698750"/>
                  <a:pt x="534248" y="2705100"/>
                </a:cubicBezTo>
                <a:cubicBezTo>
                  <a:pt x="527898" y="2714625"/>
                  <a:pt x="524137" y="2726524"/>
                  <a:pt x="515198" y="2733675"/>
                </a:cubicBezTo>
                <a:cubicBezTo>
                  <a:pt x="507358" y="2739947"/>
                  <a:pt x="493723" y="2736100"/>
                  <a:pt x="486623" y="2743200"/>
                </a:cubicBezTo>
                <a:cubicBezTo>
                  <a:pt x="479523" y="2750300"/>
                  <a:pt x="482667" y="2763421"/>
                  <a:pt x="477098" y="2771775"/>
                </a:cubicBezTo>
                <a:cubicBezTo>
                  <a:pt x="469626" y="2782983"/>
                  <a:pt x="457289" y="2790123"/>
                  <a:pt x="448523" y="2800350"/>
                </a:cubicBezTo>
                <a:cubicBezTo>
                  <a:pt x="438192" y="2812403"/>
                  <a:pt x="429052" y="2825445"/>
                  <a:pt x="419948" y="2838450"/>
                </a:cubicBezTo>
                <a:cubicBezTo>
                  <a:pt x="406818" y="2857207"/>
                  <a:pt x="394548" y="2876550"/>
                  <a:pt x="381848" y="2895600"/>
                </a:cubicBezTo>
                <a:cubicBezTo>
                  <a:pt x="375498" y="2905125"/>
                  <a:pt x="372323" y="2917825"/>
                  <a:pt x="362798" y="2924175"/>
                </a:cubicBezTo>
                <a:cubicBezTo>
                  <a:pt x="353273" y="2930525"/>
                  <a:pt x="342779" y="2935620"/>
                  <a:pt x="334223" y="2943225"/>
                </a:cubicBezTo>
                <a:cubicBezTo>
                  <a:pt x="257124" y="3011758"/>
                  <a:pt x="307420" y="2990259"/>
                  <a:pt x="248498" y="3009900"/>
                </a:cubicBezTo>
                <a:cubicBezTo>
                  <a:pt x="245323" y="3019425"/>
                  <a:pt x="246073" y="3031375"/>
                  <a:pt x="238973" y="3038475"/>
                </a:cubicBezTo>
                <a:cubicBezTo>
                  <a:pt x="231873" y="3045575"/>
                  <a:pt x="219175" y="3043124"/>
                  <a:pt x="210398" y="3048000"/>
                </a:cubicBezTo>
                <a:cubicBezTo>
                  <a:pt x="190384" y="3059119"/>
                  <a:pt x="172298" y="3073400"/>
                  <a:pt x="153248" y="3086100"/>
                </a:cubicBezTo>
                <a:lnTo>
                  <a:pt x="124673" y="3105150"/>
                </a:lnTo>
                <a:lnTo>
                  <a:pt x="86573" y="3162300"/>
                </a:lnTo>
                <a:cubicBezTo>
                  <a:pt x="80223" y="3171825"/>
                  <a:pt x="75618" y="3182780"/>
                  <a:pt x="67523" y="3190875"/>
                </a:cubicBezTo>
                <a:lnTo>
                  <a:pt x="38948" y="3219450"/>
                </a:lnTo>
                <a:lnTo>
                  <a:pt x="19898" y="3276600"/>
                </a:lnTo>
                <a:lnTo>
                  <a:pt x="10373" y="3305175"/>
                </a:lnTo>
                <a:cubicBezTo>
                  <a:pt x="-1630" y="3449205"/>
                  <a:pt x="-5173" y="3429439"/>
                  <a:pt x="10373" y="3600450"/>
                </a:cubicBezTo>
                <a:cubicBezTo>
                  <a:pt x="11282" y="3610449"/>
                  <a:pt x="17256" y="3619339"/>
                  <a:pt x="19898" y="3629025"/>
                </a:cubicBezTo>
                <a:cubicBezTo>
                  <a:pt x="26787" y="3654284"/>
                  <a:pt x="30669" y="3680387"/>
                  <a:pt x="38948" y="3705225"/>
                </a:cubicBezTo>
                <a:cubicBezTo>
                  <a:pt x="42123" y="3714750"/>
                  <a:pt x="43983" y="3724820"/>
                  <a:pt x="48473" y="3733800"/>
                </a:cubicBezTo>
                <a:cubicBezTo>
                  <a:pt x="53593" y="3744039"/>
                  <a:pt x="62403" y="3752136"/>
                  <a:pt x="67523" y="3762375"/>
                </a:cubicBezTo>
                <a:cubicBezTo>
                  <a:pt x="91478" y="3810285"/>
                  <a:pt x="55083" y="3788035"/>
                  <a:pt x="115148" y="3848100"/>
                </a:cubicBezTo>
                <a:cubicBezTo>
                  <a:pt x="124673" y="3857625"/>
                  <a:pt x="133375" y="3868051"/>
                  <a:pt x="143723" y="3876675"/>
                </a:cubicBezTo>
                <a:cubicBezTo>
                  <a:pt x="152517" y="3884004"/>
                  <a:pt x="164203" y="3887630"/>
                  <a:pt x="172298" y="3895725"/>
                </a:cubicBezTo>
                <a:cubicBezTo>
                  <a:pt x="183523" y="3906950"/>
                  <a:pt x="188677" y="3923662"/>
                  <a:pt x="200873" y="3933825"/>
                </a:cubicBezTo>
                <a:cubicBezTo>
                  <a:pt x="208586" y="3940253"/>
                  <a:pt x="219463" y="3942299"/>
                  <a:pt x="229448" y="3943350"/>
                </a:cubicBezTo>
                <a:cubicBezTo>
                  <a:pt x="280067" y="3948678"/>
                  <a:pt x="331048" y="3949700"/>
                  <a:pt x="381848" y="3952875"/>
                </a:cubicBezTo>
                <a:cubicBezTo>
                  <a:pt x="453672" y="3976816"/>
                  <a:pt x="365140" y="3944521"/>
                  <a:pt x="438998" y="3981450"/>
                </a:cubicBezTo>
                <a:cubicBezTo>
                  <a:pt x="447978" y="3985940"/>
                  <a:pt x="458048" y="3987800"/>
                  <a:pt x="467573" y="3990975"/>
                </a:cubicBezTo>
                <a:cubicBezTo>
                  <a:pt x="477098" y="4000500"/>
                  <a:pt x="484373" y="4013008"/>
                  <a:pt x="496148" y="4019550"/>
                </a:cubicBezTo>
                <a:cubicBezTo>
                  <a:pt x="566122" y="4058424"/>
                  <a:pt x="719566" y="4045652"/>
                  <a:pt x="762848" y="4048125"/>
                </a:cubicBezTo>
                <a:cubicBezTo>
                  <a:pt x="804178" y="4050487"/>
                  <a:pt x="845398" y="4054475"/>
                  <a:pt x="886673" y="4057650"/>
                </a:cubicBezTo>
                <a:cubicBezTo>
                  <a:pt x="912073" y="4054475"/>
                  <a:pt x="937624" y="4052333"/>
                  <a:pt x="962873" y="4048125"/>
                </a:cubicBezTo>
                <a:cubicBezTo>
                  <a:pt x="975786" y="4045973"/>
                  <a:pt x="987882" y="4038600"/>
                  <a:pt x="1000973" y="4038600"/>
                </a:cubicBezTo>
                <a:cubicBezTo>
                  <a:pt x="1128013" y="4038600"/>
                  <a:pt x="1254973" y="4044950"/>
                  <a:pt x="1381973" y="4048125"/>
                </a:cubicBezTo>
                <a:cubicBezTo>
                  <a:pt x="1431572" y="4055211"/>
                  <a:pt x="1507193" y="4067175"/>
                  <a:pt x="1553423" y="4067175"/>
                </a:cubicBezTo>
                <a:cubicBezTo>
                  <a:pt x="1575874" y="4067175"/>
                  <a:pt x="1597821" y="4060435"/>
                  <a:pt x="1620098" y="4057650"/>
                </a:cubicBezTo>
                <a:cubicBezTo>
                  <a:pt x="1648627" y="4054084"/>
                  <a:pt x="1677248" y="4051300"/>
                  <a:pt x="1705823" y="4048125"/>
                </a:cubicBezTo>
                <a:lnTo>
                  <a:pt x="1791548" y="4019550"/>
                </a:lnTo>
                <a:lnTo>
                  <a:pt x="1820123" y="4010025"/>
                </a:lnTo>
                <a:cubicBezTo>
                  <a:pt x="1924898" y="4013200"/>
                  <a:pt x="2029778" y="4013892"/>
                  <a:pt x="2134448" y="4019550"/>
                </a:cubicBezTo>
                <a:cubicBezTo>
                  <a:pt x="2157179" y="4020779"/>
                  <a:pt x="2179387" y="4033166"/>
                  <a:pt x="2201123" y="4038600"/>
                </a:cubicBezTo>
                <a:cubicBezTo>
                  <a:pt x="2216829" y="4042527"/>
                  <a:pt x="2232747" y="4045663"/>
                  <a:pt x="2248748" y="4048125"/>
                </a:cubicBezTo>
                <a:cubicBezTo>
                  <a:pt x="2274048" y="4052017"/>
                  <a:pt x="2299608" y="4054030"/>
                  <a:pt x="2324948" y="4057650"/>
                </a:cubicBezTo>
                <a:cubicBezTo>
                  <a:pt x="2344067" y="4060381"/>
                  <a:pt x="2362891" y="4065153"/>
                  <a:pt x="2382098" y="4067175"/>
                </a:cubicBezTo>
                <a:cubicBezTo>
                  <a:pt x="2423267" y="4071509"/>
                  <a:pt x="2464648" y="4073525"/>
                  <a:pt x="2505923" y="4076700"/>
                </a:cubicBezTo>
                <a:lnTo>
                  <a:pt x="2667848" y="4067175"/>
                </a:lnTo>
                <a:cubicBezTo>
                  <a:pt x="2702828" y="4064676"/>
                  <a:pt x="2737554" y="4057650"/>
                  <a:pt x="2772623" y="4057650"/>
                </a:cubicBezTo>
                <a:cubicBezTo>
                  <a:pt x="2985372" y="4057650"/>
                  <a:pt x="3198073" y="4064000"/>
                  <a:pt x="3410798" y="4067175"/>
                </a:cubicBezTo>
                <a:cubicBezTo>
                  <a:pt x="4268170" y="4047236"/>
                  <a:pt x="3957768" y="4070807"/>
                  <a:pt x="4344248" y="4038600"/>
                </a:cubicBezTo>
                <a:cubicBezTo>
                  <a:pt x="4447265" y="4004261"/>
                  <a:pt x="4370070" y="4026247"/>
                  <a:pt x="4610948" y="4038600"/>
                </a:cubicBezTo>
                <a:cubicBezTo>
                  <a:pt x="4655453" y="4040882"/>
                  <a:pt x="4699779" y="4046146"/>
                  <a:pt x="4744298" y="4048125"/>
                </a:cubicBezTo>
                <a:cubicBezTo>
                  <a:pt x="4842677" y="4052497"/>
                  <a:pt x="4941148" y="4054475"/>
                  <a:pt x="5039573" y="4057650"/>
                </a:cubicBezTo>
                <a:lnTo>
                  <a:pt x="5296748" y="4048125"/>
                </a:lnTo>
                <a:cubicBezTo>
                  <a:pt x="5430123" y="4042326"/>
                  <a:pt x="5563339" y="4032411"/>
                  <a:pt x="5696798" y="4029075"/>
                </a:cubicBezTo>
                <a:cubicBezTo>
                  <a:pt x="6328565" y="4013281"/>
                  <a:pt x="5950768" y="4021158"/>
                  <a:pt x="6830273" y="4010025"/>
                </a:cubicBezTo>
                <a:lnTo>
                  <a:pt x="7049348" y="4000500"/>
                </a:lnTo>
                <a:lnTo>
                  <a:pt x="7668473" y="3981450"/>
                </a:lnTo>
                <a:cubicBezTo>
                  <a:pt x="7687523" y="3978275"/>
                  <a:pt x="7706685" y="3975713"/>
                  <a:pt x="7725623" y="3971925"/>
                </a:cubicBezTo>
                <a:cubicBezTo>
                  <a:pt x="7751464" y="3966757"/>
                  <a:pt x="7785471" y="3954723"/>
                  <a:pt x="7811348" y="3952875"/>
                </a:cubicBezTo>
                <a:cubicBezTo>
                  <a:pt x="7884256" y="3947667"/>
                  <a:pt x="7957398" y="3946525"/>
                  <a:pt x="8030423" y="3943350"/>
                </a:cubicBezTo>
                <a:cubicBezTo>
                  <a:pt x="8138373" y="3946525"/>
                  <a:pt x="8246411" y="3947482"/>
                  <a:pt x="8354273" y="3952875"/>
                </a:cubicBezTo>
                <a:cubicBezTo>
                  <a:pt x="8373562" y="3953839"/>
                  <a:pt x="8392280" y="3959848"/>
                  <a:pt x="8411423" y="3962400"/>
                </a:cubicBezTo>
                <a:cubicBezTo>
                  <a:pt x="8439922" y="3966200"/>
                  <a:pt x="8468573" y="3968750"/>
                  <a:pt x="8497148" y="3971925"/>
                </a:cubicBezTo>
                <a:cubicBezTo>
                  <a:pt x="8524383" y="3981003"/>
                  <a:pt x="8533923" y="3984995"/>
                  <a:pt x="8563823" y="3990975"/>
                </a:cubicBezTo>
                <a:cubicBezTo>
                  <a:pt x="8627533" y="4003717"/>
                  <a:pt x="8652642" y="4003379"/>
                  <a:pt x="8725748" y="4010025"/>
                </a:cubicBezTo>
                <a:lnTo>
                  <a:pt x="9487748" y="4000500"/>
                </a:lnTo>
                <a:cubicBezTo>
                  <a:pt x="9548837" y="3999142"/>
                  <a:pt x="9583831" y="3990114"/>
                  <a:pt x="9640148" y="3981450"/>
                </a:cubicBezTo>
                <a:cubicBezTo>
                  <a:pt x="9671415" y="3976640"/>
                  <a:pt x="9721899" y="3971277"/>
                  <a:pt x="9754448" y="3962400"/>
                </a:cubicBezTo>
                <a:cubicBezTo>
                  <a:pt x="9773821" y="3957116"/>
                  <a:pt x="9792548" y="3949700"/>
                  <a:pt x="9811598" y="3943350"/>
                </a:cubicBezTo>
                <a:cubicBezTo>
                  <a:pt x="9821123" y="3940175"/>
                  <a:pt x="9830234" y="3935245"/>
                  <a:pt x="9840173" y="3933825"/>
                </a:cubicBezTo>
                <a:lnTo>
                  <a:pt x="9906848" y="3924300"/>
                </a:lnTo>
                <a:cubicBezTo>
                  <a:pt x="9916373" y="3921125"/>
                  <a:pt x="9925578" y="3916744"/>
                  <a:pt x="9935423" y="3914775"/>
                </a:cubicBezTo>
                <a:cubicBezTo>
                  <a:pt x="9957438" y="3910372"/>
                  <a:pt x="9979908" y="3908664"/>
                  <a:pt x="10002098" y="3905250"/>
                </a:cubicBezTo>
                <a:cubicBezTo>
                  <a:pt x="10021186" y="3902313"/>
                  <a:pt x="10040247" y="3899180"/>
                  <a:pt x="10059248" y="3895725"/>
                </a:cubicBezTo>
                <a:cubicBezTo>
                  <a:pt x="10075176" y="3892829"/>
                  <a:pt x="10091167" y="3890127"/>
                  <a:pt x="10106873" y="3886200"/>
                </a:cubicBezTo>
                <a:cubicBezTo>
                  <a:pt x="10116613" y="3883765"/>
                  <a:pt x="10125647" y="3878853"/>
                  <a:pt x="10135448" y="3876675"/>
                </a:cubicBezTo>
                <a:cubicBezTo>
                  <a:pt x="10175683" y="3867734"/>
                  <a:pt x="10240804" y="3861377"/>
                  <a:pt x="10278323" y="3857625"/>
                </a:cubicBezTo>
                <a:lnTo>
                  <a:pt x="10383098" y="3848100"/>
                </a:lnTo>
                <a:cubicBezTo>
                  <a:pt x="10392623" y="3844925"/>
                  <a:pt x="10402896" y="3843451"/>
                  <a:pt x="10411673" y="3838575"/>
                </a:cubicBezTo>
                <a:cubicBezTo>
                  <a:pt x="10431687" y="3827456"/>
                  <a:pt x="10447103" y="3807715"/>
                  <a:pt x="10468823" y="3800475"/>
                </a:cubicBezTo>
                <a:cubicBezTo>
                  <a:pt x="10478348" y="3797300"/>
                  <a:pt x="10488621" y="3795826"/>
                  <a:pt x="10497398" y="3790950"/>
                </a:cubicBezTo>
                <a:cubicBezTo>
                  <a:pt x="10517412" y="3779831"/>
                  <a:pt x="10534070" y="3763089"/>
                  <a:pt x="10554548" y="3752850"/>
                </a:cubicBezTo>
                <a:cubicBezTo>
                  <a:pt x="10669683" y="3695283"/>
                  <a:pt x="10526981" y="3768602"/>
                  <a:pt x="10621223" y="3714750"/>
                </a:cubicBezTo>
                <a:cubicBezTo>
                  <a:pt x="10633551" y="3707705"/>
                  <a:pt x="10646995" y="3702745"/>
                  <a:pt x="10659323" y="3695700"/>
                </a:cubicBezTo>
                <a:cubicBezTo>
                  <a:pt x="10669262" y="3690020"/>
                  <a:pt x="10677437" y="3681299"/>
                  <a:pt x="10687898" y="3676650"/>
                </a:cubicBezTo>
                <a:cubicBezTo>
                  <a:pt x="10706248" y="3668495"/>
                  <a:pt x="10725998" y="3663950"/>
                  <a:pt x="10745048" y="3657600"/>
                </a:cubicBezTo>
                <a:cubicBezTo>
                  <a:pt x="10754573" y="3654425"/>
                  <a:pt x="10765269" y="3653644"/>
                  <a:pt x="10773623" y="3648075"/>
                </a:cubicBezTo>
                <a:cubicBezTo>
                  <a:pt x="10810552" y="3623456"/>
                  <a:pt x="10791338" y="3632645"/>
                  <a:pt x="10830773" y="3619500"/>
                </a:cubicBezTo>
                <a:cubicBezTo>
                  <a:pt x="10873378" y="3555593"/>
                  <a:pt x="10823189" y="3618206"/>
                  <a:pt x="10878398" y="3581400"/>
                </a:cubicBezTo>
                <a:cubicBezTo>
                  <a:pt x="10889606" y="3573928"/>
                  <a:pt x="10896746" y="3561591"/>
                  <a:pt x="10906973" y="3552825"/>
                </a:cubicBezTo>
                <a:cubicBezTo>
                  <a:pt x="10919026" y="3542494"/>
                  <a:pt x="10932155" y="3533477"/>
                  <a:pt x="10945073" y="3524250"/>
                </a:cubicBezTo>
                <a:cubicBezTo>
                  <a:pt x="10954388" y="3517596"/>
                  <a:pt x="10964854" y="3512529"/>
                  <a:pt x="10973648" y="3505200"/>
                </a:cubicBezTo>
                <a:cubicBezTo>
                  <a:pt x="10983996" y="3496576"/>
                  <a:pt x="10991875" y="3485249"/>
                  <a:pt x="11002223" y="3476625"/>
                </a:cubicBezTo>
                <a:cubicBezTo>
                  <a:pt x="11011017" y="3469296"/>
                  <a:pt x="11022004" y="3464904"/>
                  <a:pt x="11030798" y="3457575"/>
                </a:cubicBezTo>
                <a:cubicBezTo>
                  <a:pt x="11057677" y="3435176"/>
                  <a:pt x="11082301" y="3402194"/>
                  <a:pt x="11097473" y="3371850"/>
                </a:cubicBezTo>
                <a:cubicBezTo>
                  <a:pt x="11103823" y="3359150"/>
                  <a:pt x="11107433" y="3344658"/>
                  <a:pt x="11116523" y="3333750"/>
                </a:cubicBezTo>
                <a:cubicBezTo>
                  <a:pt x="11123852" y="3324956"/>
                  <a:pt x="11135573" y="3321050"/>
                  <a:pt x="11145098" y="3314700"/>
                </a:cubicBezTo>
                <a:cubicBezTo>
                  <a:pt x="11174231" y="3227300"/>
                  <a:pt x="11125533" y="3363355"/>
                  <a:pt x="11183198" y="3248025"/>
                </a:cubicBezTo>
                <a:cubicBezTo>
                  <a:pt x="11192178" y="3230064"/>
                  <a:pt x="11195898" y="3209925"/>
                  <a:pt x="11202248" y="3190875"/>
                </a:cubicBezTo>
                <a:lnTo>
                  <a:pt x="11211773" y="3162300"/>
                </a:lnTo>
                <a:cubicBezTo>
                  <a:pt x="11214948" y="3152775"/>
                  <a:pt x="11218863" y="3143465"/>
                  <a:pt x="11221298" y="3133725"/>
                </a:cubicBezTo>
                <a:lnTo>
                  <a:pt x="11230823" y="3095625"/>
                </a:lnTo>
                <a:cubicBezTo>
                  <a:pt x="11231864" y="3086254"/>
                  <a:pt x="11246852" y="2947798"/>
                  <a:pt x="11249873" y="2933700"/>
                </a:cubicBezTo>
                <a:cubicBezTo>
                  <a:pt x="11254080" y="2914065"/>
                  <a:pt x="11265622" y="2896357"/>
                  <a:pt x="11268923" y="2876550"/>
                </a:cubicBezTo>
                <a:cubicBezTo>
                  <a:pt x="11272098" y="2857500"/>
                  <a:pt x="11274660" y="2838338"/>
                  <a:pt x="11278448" y="2819400"/>
                </a:cubicBezTo>
                <a:cubicBezTo>
                  <a:pt x="11290346" y="2759908"/>
                  <a:pt x="11283881" y="2802655"/>
                  <a:pt x="11297498" y="2752725"/>
                </a:cubicBezTo>
                <a:cubicBezTo>
                  <a:pt x="11300429" y="2741977"/>
                  <a:pt x="11324366" y="2636222"/>
                  <a:pt x="11335598" y="2619375"/>
                </a:cubicBezTo>
                <a:lnTo>
                  <a:pt x="11354648" y="2590800"/>
                </a:lnTo>
                <a:cubicBezTo>
                  <a:pt x="11362133" y="2545892"/>
                  <a:pt x="11362331" y="2535335"/>
                  <a:pt x="11373698" y="2495550"/>
                </a:cubicBezTo>
                <a:cubicBezTo>
                  <a:pt x="11376456" y="2485896"/>
                  <a:pt x="11381045" y="2476776"/>
                  <a:pt x="11383223" y="2466975"/>
                </a:cubicBezTo>
                <a:cubicBezTo>
                  <a:pt x="11387413" y="2448122"/>
                  <a:pt x="11388558" y="2428678"/>
                  <a:pt x="11392748" y="2409825"/>
                </a:cubicBezTo>
                <a:cubicBezTo>
                  <a:pt x="11399621" y="2378896"/>
                  <a:pt x="11407883" y="2374510"/>
                  <a:pt x="11421323" y="2343150"/>
                </a:cubicBezTo>
                <a:cubicBezTo>
                  <a:pt x="11425278" y="2333922"/>
                  <a:pt x="11428206" y="2324261"/>
                  <a:pt x="11430848" y="2314575"/>
                </a:cubicBezTo>
                <a:cubicBezTo>
                  <a:pt x="11437737" y="2289316"/>
                  <a:pt x="11443548" y="2263775"/>
                  <a:pt x="11449898" y="2238375"/>
                </a:cubicBezTo>
                <a:cubicBezTo>
                  <a:pt x="11453073" y="2225675"/>
                  <a:pt x="11457572" y="2213234"/>
                  <a:pt x="11459423" y="2200275"/>
                </a:cubicBezTo>
                <a:cubicBezTo>
                  <a:pt x="11470368" y="2123661"/>
                  <a:pt x="11461848" y="2154899"/>
                  <a:pt x="11478473" y="2105025"/>
                </a:cubicBezTo>
                <a:cubicBezTo>
                  <a:pt x="11481648" y="2063750"/>
                  <a:pt x="11482863" y="2022277"/>
                  <a:pt x="11487998" y="1981200"/>
                </a:cubicBezTo>
                <a:cubicBezTo>
                  <a:pt x="11489243" y="1971237"/>
                  <a:pt x="11495778" y="1962512"/>
                  <a:pt x="11497523" y="1952625"/>
                </a:cubicBezTo>
                <a:cubicBezTo>
                  <a:pt x="11505326" y="1908407"/>
                  <a:pt x="11511614" y="1863902"/>
                  <a:pt x="11516573" y="1819275"/>
                </a:cubicBezTo>
                <a:cubicBezTo>
                  <a:pt x="11528925" y="1708109"/>
                  <a:pt x="11522532" y="1762079"/>
                  <a:pt x="11535623" y="1657350"/>
                </a:cubicBezTo>
                <a:cubicBezTo>
                  <a:pt x="11532448" y="1571625"/>
                  <a:pt x="11531449" y="1485792"/>
                  <a:pt x="11526098" y="1400175"/>
                </a:cubicBezTo>
                <a:cubicBezTo>
                  <a:pt x="11521598" y="1328183"/>
                  <a:pt x="11510575" y="1373709"/>
                  <a:pt x="11497523" y="1295400"/>
                </a:cubicBezTo>
                <a:cubicBezTo>
                  <a:pt x="11491086" y="1256781"/>
                  <a:pt x="11489130" y="1235673"/>
                  <a:pt x="11478473" y="1200150"/>
                </a:cubicBezTo>
                <a:cubicBezTo>
                  <a:pt x="11467003" y="1161916"/>
                  <a:pt x="11456653" y="1142053"/>
                  <a:pt x="11449898" y="1104900"/>
                </a:cubicBezTo>
                <a:cubicBezTo>
                  <a:pt x="11445882" y="1082811"/>
                  <a:pt x="11444776" y="1060240"/>
                  <a:pt x="11440373" y="1038225"/>
                </a:cubicBezTo>
                <a:cubicBezTo>
                  <a:pt x="11435238" y="1012552"/>
                  <a:pt x="11426458" y="987698"/>
                  <a:pt x="11421323" y="962025"/>
                </a:cubicBezTo>
                <a:cubicBezTo>
                  <a:pt x="11413748" y="924150"/>
                  <a:pt x="11414487" y="884368"/>
                  <a:pt x="11402273" y="847725"/>
                </a:cubicBezTo>
                <a:lnTo>
                  <a:pt x="11373698" y="762000"/>
                </a:lnTo>
                <a:cubicBezTo>
                  <a:pt x="11370523" y="752475"/>
                  <a:pt x="11368663" y="742405"/>
                  <a:pt x="11364173" y="733425"/>
                </a:cubicBezTo>
                <a:cubicBezTo>
                  <a:pt x="11357823" y="720725"/>
                  <a:pt x="11350396" y="708508"/>
                  <a:pt x="11345123" y="695325"/>
                </a:cubicBezTo>
                <a:cubicBezTo>
                  <a:pt x="11337665" y="676681"/>
                  <a:pt x="11337212" y="654883"/>
                  <a:pt x="11326073" y="638175"/>
                </a:cubicBezTo>
                <a:cubicBezTo>
                  <a:pt x="11319723" y="628650"/>
                  <a:pt x="11311672" y="620061"/>
                  <a:pt x="11307023" y="609600"/>
                </a:cubicBezTo>
                <a:lnTo>
                  <a:pt x="11278448" y="523875"/>
                </a:lnTo>
                <a:lnTo>
                  <a:pt x="11268923" y="495300"/>
                </a:lnTo>
                <a:cubicBezTo>
                  <a:pt x="11258823" y="384201"/>
                  <a:pt x="11256223" y="365125"/>
                  <a:pt x="11249873" y="323850"/>
                </a:cubicBezTo>
                <a:close/>
              </a:path>
            </a:pathLst>
          </a:custGeom>
          <a:solidFill>
            <a:schemeClr val="accent3">
              <a:lumMod val="95000"/>
            </a:schemeClr>
          </a:solidFill>
          <a:ln w="9525" cap="flat" cmpd="sng" algn="ctr">
            <a:solidFill>
              <a:schemeClr val="tx1"/>
            </a:solidFill>
            <a:prstDash val="solid"/>
            <a:round/>
            <a:headEnd type="none" w="med" len="med"/>
            <a:tailEnd type="none" w="med" len="med"/>
          </a:ln>
          <a:effectLst/>
        </p:spPr>
        <p:txBody>
          <a:bodyPr/>
          <a:lstStyle/>
          <a:p>
            <a:pPr>
              <a:defRPr/>
            </a:pPr>
            <a:endParaRPr lang="en-US"/>
          </a:p>
        </p:txBody>
      </p:sp>
      <p:sp>
        <p:nvSpPr>
          <p:cNvPr id="37902" name="Freeform: Shape 37901">
            <a:extLst>
              <a:ext uri="{FF2B5EF4-FFF2-40B4-BE49-F238E27FC236}">
                <a16:creationId xmlns:a16="http://schemas.microsoft.com/office/drawing/2014/main" id="{24D28DCC-9182-3F2C-DDF3-2DA4114CDD5E}"/>
              </a:ext>
            </a:extLst>
          </p:cNvPr>
          <p:cNvSpPr/>
          <p:nvPr/>
        </p:nvSpPr>
        <p:spPr bwMode="auto">
          <a:xfrm>
            <a:off x="673100" y="3629025"/>
            <a:ext cx="8540750" cy="3214688"/>
          </a:xfrm>
          <a:custGeom>
            <a:avLst/>
            <a:gdLst>
              <a:gd name="connsiteX0" fmla="*/ 8306603 w 8539782"/>
              <a:gd name="connsiteY0" fmla="*/ 1280160 h 3214838"/>
              <a:gd name="connsiteX1" fmla="*/ 8287352 w 8539782"/>
              <a:gd name="connsiteY1" fmla="*/ 1232034 h 3214838"/>
              <a:gd name="connsiteX2" fmla="*/ 8277727 w 8539782"/>
              <a:gd name="connsiteY2" fmla="*/ 1203158 h 3214838"/>
              <a:gd name="connsiteX3" fmla="*/ 8258476 w 8539782"/>
              <a:gd name="connsiteY3" fmla="*/ 1174282 h 3214838"/>
              <a:gd name="connsiteX4" fmla="*/ 8219975 w 8539782"/>
              <a:gd name="connsiteY4" fmla="*/ 1087655 h 3214838"/>
              <a:gd name="connsiteX5" fmla="*/ 8210350 w 8539782"/>
              <a:gd name="connsiteY5" fmla="*/ 1058779 h 3214838"/>
              <a:gd name="connsiteX6" fmla="*/ 8171849 w 8539782"/>
              <a:gd name="connsiteY6" fmla="*/ 1001028 h 3214838"/>
              <a:gd name="connsiteX7" fmla="*/ 8152598 w 8539782"/>
              <a:gd name="connsiteY7" fmla="*/ 943276 h 3214838"/>
              <a:gd name="connsiteX8" fmla="*/ 8133348 w 8539782"/>
              <a:gd name="connsiteY8" fmla="*/ 914400 h 3214838"/>
              <a:gd name="connsiteX9" fmla="*/ 8123723 w 8539782"/>
              <a:gd name="connsiteY9" fmla="*/ 885524 h 3214838"/>
              <a:gd name="connsiteX10" fmla="*/ 8085221 w 8539782"/>
              <a:gd name="connsiteY10" fmla="*/ 827773 h 3214838"/>
              <a:gd name="connsiteX11" fmla="*/ 8027470 w 8539782"/>
              <a:gd name="connsiteY11" fmla="*/ 712270 h 3214838"/>
              <a:gd name="connsiteX12" fmla="*/ 7998594 w 8539782"/>
              <a:gd name="connsiteY12" fmla="*/ 693019 h 3214838"/>
              <a:gd name="connsiteX13" fmla="*/ 7940843 w 8539782"/>
              <a:gd name="connsiteY13" fmla="*/ 635268 h 3214838"/>
              <a:gd name="connsiteX14" fmla="*/ 7892716 w 8539782"/>
              <a:gd name="connsiteY14" fmla="*/ 587141 h 3214838"/>
              <a:gd name="connsiteX15" fmla="*/ 7854215 w 8539782"/>
              <a:gd name="connsiteY15" fmla="*/ 548640 h 3214838"/>
              <a:gd name="connsiteX16" fmla="*/ 7767588 w 8539782"/>
              <a:gd name="connsiteY16" fmla="*/ 500514 h 3214838"/>
              <a:gd name="connsiteX17" fmla="*/ 7738712 w 8539782"/>
              <a:gd name="connsiteY17" fmla="*/ 481263 h 3214838"/>
              <a:gd name="connsiteX18" fmla="*/ 7680960 w 8539782"/>
              <a:gd name="connsiteY18" fmla="*/ 462013 h 3214838"/>
              <a:gd name="connsiteX19" fmla="*/ 7652085 w 8539782"/>
              <a:gd name="connsiteY19" fmla="*/ 452388 h 3214838"/>
              <a:gd name="connsiteX20" fmla="*/ 7478830 w 8539782"/>
              <a:gd name="connsiteY20" fmla="*/ 394636 h 3214838"/>
              <a:gd name="connsiteX21" fmla="*/ 7392203 w 8539782"/>
              <a:gd name="connsiteY21" fmla="*/ 365760 h 3214838"/>
              <a:gd name="connsiteX22" fmla="*/ 7363327 w 8539782"/>
              <a:gd name="connsiteY22" fmla="*/ 356135 h 3214838"/>
              <a:gd name="connsiteX23" fmla="*/ 7334451 w 8539782"/>
              <a:gd name="connsiteY23" fmla="*/ 346510 h 3214838"/>
              <a:gd name="connsiteX24" fmla="*/ 7305575 w 8539782"/>
              <a:gd name="connsiteY24" fmla="*/ 327259 h 3214838"/>
              <a:gd name="connsiteX25" fmla="*/ 7247824 w 8539782"/>
              <a:gd name="connsiteY25" fmla="*/ 308009 h 3214838"/>
              <a:gd name="connsiteX26" fmla="*/ 7218948 w 8539782"/>
              <a:gd name="connsiteY26" fmla="*/ 279133 h 3214838"/>
              <a:gd name="connsiteX27" fmla="*/ 7161196 w 8539782"/>
              <a:gd name="connsiteY27" fmla="*/ 240632 h 3214838"/>
              <a:gd name="connsiteX28" fmla="*/ 7103445 w 8539782"/>
              <a:gd name="connsiteY28" fmla="*/ 202131 h 3214838"/>
              <a:gd name="connsiteX29" fmla="*/ 7045693 w 8539782"/>
              <a:gd name="connsiteY29" fmla="*/ 163630 h 3214838"/>
              <a:gd name="connsiteX30" fmla="*/ 7016817 w 8539782"/>
              <a:gd name="connsiteY30" fmla="*/ 144379 h 3214838"/>
              <a:gd name="connsiteX31" fmla="*/ 6968691 w 8539782"/>
              <a:gd name="connsiteY31" fmla="*/ 105878 h 3214838"/>
              <a:gd name="connsiteX32" fmla="*/ 6910939 w 8539782"/>
              <a:gd name="connsiteY32" fmla="*/ 67377 h 3214838"/>
              <a:gd name="connsiteX33" fmla="*/ 6833937 w 8539782"/>
              <a:gd name="connsiteY33" fmla="*/ 48127 h 3214838"/>
              <a:gd name="connsiteX34" fmla="*/ 6564430 w 8539782"/>
              <a:gd name="connsiteY34" fmla="*/ 57752 h 3214838"/>
              <a:gd name="connsiteX35" fmla="*/ 6468177 w 8539782"/>
              <a:gd name="connsiteY35" fmla="*/ 38501 h 3214838"/>
              <a:gd name="connsiteX36" fmla="*/ 6391175 w 8539782"/>
              <a:gd name="connsiteY36" fmla="*/ 0 h 3214838"/>
              <a:gd name="connsiteX37" fmla="*/ 6314173 w 8539782"/>
              <a:gd name="connsiteY37" fmla="*/ 28876 h 3214838"/>
              <a:gd name="connsiteX38" fmla="*/ 6256421 w 8539782"/>
              <a:gd name="connsiteY38" fmla="*/ 48127 h 3214838"/>
              <a:gd name="connsiteX39" fmla="*/ 6227546 w 8539782"/>
              <a:gd name="connsiteY39" fmla="*/ 57752 h 3214838"/>
              <a:gd name="connsiteX40" fmla="*/ 6169794 w 8539782"/>
              <a:gd name="connsiteY40" fmla="*/ 86628 h 3214838"/>
              <a:gd name="connsiteX41" fmla="*/ 6112043 w 8539782"/>
              <a:gd name="connsiteY41" fmla="*/ 115503 h 3214838"/>
              <a:gd name="connsiteX42" fmla="*/ 6054291 w 8539782"/>
              <a:gd name="connsiteY42" fmla="*/ 154004 h 3214838"/>
              <a:gd name="connsiteX43" fmla="*/ 6025415 w 8539782"/>
              <a:gd name="connsiteY43" fmla="*/ 163630 h 3214838"/>
              <a:gd name="connsiteX44" fmla="*/ 5996539 w 8539782"/>
              <a:gd name="connsiteY44" fmla="*/ 182880 h 3214838"/>
              <a:gd name="connsiteX45" fmla="*/ 5909912 w 8539782"/>
              <a:gd name="connsiteY45" fmla="*/ 211756 h 3214838"/>
              <a:gd name="connsiteX46" fmla="*/ 5852160 w 8539782"/>
              <a:gd name="connsiteY46" fmla="*/ 231007 h 3214838"/>
              <a:gd name="connsiteX47" fmla="*/ 5823285 w 8539782"/>
              <a:gd name="connsiteY47" fmla="*/ 240632 h 3214838"/>
              <a:gd name="connsiteX48" fmla="*/ 5804034 w 8539782"/>
              <a:gd name="connsiteY48" fmla="*/ 269508 h 3214838"/>
              <a:gd name="connsiteX49" fmla="*/ 5775158 w 8539782"/>
              <a:gd name="connsiteY49" fmla="*/ 279133 h 3214838"/>
              <a:gd name="connsiteX50" fmla="*/ 5717407 w 8539782"/>
              <a:gd name="connsiteY50" fmla="*/ 308009 h 3214838"/>
              <a:gd name="connsiteX51" fmla="*/ 5688531 w 8539782"/>
              <a:gd name="connsiteY51" fmla="*/ 336884 h 3214838"/>
              <a:gd name="connsiteX52" fmla="*/ 5630779 w 8539782"/>
              <a:gd name="connsiteY52" fmla="*/ 375385 h 3214838"/>
              <a:gd name="connsiteX53" fmla="*/ 5573028 w 8539782"/>
              <a:gd name="connsiteY53" fmla="*/ 423512 h 3214838"/>
              <a:gd name="connsiteX54" fmla="*/ 5486400 w 8539782"/>
              <a:gd name="connsiteY54" fmla="*/ 490889 h 3214838"/>
              <a:gd name="connsiteX55" fmla="*/ 5370897 w 8539782"/>
              <a:gd name="connsiteY55" fmla="*/ 510139 h 3214838"/>
              <a:gd name="connsiteX56" fmla="*/ 5303520 w 8539782"/>
              <a:gd name="connsiteY56" fmla="*/ 519764 h 3214838"/>
              <a:gd name="connsiteX57" fmla="*/ 5255394 w 8539782"/>
              <a:gd name="connsiteY57" fmla="*/ 529390 h 3214838"/>
              <a:gd name="connsiteX58" fmla="*/ 5130266 w 8539782"/>
              <a:gd name="connsiteY58" fmla="*/ 539015 h 3214838"/>
              <a:gd name="connsiteX59" fmla="*/ 4985887 w 8539782"/>
              <a:gd name="connsiteY59" fmla="*/ 558265 h 3214838"/>
              <a:gd name="connsiteX60" fmla="*/ 4918510 w 8539782"/>
              <a:gd name="connsiteY60" fmla="*/ 567891 h 3214838"/>
              <a:gd name="connsiteX61" fmla="*/ 4880009 w 8539782"/>
              <a:gd name="connsiteY61" fmla="*/ 577516 h 3214838"/>
              <a:gd name="connsiteX62" fmla="*/ 4572000 w 8539782"/>
              <a:gd name="connsiteY62" fmla="*/ 596767 h 3214838"/>
              <a:gd name="connsiteX63" fmla="*/ 4417996 w 8539782"/>
              <a:gd name="connsiteY63" fmla="*/ 616017 h 3214838"/>
              <a:gd name="connsiteX64" fmla="*/ 4350619 w 8539782"/>
              <a:gd name="connsiteY64" fmla="*/ 635268 h 3214838"/>
              <a:gd name="connsiteX65" fmla="*/ 4302493 w 8539782"/>
              <a:gd name="connsiteY65" fmla="*/ 644893 h 3214838"/>
              <a:gd name="connsiteX66" fmla="*/ 4244741 w 8539782"/>
              <a:gd name="connsiteY66" fmla="*/ 664143 h 3214838"/>
              <a:gd name="connsiteX67" fmla="*/ 4158114 w 8539782"/>
              <a:gd name="connsiteY67" fmla="*/ 712270 h 3214838"/>
              <a:gd name="connsiteX68" fmla="*/ 4109988 w 8539782"/>
              <a:gd name="connsiteY68" fmla="*/ 731520 h 3214838"/>
              <a:gd name="connsiteX69" fmla="*/ 4032986 w 8539782"/>
              <a:gd name="connsiteY69" fmla="*/ 750771 h 3214838"/>
              <a:gd name="connsiteX70" fmla="*/ 3965609 w 8539782"/>
              <a:gd name="connsiteY70" fmla="*/ 770021 h 3214838"/>
              <a:gd name="connsiteX71" fmla="*/ 3907857 w 8539782"/>
              <a:gd name="connsiteY71" fmla="*/ 779647 h 3214838"/>
              <a:gd name="connsiteX72" fmla="*/ 3878981 w 8539782"/>
              <a:gd name="connsiteY72" fmla="*/ 789272 h 3214838"/>
              <a:gd name="connsiteX73" fmla="*/ 3801979 w 8539782"/>
              <a:gd name="connsiteY73" fmla="*/ 818148 h 3214838"/>
              <a:gd name="connsiteX74" fmla="*/ 3667226 w 8539782"/>
              <a:gd name="connsiteY74" fmla="*/ 847023 h 3214838"/>
              <a:gd name="connsiteX75" fmla="*/ 3599849 w 8539782"/>
              <a:gd name="connsiteY75" fmla="*/ 856649 h 3214838"/>
              <a:gd name="connsiteX76" fmla="*/ 3532472 w 8539782"/>
              <a:gd name="connsiteY76" fmla="*/ 875899 h 3214838"/>
              <a:gd name="connsiteX77" fmla="*/ 3493971 w 8539782"/>
              <a:gd name="connsiteY77" fmla="*/ 885524 h 3214838"/>
              <a:gd name="connsiteX78" fmla="*/ 3397718 w 8539782"/>
              <a:gd name="connsiteY78" fmla="*/ 924025 h 3214838"/>
              <a:gd name="connsiteX79" fmla="*/ 3368843 w 8539782"/>
              <a:gd name="connsiteY79" fmla="*/ 933651 h 3214838"/>
              <a:gd name="connsiteX80" fmla="*/ 3320716 w 8539782"/>
              <a:gd name="connsiteY80" fmla="*/ 962527 h 3214838"/>
              <a:gd name="connsiteX81" fmla="*/ 3291840 w 8539782"/>
              <a:gd name="connsiteY81" fmla="*/ 972152 h 3214838"/>
              <a:gd name="connsiteX82" fmla="*/ 3243714 w 8539782"/>
              <a:gd name="connsiteY82" fmla="*/ 991402 h 3214838"/>
              <a:gd name="connsiteX83" fmla="*/ 3214838 w 8539782"/>
              <a:gd name="connsiteY83" fmla="*/ 1001028 h 3214838"/>
              <a:gd name="connsiteX84" fmla="*/ 3176337 w 8539782"/>
              <a:gd name="connsiteY84" fmla="*/ 1020278 h 3214838"/>
              <a:gd name="connsiteX85" fmla="*/ 3051209 w 8539782"/>
              <a:gd name="connsiteY85" fmla="*/ 1039529 h 3214838"/>
              <a:gd name="connsiteX86" fmla="*/ 3012708 w 8539782"/>
              <a:gd name="connsiteY86" fmla="*/ 1049154 h 3214838"/>
              <a:gd name="connsiteX87" fmla="*/ 2897205 w 8539782"/>
              <a:gd name="connsiteY87" fmla="*/ 1068404 h 3214838"/>
              <a:gd name="connsiteX88" fmla="*/ 2839453 w 8539782"/>
              <a:gd name="connsiteY88" fmla="*/ 1078030 h 3214838"/>
              <a:gd name="connsiteX89" fmla="*/ 2695074 w 8539782"/>
              <a:gd name="connsiteY89" fmla="*/ 1097280 h 3214838"/>
              <a:gd name="connsiteX90" fmla="*/ 2569946 w 8539782"/>
              <a:gd name="connsiteY90" fmla="*/ 1126156 h 3214838"/>
              <a:gd name="connsiteX91" fmla="*/ 2492944 w 8539782"/>
              <a:gd name="connsiteY91" fmla="*/ 1145407 h 3214838"/>
              <a:gd name="connsiteX92" fmla="*/ 2396691 w 8539782"/>
              <a:gd name="connsiteY92" fmla="*/ 1164657 h 3214838"/>
              <a:gd name="connsiteX93" fmla="*/ 2348565 w 8539782"/>
              <a:gd name="connsiteY93" fmla="*/ 1174282 h 3214838"/>
              <a:gd name="connsiteX94" fmla="*/ 2290813 w 8539782"/>
              <a:gd name="connsiteY94" fmla="*/ 1193533 h 3214838"/>
              <a:gd name="connsiteX95" fmla="*/ 2252312 w 8539782"/>
              <a:gd name="connsiteY95" fmla="*/ 1203158 h 3214838"/>
              <a:gd name="connsiteX96" fmla="*/ 2194560 w 8539782"/>
              <a:gd name="connsiteY96" fmla="*/ 1222409 h 3214838"/>
              <a:gd name="connsiteX97" fmla="*/ 2136809 w 8539782"/>
              <a:gd name="connsiteY97" fmla="*/ 1232034 h 3214838"/>
              <a:gd name="connsiteX98" fmla="*/ 2030931 w 8539782"/>
              <a:gd name="connsiteY98" fmla="*/ 1270535 h 3214838"/>
              <a:gd name="connsiteX99" fmla="*/ 1934678 w 8539782"/>
              <a:gd name="connsiteY99" fmla="*/ 1309036 h 3214838"/>
              <a:gd name="connsiteX100" fmla="*/ 1905803 w 8539782"/>
              <a:gd name="connsiteY100" fmla="*/ 1318661 h 3214838"/>
              <a:gd name="connsiteX101" fmla="*/ 1876927 w 8539782"/>
              <a:gd name="connsiteY101" fmla="*/ 1337912 h 3214838"/>
              <a:gd name="connsiteX102" fmla="*/ 1838426 w 8539782"/>
              <a:gd name="connsiteY102" fmla="*/ 1347537 h 3214838"/>
              <a:gd name="connsiteX103" fmla="*/ 1809550 w 8539782"/>
              <a:gd name="connsiteY103" fmla="*/ 1376413 h 3214838"/>
              <a:gd name="connsiteX104" fmla="*/ 1771049 w 8539782"/>
              <a:gd name="connsiteY104" fmla="*/ 1405289 h 3214838"/>
              <a:gd name="connsiteX105" fmla="*/ 1732548 w 8539782"/>
              <a:gd name="connsiteY105" fmla="*/ 1424539 h 3214838"/>
              <a:gd name="connsiteX106" fmla="*/ 1703672 w 8539782"/>
              <a:gd name="connsiteY106" fmla="*/ 1443790 h 3214838"/>
              <a:gd name="connsiteX107" fmla="*/ 1617045 w 8539782"/>
              <a:gd name="connsiteY107" fmla="*/ 1491916 h 3214838"/>
              <a:gd name="connsiteX108" fmla="*/ 1559293 w 8539782"/>
              <a:gd name="connsiteY108" fmla="*/ 1530417 h 3214838"/>
              <a:gd name="connsiteX109" fmla="*/ 1530417 w 8539782"/>
              <a:gd name="connsiteY109" fmla="*/ 1549668 h 3214838"/>
              <a:gd name="connsiteX110" fmla="*/ 1491916 w 8539782"/>
              <a:gd name="connsiteY110" fmla="*/ 1559293 h 3214838"/>
              <a:gd name="connsiteX111" fmla="*/ 1386038 w 8539782"/>
              <a:gd name="connsiteY111" fmla="*/ 1588169 h 3214838"/>
              <a:gd name="connsiteX112" fmla="*/ 1222409 w 8539782"/>
              <a:gd name="connsiteY112" fmla="*/ 1597794 h 3214838"/>
              <a:gd name="connsiteX113" fmla="*/ 1155032 w 8539782"/>
              <a:gd name="connsiteY113" fmla="*/ 1626670 h 3214838"/>
              <a:gd name="connsiteX114" fmla="*/ 1106906 w 8539782"/>
              <a:gd name="connsiteY114" fmla="*/ 1645920 h 3214838"/>
              <a:gd name="connsiteX115" fmla="*/ 1058779 w 8539782"/>
              <a:gd name="connsiteY115" fmla="*/ 1655545 h 3214838"/>
              <a:gd name="connsiteX116" fmla="*/ 991403 w 8539782"/>
              <a:gd name="connsiteY116" fmla="*/ 1694047 h 3214838"/>
              <a:gd name="connsiteX117" fmla="*/ 914400 w 8539782"/>
              <a:gd name="connsiteY117" fmla="*/ 1751798 h 3214838"/>
              <a:gd name="connsiteX118" fmla="*/ 847024 w 8539782"/>
              <a:gd name="connsiteY118" fmla="*/ 1771049 h 3214838"/>
              <a:gd name="connsiteX119" fmla="*/ 818148 w 8539782"/>
              <a:gd name="connsiteY119" fmla="*/ 1790299 h 3214838"/>
              <a:gd name="connsiteX120" fmla="*/ 721895 w 8539782"/>
              <a:gd name="connsiteY120" fmla="*/ 1819175 h 3214838"/>
              <a:gd name="connsiteX121" fmla="*/ 567891 w 8539782"/>
              <a:gd name="connsiteY121" fmla="*/ 1848051 h 3214838"/>
              <a:gd name="connsiteX122" fmla="*/ 529390 w 8539782"/>
              <a:gd name="connsiteY122" fmla="*/ 1857676 h 3214838"/>
              <a:gd name="connsiteX123" fmla="*/ 500514 w 8539782"/>
              <a:gd name="connsiteY123" fmla="*/ 1867301 h 3214838"/>
              <a:gd name="connsiteX124" fmla="*/ 452388 w 8539782"/>
              <a:gd name="connsiteY124" fmla="*/ 1876927 h 3214838"/>
              <a:gd name="connsiteX125" fmla="*/ 413887 w 8539782"/>
              <a:gd name="connsiteY125" fmla="*/ 1896177 h 3214838"/>
              <a:gd name="connsiteX126" fmla="*/ 394636 w 8539782"/>
              <a:gd name="connsiteY126" fmla="*/ 1925053 h 3214838"/>
              <a:gd name="connsiteX127" fmla="*/ 365760 w 8539782"/>
              <a:gd name="connsiteY127" fmla="*/ 1963554 h 3214838"/>
              <a:gd name="connsiteX128" fmla="*/ 298384 w 8539782"/>
              <a:gd name="connsiteY128" fmla="*/ 2011680 h 3214838"/>
              <a:gd name="connsiteX129" fmla="*/ 250257 w 8539782"/>
              <a:gd name="connsiteY129" fmla="*/ 2069432 h 3214838"/>
              <a:gd name="connsiteX130" fmla="*/ 221381 w 8539782"/>
              <a:gd name="connsiteY130" fmla="*/ 2088682 h 3214838"/>
              <a:gd name="connsiteX131" fmla="*/ 202131 w 8539782"/>
              <a:gd name="connsiteY131" fmla="*/ 2117558 h 3214838"/>
              <a:gd name="connsiteX132" fmla="*/ 154005 w 8539782"/>
              <a:gd name="connsiteY132" fmla="*/ 2184935 h 3214838"/>
              <a:gd name="connsiteX133" fmla="*/ 115504 w 8539782"/>
              <a:gd name="connsiteY133" fmla="*/ 2319689 h 3214838"/>
              <a:gd name="connsiteX134" fmla="*/ 86628 w 8539782"/>
              <a:gd name="connsiteY134" fmla="*/ 2387065 h 3214838"/>
              <a:gd name="connsiteX135" fmla="*/ 38501 w 8539782"/>
              <a:gd name="connsiteY135" fmla="*/ 2473693 h 3214838"/>
              <a:gd name="connsiteX136" fmla="*/ 19251 w 8539782"/>
              <a:gd name="connsiteY136" fmla="*/ 2502569 h 3214838"/>
              <a:gd name="connsiteX137" fmla="*/ 0 w 8539782"/>
              <a:gd name="connsiteY137" fmla="*/ 2531444 h 3214838"/>
              <a:gd name="connsiteX138" fmla="*/ 9626 w 8539782"/>
              <a:gd name="connsiteY138" fmla="*/ 2810577 h 3214838"/>
              <a:gd name="connsiteX139" fmla="*/ 28876 w 8539782"/>
              <a:gd name="connsiteY139" fmla="*/ 2868329 h 3214838"/>
              <a:gd name="connsiteX140" fmla="*/ 38501 w 8539782"/>
              <a:gd name="connsiteY140" fmla="*/ 2897204 h 3214838"/>
              <a:gd name="connsiteX141" fmla="*/ 125129 w 8539782"/>
              <a:gd name="connsiteY141" fmla="*/ 2964581 h 3214838"/>
              <a:gd name="connsiteX142" fmla="*/ 182880 w 8539782"/>
              <a:gd name="connsiteY142" fmla="*/ 2983832 h 3214838"/>
              <a:gd name="connsiteX143" fmla="*/ 202131 w 8539782"/>
              <a:gd name="connsiteY143" fmla="*/ 3012708 h 3214838"/>
              <a:gd name="connsiteX144" fmla="*/ 259883 w 8539782"/>
              <a:gd name="connsiteY144" fmla="*/ 3051209 h 3214838"/>
              <a:gd name="connsiteX145" fmla="*/ 317634 w 8539782"/>
              <a:gd name="connsiteY145" fmla="*/ 3080084 h 3214838"/>
              <a:gd name="connsiteX146" fmla="*/ 375386 w 8539782"/>
              <a:gd name="connsiteY146" fmla="*/ 3118585 h 3214838"/>
              <a:gd name="connsiteX147" fmla="*/ 404261 w 8539782"/>
              <a:gd name="connsiteY147" fmla="*/ 3137836 h 3214838"/>
              <a:gd name="connsiteX148" fmla="*/ 433137 w 8539782"/>
              <a:gd name="connsiteY148" fmla="*/ 3147461 h 3214838"/>
              <a:gd name="connsiteX149" fmla="*/ 462013 w 8539782"/>
              <a:gd name="connsiteY149" fmla="*/ 3166712 h 3214838"/>
              <a:gd name="connsiteX150" fmla="*/ 567891 w 8539782"/>
              <a:gd name="connsiteY150" fmla="*/ 3195588 h 3214838"/>
              <a:gd name="connsiteX151" fmla="*/ 673769 w 8539782"/>
              <a:gd name="connsiteY151" fmla="*/ 3205213 h 3214838"/>
              <a:gd name="connsiteX152" fmla="*/ 1597794 w 8539782"/>
              <a:gd name="connsiteY152" fmla="*/ 3195588 h 3214838"/>
              <a:gd name="connsiteX153" fmla="*/ 1915428 w 8539782"/>
              <a:gd name="connsiteY153" fmla="*/ 3176337 h 3214838"/>
              <a:gd name="connsiteX154" fmla="*/ 2059807 w 8539782"/>
              <a:gd name="connsiteY154" fmla="*/ 3157087 h 3214838"/>
              <a:gd name="connsiteX155" fmla="*/ 2675824 w 8539782"/>
              <a:gd name="connsiteY155" fmla="*/ 3166712 h 3214838"/>
              <a:gd name="connsiteX156" fmla="*/ 2714325 w 8539782"/>
              <a:gd name="connsiteY156" fmla="*/ 3176337 h 3214838"/>
              <a:gd name="connsiteX157" fmla="*/ 2964581 w 8539782"/>
              <a:gd name="connsiteY157" fmla="*/ 3195588 h 3214838"/>
              <a:gd name="connsiteX158" fmla="*/ 3051209 w 8539782"/>
              <a:gd name="connsiteY158" fmla="*/ 3205213 h 3214838"/>
              <a:gd name="connsiteX159" fmla="*/ 3176337 w 8539782"/>
              <a:gd name="connsiteY159" fmla="*/ 3214838 h 3214838"/>
              <a:gd name="connsiteX160" fmla="*/ 3994485 w 8539782"/>
              <a:gd name="connsiteY160" fmla="*/ 3205213 h 3214838"/>
              <a:gd name="connsiteX161" fmla="*/ 4215866 w 8539782"/>
              <a:gd name="connsiteY161" fmla="*/ 3195588 h 3214838"/>
              <a:gd name="connsiteX162" fmla="*/ 4283243 w 8539782"/>
              <a:gd name="connsiteY162" fmla="*/ 3176337 h 3214838"/>
              <a:gd name="connsiteX163" fmla="*/ 4620127 w 8539782"/>
              <a:gd name="connsiteY163" fmla="*/ 3166712 h 3214838"/>
              <a:gd name="connsiteX164" fmla="*/ 4697129 w 8539782"/>
              <a:gd name="connsiteY164" fmla="*/ 3147461 h 3214838"/>
              <a:gd name="connsiteX165" fmla="*/ 5034013 w 8539782"/>
              <a:gd name="connsiteY165" fmla="*/ 3128211 h 3214838"/>
              <a:gd name="connsiteX166" fmla="*/ 5419024 w 8539782"/>
              <a:gd name="connsiteY166" fmla="*/ 3108960 h 3214838"/>
              <a:gd name="connsiteX167" fmla="*/ 5515276 w 8539782"/>
              <a:gd name="connsiteY167" fmla="*/ 3080084 h 3214838"/>
              <a:gd name="connsiteX168" fmla="*/ 5544152 w 8539782"/>
              <a:gd name="connsiteY168" fmla="*/ 3070459 h 3214838"/>
              <a:gd name="connsiteX169" fmla="*/ 5813659 w 8539782"/>
              <a:gd name="connsiteY169" fmla="*/ 3060834 h 3214838"/>
              <a:gd name="connsiteX170" fmla="*/ 5948413 w 8539782"/>
              <a:gd name="connsiteY170" fmla="*/ 3051209 h 3214838"/>
              <a:gd name="connsiteX171" fmla="*/ 6304548 w 8539782"/>
              <a:gd name="connsiteY171" fmla="*/ 3041583 h 3214838"/>
              <a:gd name="connsiteX172" fmla="*/ 6497053 w 8539782"/>
              <a:gd name="connsiteY172" fmla="*/ 3022333 h 3214838"/>
              <a:gd name="connsiteX173" fmla="*/ 6545179 w 8539782"/>
              <a:gd name="connsiteY173" fmla="*/ 3012708 h 3214838"/>
              <a:gd name="connsiteX174" fmla="*/ 6689558 w 8539782"/>
              <a:gd name="connsiteY174" fmla="*/ 2993457 h 3214838"/>
              <a:gd name="connsiteX175" fmla="*/ 7190072 w 8539782"/>
              <a:gd name="connsiteY175" fmla="*/ 2983832 h 3214838"/>
              <a:gd name="connsiteX176" fmla="*/ 7305575 w 8539782"/>
              <a:gd name="connsiteY176" fmla="*/ 2974207 h 3214838"/>
              <a:gd name="connsiteX177" fmla="*/ 7575083 w 8539782"/>
              <a:gd name="connsiteY177" fmla="*/ 2964581 h 3214838"/>
              <a:gd name="connsiteX178" fmla="*/ 7729087 w 8539782"/>
              <a:gd name="connsiteY178" fmla="*/ 2945331 h 3214838"/>
              <a:gd name="connsiteX179" fmla="*/ 7757963 w 8539782"/>
              <a:gd name="connsiteY179" fmla="*/ 2935705 h 3214838"/>
              <a:gd name="connsiteX180" fmla="*/ 7825339 w 8539782"/>
              <a:gd name="connsiteY180" fmla="*/ 2897204 h 3214838"/>
              <a:gd name="connsiteX181" fmla="*/ 7854215 w 8539782"/>
              <a:gd name="connsiteY181" fmla="*/ 2887579 h 3214838"/>
              <a:gd name="connsiteX182" fmla="*/ 7911967 w 8539782"/>
              <a:gd name="connsiteY182" fmla="*/ 2849078 h 3214838"/>
              <a:gd name="connsiteX183" fmla="*/ 7940843 w 8539782"/>
              <a:gd name="connsiteY183" fmla="*/ 2829828 h 3214838"/>
              <a:gd name="connsiteX184" fmla="*/ 7969718 w 8539782"/>
              <a:gd name="connsiteY184" fmla="*/ 2810577 h 3214838"/>
              <a:gd name="connsiteX185" fmla="*/ 7998594 w 8539782"/>
              <a:gd name="connsiteY185" fmla="*/ 2800952 h 3214838"/>
              <a:gd name="connsiteX186" fmla="*/ 8056346 w 8539782"/>
              <a:gd name="connsiteY186" fmla="*/ 2772076 h 3214838"/>
              <a:gd name="connsiteX187" fmla="*/ 8085221 w 8539782"/>
              <a:gd name="connsiteY187" fmla="*/ 2752825 h 3214838"/>
              <a:gd name="connsiteX188" fmla="*/ 8104472 w 8539782"/>
              <a:gd name="connsiteY188" fmla="*/ 2723950 h 3214838"/>
              <a:gd name="connsiteX189" fmla="*/ 8133348 w 8539782"/>
              <a:gd name="connsiteY189" fmla="*/ 2714324 h 3214838"/>
              <a:gd name="connsiteX190" fmla="*/ 8200725 w 8539782"/>
              <a:gd name="connsiteY190" fmla="*/ 2646948 h 3214838"/>
              <a:gd name="connsiteX191" fmla="*/ 8239226 w 8539782"/>
              <a:gd name="connsiteY191" fmla="*/ 2598821 h 3214838"/>
              <a:gd name="connsiteX192" fmla="*/ 8296977 w 8539782"/>
              <a:gd name="connsiteY192" fmla="*/ 2512194 h 3214838"/>
              <a:gd name="connsiteX193" fmla="*/ 8335478 w 8539782"/>
              <a:gd name="connsiteY193" fmla="*/ 2454442 h 3214838"/>
              <a:gd name="connsiteX194" fmla="*/ 8354729 w 8539782"/>
              <a:gd name="connsiteY194" fmla="*/ 2425567 h 3214838"/>
              <a:gd name="connsiteX195" fmla="*/ 8364354 w 8539782"/>
              <a:gd name="connsiteY195" fmla="*/ 2396691 h 3214838"/>
              <a:gd name="connsiteX196" fmla="*/ 8383605 w 8539782"/>
              <a:gd name="connsiteY196" fmla="*/ 2367815 h 3214838"/>
              <a:gd name="connsiteX197" fmla="*/ 8393230 w 8539782"/>
              <a:gd name="connsiteY197" fmla="*/ 2329314 h 3214838"/>
              <a:gd name="connsiteX198" fmla="*/ 8412480 w 8539782"/>
              <a:gd name="connsiteY198" fmla="*/ 2300438 h 3214838"/>
              <a:gd name="connsiteX199" fmla="*/ 8422106 w 8539782"/>
              <a:gd name="connsiteY199" fmla="*/ 2271562 h 3214838"/>
              <a:gd name="connsiteX200" fmla="*/ 8431731 w 8539782"/>
              <a:gd name="connsiteY200" fmla="*/ 2213811 h 3214838"/>
              <a:gd name="connsiteX201" fmla="*/ 8470232 w 8539782"/>
              <a:gd name="connsiteY201" fmla="*/ 2079057 h 3214838"/>
              <a:gd name="connsiteX202" fmla="*/ 8489483 w 8539782"/>
              <a:gd name="connsiteY202" fmla="*/ 2021305 h 3214838"/>
              <a:gd name="connsiteX203" fmla="*/ 8499108 w 8539782"/>
              <a:gd name="connsiteY203" fmla="*/ 1992430 h 3214838"/>
              <a:gd name="connsiteX204" fmla="*/ 8508733 w 8539782"/>
              <a:gd name="connsiteY204" fmla="*/ 1934678 h 3214838"/>
              <a:gd name="connsiteX205" fmla="*/ 8518358 w 8539782"/>
              <a:gd name="connsiteY205" fmla="*/ 1905802 h 3214838"/>
              <a:gd name="connsiteX206" fmla="*/ 8527984 w 8539782"/>
              <a:gd name="connsiteY206" fmla="*/ 1857676 h 3214838"/>
              <a:gd name="connsiteX207" fmla="*/ 8527984 w 8539782"/>
              <a:gd name="connsiteY207" fmla="*/ 1530417 h 3214838"/>
              <a:gd name="connsiteX208" fmla="*/ 8470232 w 8539782"/>
              <a:gd name="connsiteY208" fmla="*/ 1414914 h 3214838"/>
              <a:gd name="connsiteX209" fmla="*/ 8441356 w 8539782"/>
              <a:gd name="connsiteY209" fmla="*/ 1405289 h 3214838"/>
              <a:gd name="connsiteX210" fmla="*/ 8393230 w 8539782"/>
              <a:gd name="connsiteY210" fmla="*/ 1366788 h 3214838"/>
              <a:gd name="connsiteX211" fmla="*/ 8373979 w 8539782"/>
              <a:gd name="connsiteY211" fmla="*/ 1337912 h 3214838"/>
              <a:gd name="connsiteX212" fmla="*/ 8345104 w 8539782"/>
              <a:gd name="connsiteY212" fmla="*/ 1318661 h 3214838"/>
              <a:gd name="connsiteX213" fmla="*/ 8325853 w 8539782"/>
              <a:gd name="connsiteY213" fmla="*/ 1289785 h 3214838"/>
              <a:gd name="connsiteX214" fmla="*/ 8296977 w 8539782"/>
              <a:gd name="connsiteY214" fmla="*/ 1270535 h 3214838"/>
              <a:gd name="connsiteX215" fmla="*/ 8306603 w 8539782"/>
              <a:gd name="connsiteY215" fmla="*/ 1280160 h 3214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Lst>
            <a:rect l="l" t="t" r="r" b="b"/>
            <a:pathLst>
              <a:path w="8539782" h="3214838">
                <a:moveTo>
                  <a:pt x="8306603" y="1280160"/>
                </a:moveTo>
                <a:cubicBezTo>
                  <a:pt x="8304999" y="1273743"/>
                  <a:pt x="8293419" y="1248212"/>
                  <a:pt x="8287352" y="1232034"/>
                </a:cubicBezTo>
                <a:cubicBezTo>
                  <a:pt x="8283789" y="1222534"/>
                  <a:pt x="8282264" y="1212233"/>
                  <a:pt x="8277727" y="1203158"/>
                </a:cubicBezTo>
                <a:cubicBezTo>
                  <a:pt x="8272554" y="1192811"/>
                  <a:pt x="8264893" y="1183907"/>
                  <a:pt x="8258476" y="1174282"/>
                </a:cubicBezTo>
                <a:cubicBezTo>
                  <a:pt x="8235568" y="1105556"/>
                  <a:pt x="8250482" y="1133415"/>
                  <a:pt x="8219975" y="1087655"/>
                </a:cubicBezTo>
                <a:cubicBezTo>
                  <a:pt x="8216767" y="1078030"/>
                  <a:pt x="8215277" y="1067648"/>
                  <a:pt x="8210350" y="1058779"/>
                </a:cubicBezTo>
                <a:cubicBezTo>
                  <a:pt x="8199114" y="1038554"/>
                  <a:pt x="8171849" y="1001028"/>
                  <a:pt x="8171849" y="1001028"/>
                </a:cubicBezTo>
                <a:cubicBezTo>
                  <a:pt x="8165432" y="981777"/>
                  <a:pt x="8163854" y="960160"/>
                  <a:pt x="8152598" y="943276"/>
                </a:cubicBezTo>
                <a:cubicBezTo>
                  <a:pt x="8146181" y="933651"/>
                  <a:pt x="8138521" y="924747"/>
                  <a:pt x="8133348" y="914400"/>
                </a:cubicBezTo>
                <a:cubicBezTo>
                  <a:pt x="8128811" y="905325"/>
                  <a:pt x="8128650" y="894393"/>
                  <a:pt x="8123723" y="885524"/>
                </a:cubicBezTo>
                <a:cubicBezTo>
                  <a:pt x="8112487" y="865299"/>
                  <a:pt x="8085221" y="827773"/>
                  <a:pt x="8085221" y="827773"/>
                </a:cubicBezTo>
                <a:cubicBezTo>
                  <a:pt x="8074240" y="794828"/>
                  <a:pt x="8059458" y="733596"/>
                  <a:pt x="8027470" y="712270"/>
                </a:cubicBezTo>
                <a:lnTo>
                  <a:pt x="7998594" y="693019"/>
                </a:lnTo>
                <a:cubicBezTo>
                  <a:pt x="7953229" y="624970"/>
                  <a:pt x="8012473" y="706897"/>
                  <a:pt x="7940843" y="635268"/>
                </a:cubicBezTo>
                <a:cubicBezTo>
                  <a:pt x="7876670" y="571096"/>
                  <a:pt x="7969722" y="638479"/>
                  <a:pt x="7892716" y="587141"/>
                </a:cubicBezTo>
                <a:cubicBezTo>
                  <a:pt x="7876383" y="538139"/>
                  <a:pt x="7896216" y="571974"/>
                  <a:pt x="7854215" y="548640"/>
                </a:cubicBezTo>
                <a:cubicBezTo>
                  <a:pt x="7754925" y="493479"/>
                  <a:pt x="7832927" y="522293"/>
                  <a:pt x="7767588" y="500514"/>
                </a:cubicBezTo>
                <a:cubicBezTo>
                  <a:pt x="7757963" y="494097"/>
                  <a:pt x="7749283" y="485961"/>
                  <a:pt x="7738712" y="481263"/>
                </a:cubicBezTo>
                <a:cubicBezTo>
                  <a:pt x="7720169" y="473022"/>
                  <a:pt x="7700211" y="468430"/>
                  <a:pt x="7680960" y="462013"/>
                </a:cubicBezTo>
                <a:lnTo>
                  <a:pt x="7652085" y="452388"/>
                </a:lnTo>
                <a:lnTo>
                  <a:pt x="7478830" y="394636"/>
                </a:lnTo>
                <a:lnTo>
                  <a:pt x="7392203" y="365760"/>
                </a:lnTo>
                <a:lnTo>
                  <a:pt x="7363327" y="356135"/>
                </a:lnTo>
                <a:lnTo>
                  <a:pt x="7334451" y="346510"/>
                </a:lnTo>
                <a:cubicBezTo>
                  <a:pt x="7324826" y="340093"/>
                  <a:pt x="7316146" y="331957"/>
                  <a:pt x="7305575" y="327259"/>
                </a:cubicBezTo>
                <a:cubicBezTo>
                  <a:pt x="7287032" y="319018"/>
                  <a:pt x="7247824" y="308009"/>
                  <a:pt x="7247824" y="308009"/>
                </a:cubicBezTo>
                <a:cubicBezTo>
                  <a:pt x="7238199" y="298384"/>
                  <a:pt x="7229693" y="287490"/>
                  <a:pt x="7218948" y="279133"/>
                </a:cubicBezTo>
                <a:cubicBezTo>
                  <a:pt x="7200685" y="264929"/>
                  <a:pt x="7180447" y="253466"/>
                  <a:pt x="7161196" y="240632"/>
                </a:cubicBezTo>
                <a:lnTo>
                  <a:pt x="7103445" y="202131"/>
                </a:lnTo>
                <a:lnTo>
                  <a:pt x="7045693" y="163630"/>
                </a:lnTo>
                <a:lnTo>
                  <a:pt x="7016817" y="144379"/>
                </a:lnTo>
                <a:cubicBezTo>
                  <a:pt x="6981249" y="91025"/>
                  <a:pt x="7017918" y="133226"/>
                  <a:pt x="6968691" y="105878"/>
                </a:cubicBezTo>
                <a:cubicBezTo>
                  <a:pt x="6948466" y="94642"/>
                  <a:pt x="6933385" y="72988"/>
                  <a:pt x="6910939" y="67377"/>
                </a:cubicBezTo>
                <a:lnTo>
                  <a:pt x="6833937" y="48127"/>
                </a:lnTo>
                <a:cubicBezTo>
                  <a:pt x="6744101" y="51335"/>
                  <a:pt x="6654323" y="57752"/>
                  <a:pt x="6564430" y="57752"/>
                </a:cubicBezTo>
                <a:cubicBezTo>
                  <a:pt x="6541387" y="57752"/>
                  <a:pt x="6494257" y="50356"/>
                  <a:pt x="6468177" y="38501"/>
                </a:cubicBezTo>
                <a:cubicBezTo>
                  <a:pt x="6442052" y="26626"/>
                  <a:pt x="6391175" y="0"/>
                  <a:pt x="6391175" y="0"/>
                </a:cubicBezTo>
                <a:cubicBezTo>
                  <a:pt x="6277084" y="22818"/>
                  <a:pt x="6395285" y="-7175"/>
                  <a:pt x="6314173" y="28876"/>
                </a:cubicBezTo>
                <a:cubicBezTo>
                  <a:pt x="6295630" y="37117"/>
                  <a:pt x="6275672" y="41710"/>
                  <a:pt x="6256421" y="48127"/>
                </a:cubicBezTo>
                <a:cubicBezTo>
                  <a:pt x="6246796" y="51335"/>
                  <a:pt x="6235988" y="52124"/>
                  <a:pt x="6227546" y="57752"/>
                </a:cubicBezTo>
                <a:cubicBezTo>
                  <a:pt x="6144792" y="112919"/>
                  <a:pt x="6249495" y="46778"/>
                  <a:pt x="6169794" y="86628"/>
                </a:cubicBezTo>
                <a:cubicBezTo>
                  <a:pt x="6095164" y="123943"/>
                  <a:pt x="6184617" y="91312"/>
                  <a:pt x="6112043" y="115503"/>
                </a:cubicBezTo>
                <a:cubicBezTo>
                  <a:pt x="6092792" y="128337"/>
                  <a:pt x="6076240" y="146687"/>
                  <a:pt x="6054291" y="154004"/>
                </a:cubicBezTo>
                <a:cubicBezTo>
                  <a:pt x="6044666" y="157213"/>
                  <a:pt x="6034490" y="159093"/>
                  <a:pt x="6025415" y="163630"/>
                </a:cubicBezTo>
                <a:cubicBezTo>
                  <a:pt x="6015068" y="168803"/>
                  <a:pt x="6007110" y="178182"/>
                  <a:pt x="5996539" y="182880"/>
                </a:cubicBezTo>
                <a:cubicBezTo>
                  <a:pt x="5996525" y="182886"/>
                  <a:pt x="5924357" y="206941"/>
                  <a:pt x="5909912" y="211756"/>
                </a:cubicBezTo>
                <a:lnTo>
                  <a:pt x="5852160" y="231007"/>
                </a:lnTo>
                <a:lnTo>
                  <a:pt x="5823285" y="240632"/>
                </a:lnTo>
                <a:cubicBezTo>
                  <a:pt x="5816868" y="250257"/>
                  <a:pt x="5813067" y="262281"/>
                  <a:pt x="5804034" y="269508"/>
                </a:cubicBezTo>
                <a:cubicBezTo>
                  <a:pt x="5796111" y="275846"/>
                  <a:pt x="5784233" y="274596"/>
                  <a:pt x="5775158" y="279133"/>
                </a:cubicBezTo>
                <a:cubicBezTo>
                  <a:pt x="5700515" y="316454"/>
                  <a:pt x="5789996" y="283811"/>
                  <a:pt x="5717407" y="308009"/>
                </a:cubicBezTo>
                <a:cubicBezTo>
                  <a:pt x="5707782" y="317634"/>
                  <a:pt x="5699276" y="328527"/>
                  <a:pt x="5688531" y="336884"/>
                </a:cubicBezTo>
                <a:cubicBezTo>
                  <a:pt x="5670268" y="351088"/>
                  <a:pt x="5647139" y="359025"/>
                  <a:pt x="5630779" y="375385"/>
                </a:cubicBezTo>
                <a:cubicBezTo>
                  <a:pt x="5546430" y="459737"/>
                  <a:pt x="5653423" y="356515"/>
                  <a:pt x="5573028" y="423512"/>
                </a:cubicBezTo>
                <a:cubicBezTo>
                  <a:pt x="5539808" y="451195"/>
                  <a:pt x="5535055" y="474671"/>
                  <a:pt x="5486400" y="490889"/>
                </a:cubicBezTo>
                <a:cubicBezTo>
                  <a:pt x="5427711" y="510452"/>
                  <a:pt x="5474056" y="497245"/>
                  <a:pt x="5370897" y="510139"/>
                </a:cubicBezTo>
                <a:cubicBezTo>
                  <a:pt x="5348385" y="512953"/>
                  <a:pt x="5325898" y="516034"/>
                  <a:pt x="5303520" y="519764"/>
                </a:cubicBezTo>
                <a:cubicBezTo>
                  <a:pt x="5287383" y="522454"/>
                  <a:pt x="5271654" y="527583"/>
                  <a:pt x="5255394" y="529390"/>
                </a:cubicBezTo>
                <a:cubicBezTo>
                  <a:pt x="5213817" y="534010"/>
                  <a:pt x="5171927" y="535228"/>
                  <a:pt x="5130266" y="539015"/>
                </a:cubicBezTo>
                <a:cubicBezTo>
                  <a:pt x="5032081" y="547941"/>
                  <a:pt x="5067030" y="545781"/>
                  <a:pt x="4985887" y="558265"/>
                </a:cubicBezTo>
                <a:cubicBezTo>
                  <a:pt x="4963464" y="561715"/>
                  <a:pt x="4940831" y="563833"/>
                  <a:pt x="4918510" y="567891"/>
                </a:cubicBezTo>
                <a:cubicBezTo>
                  <a:pt x="4905495" y="570257"/>
                  <a:pt x="4893147" y="575970"/>
                  <a:pt x="4880009" y="577516"/>
                </a:cubicBezTo>
                <a:cubicBezTo>
                  <a:pt x="4810527" y="585690"/>
                  <a:pt x="4626636" y="593891"/>
                  <a:pt x="4572000" y="596767"/>
                </a:cubicBezTo>
                <a:cubicBezTo>
                  <a:pt x="4520665" y="603184"/>
                  <a:pt x="4469158" y="608343"/>
                  <a:pt x="4417996" y="616017"/>
                </a:cubicBezTo>
                <a:cubicBezTo>
                  <a:pt x="4372976" y="622770"/>
                  <a:pt x="4389495" y="625549"/>
                  <a:pt x="4350619" y="635268"/>
                </a:cubicBezTo>
                <a:cubicBezTo>
                  <a:pt x="4334748" y="639236"/>
                  <a:pt x="4318276" y="640589"/>
                  <a:pt x="4302493" y="644893"/>
                </a:cubicBezTo>
                <a:cubicBezTo>
                  <a:pt x="4282916" y="650232"/>
                  <a:pt x="4244741" y="664143"/>
                  <a:pt x="4244741" y="664143"/>
                </a:cubicBezTo>
                <a:cubicBezTo>
                  <a:pt x="4205800" y="690105"/>
                  <a:pt x="4211622" y="687949"/>
                  <a:pt x="4158114" y="712270"/>
                </a:cubicBezTo>
                <a:cubicBezTo>
                  <a:pt x="4142385" y="719420"/>
                  <a:pt x="4126502" y="726439"/>
                  <a:pt x="4109988" y="731520"/>
                </a:cubicBezTo>
                <a:cubicBezTo>
                  <a:pt x="4084701" y="739301"/>
                  <a:pt x="4058086" y="742405"/>
                  <a:pt x="4032986" y="750771"/>
                </a:cubicBezTo>
                <a:cubicBezTo>
                  <a:pt x="4005463" y="759945"/>
                  <a:pt x="3995826" y="763978"/>
                  <a:pt x="3965609" y="770021"/>
                </a:cubicBezTo>
                <a:cubicBezTo>
                  <a:pt x="3946472" y="773849"/>
                  <a:pt x="3926908" y="775413"/>
                  <a:pt x="3907857" y="779647"/>
                </a:cubicBezTo>
                <a:cubicBezTo>
                  <a:pt x="3897953" y="781848"/>
                  <a:pt x="3888481" y="785710"/>
                  <a:pt x="3878981" y="789272"/>
                </a:cubicBezTo>
                <a:cubicBezTo>
                  <a:pt x="3846452" y="801470"/>
                  <a:pt x="3832555" y="809412"/>
                  <a:pt x="3801979" y="818148"/>
                </a:cubicBezTo>
                <a:cubicBezTo>
                  <a:pt x="3766963" y="828153"/>
                  <a:pt x="3689319" y="843867"/>
                  <a:pt x="3667226" y="847023"/>
                </a:cubicBezTo>
                <a:cubicBezTo>
                  <a:pt x="3644767" y="850232"/>
                  <a:pt x="3622170" y="852591"/>
                  <a:pt x="3599849" y="856649"/>
                </a:cubicBezTo>
                <a:cubicBezTo>
                  <a:pt x="3558473" y="864172"/>
                  <a:pt x="3568554" y="865590"/>
                  <a:pt x="3532472" y="875899"/>
                </a:cubicBezTo>
                <a:cubicBezTo>
                  <a:pt x="3519752" y="879533"/>
                  <a:pt x="3506805" y="882316"/>
                  <a:pt x="3493971" y="885524"/>
                </a:cubicBezTo>
                <a:cubicBezTo>
                  <a:pt x="3437316" y="913852"/>
                  <a:pt x="3469089" y="900234"/>
                  <a:pt x="3397718" y="924025"/>
                </a:cubicBezTo>
                <a:cubicBezTo>
                  <a:pt x="3388093" y="927233"/>
                  <a:pt x="3377543" y="928431"/>
                  <a:pt x="3368843" y="933651"/>
                </a:cubicBezTo>
                <a:cubicBezTo>
                  <a:pt x="3352801" y="943276"/>
                  <a:pt x="3337449" y="954160"/>
                  <a:pt x="3320716" y="962527"/>
                </a:cubicBezTo>
                <a:cubicBezTo>
                  <a:pt x="3311641" y="967064"/>
                  <a:pt x="3301340" y="968590"/>
                  <a:pt x="3291840" y="972152"/>
                </a:cubicBezTo>
                <a:cubicBezTo>
                  <a:pt x="3275662" y="978218"/>
                  <a:pt x="3259892" y="985335"/>
                  <a:pt x="3243714" y="991402"/>
                </a:cubicBezTo>
                <a:cubicBezTo>
                  <a:pt x="3234214" y="994965"/>
                  <a:pt x="3224164" y="997031"/>
                  <a:pt x="3214838" y="1001028"/>
                </a:cubicBezTo>
                <a:cubicBezTo>
                  <a:pt x="3201650" y="1006680"/>
                  <a:pt x="3189949" y="1015741"/>
                  <a:pt x="3176337" y="1020278"/>
                </a:cubicBezTo>
                <a:cubicBezTo>
                  <a:pt x="3146901" y="1030090"/>
                  <a:pt x="3074788" y="1035599"/>
                  <a:pt x="3051209" y="1039529"/>
                </a:cubicBezTo>
                <a:cubicBezTo>
                  <a:pt x="3038160" y="1041704"/>
                  <a:pt x="3025710" y="1046716"/>
                  <a:pt x="3012708" y="1049154"/>
                </a:cubicBezTo>
                <a:cubicBezTo>
                  <a:pt x="2974344" y="1056347"/>
                  <a:pt x="2935706" y="1061987"/>
                  <a:pt x="2897205" y="1068404"/>
                </a:cubicBezTo>
                <a:cubicBezTo>
                  <a:pt x="2877954" y="1071612"/>
                  <a:pt x="2858850" y="1075875"/>
                  <a:pt x="2839453" y="1078030"/>
                </a:cubicBezTo>
                <a:cubicBezTo>
                  <a:pt x="2733429" y="1089810"/>
                  <a:pt x="2781484" y="1082879"/>
                  <a:pt x="2695074" y="1097280"/>
                </a:cubicBezTo>
                <a:cubicBezTo>
                  <a:pt x="2604435" y="1133537"/>
                  <a:pt x="2691783" y="1103311"/>
                  <a:pt x="2569946" y="1126156"/>
                </a:cubicBezTo>
                <a:cubicBezTo>
                  <a:pt x="2543942" y="1131032"/>
                  <a:pt x="2518771" y="1139668"/>
                  <a:pt x="2492944" y="1145407"/>
                </a:cubicBezTo>
                <a:cubicBezTo>
                  <a:pt x="2461003" y="1152505"/>
                  <a:pt x="2428775" y="1158240"/>
                  <a:pt x="2396691" y="1164657"/>
                </a:cubicBezTo>
                <a:cubicBezTo>
                  <a:pt x="2380649" y="1167865"/>
                  <a:pt x="2364085" y="1169109"/>
                  <a:pt x="2348565" y="1174282"/>
                </a:cubicBezTo>
                <a:cubicBezTo>
                  <a:pt x="2329314" y="1180699"/>
                  <a:pt x="2310249" y="1187702"/>
                  <a:pt x="2290813" y="1193533"/>
                </a:cubicBezTo>
                <a:cubicBezTo>
                  <a:pt x="2278142" y="1197334"/>
                  <a:pt x="2264983" y="1199357"/>
                  <a:pt x="2252312" y="1203158"/>
                </a:cubicBezTo>
                <a:cubicBezTo>
                  <a:pt x="2232876" y="1208989"/>
                  <a:pt x="2214246" y="1217487"/>
                  <a:pt x="2194560" y="1222409"/>
                </a:cubicBezTo>
                <a:cubicBezTo>
                  <a:pt x="2175627" y="1227142"/>
                  <a:pt x="2156059" y="1228826"/>
                  <a:pt x="2136809" y="1232034"/>
                </a:cubicBezTo>
                <a:cubicBezTo>
                  <a:pt x="1991560" y="1304659"/>
                  <a:pt x="2155547" y="1228997"/>
                  <a:pt x="2030931" y="1270535"/>
                </a:cubicBezTo>
                <a:cubicBezTo>
                  <a:pt x="1998148" y="1281462"/>
                  <a:pt x="1967461" y="1298108"/>
                  <a:pt x="1934678" y="1309036"/>
                </a:cubicBezTo>
                <a:lnTo>
                  <a:pt x="1905803" y="1318661"/>
                </a:lnTo>
                <a:cubicBezTo>
                  <a:pt x="1896178" y="1325078"/>
                  <a:pt x="1887560" y="1333355"/>
                  <a:pt x="1876927" y="1337912"/>
                </a:cubicBezTo>
                <a:cubicBezTo>
                  <a:pt x="1864768" y="1343123"/>
                  <a:pt x="1849912" y="1340974"/>
                  <a:pt x="1838426" y="1347537"/>
                </a:cubicBezTo>
                <a:cubicBezTo>
                  <a:pt x="1826607" y="1354291"/>
                  <a:pt x="1819885" y="1367554"/>
                  <a:pt x="1809550" y="1376413"/>
                </a:cubicBezTo>
                <a:cubicBezTo>
                  <a:pt x="1797370" y="1386853"/>
                  <a:pt x="1784653" y="1396787"/>
                  <a:pt x="1771049" y="1405289"/>
                </a:cubicBezTo>
                <a:cubicBezTo>
                  <a:pt x="1758882" y="1412894"/>
                  <a:pt x="1745006" y="1417420"/>
                  <a:pt x="1732548" y="1424539"/>
                </a:cubicBezTo>
                <a:cubicBezTo>
                  <a:pt x="1722504" y="1430278"/>
                  <a:pt x="1713716" y="1438051"/>
                  <a:pt x="1703672" y="1443790"/>
                </a:cubicBezTo>
                <a:cubicBezTo>
                  <a:pt x="1613622" y="1495247"/>
                  <a:pt x="1722869" y="1424573"/>
                  <a:pt x="1617045" y="1491916"/>
                </a:cubicBezTo>
                <a:cubicBezTo>
                  <a:pt x="1597526" y="1504337"/>
                  <a:pt x="1578544" y="1517583"/>
                  <a:pt x="1559293" y="1530417"/>
                </a:cubicBezTo>
                <a:cubicBezTo>
                  <a:pt x="1549668" y="1536834"/>
                  <a:pt x="1541640" y="1546862"/>
                  <a:pt x="1530417" y="1549668"/>
                </a:cubicBezTo>
                <a:cubicBezTo>
                  <a:pt x="1517583" y="1552876"/>
                  <a:pt x="1504587" y="1555492"/>
                  <a:pt x="1491916" y="1559293"/>
                </a:cubicBezTo>
                <a:cubicBezTo>
                  <a:pt x="1450989" y="1571571"/>
                  <a:pt x="1427985" y="1584356"/>
                  <a:pt x="1386038" y="1588169"/>
                </a:cubicBezTo>
                <a:cubicBezTo>
                  <a:pt x="1331625" y="1593116"/>
                  <a:pt x="1276952" y="1594586"/>
                  <a:pt x="1222409" y="1597794"/>
                </a:cubicBezTo>
                <a:cubicBezTo>
                  <a:pt x="1154811" y="1631592"/>
                  <a:pt x="1211678" y="1605428"/>
                  <a:pt x="1155032" y="1626670"/>
                </a:cubicBezTo>
                <a:cubicBezTo>
                  <a:pt x="1138854" y="1632737"/>
                  <a:pt x="1123455" y="1640955"/>
                  <a:pt x="1106906" y="1645920"/>
                </a:cubicBezTo>
                <a:cubicBezTo>
                  <a:pt x="1091236" y="1650621"/>
                  <a:pt x="1074821" y="1652337"/>
                  <a:pt x="1058779" y="1655545"/>
                </a:cubicBezTo>
                <a:cubicBezTo>
                  <a:pt x="1023424" y="1673223"/>
                  <a:pt x="1021339" y="1672276"/>
                  <a:pt x="991403" y="1694047"/>
                </a:cubicBezTo>
                <a:cubicBezTo>
                  <a:pt x="965455" y="1712918"/>
                  <a:pt x="944838" y="1741652"/>
                  <a:pt x="914400" y="1751798"/>
                </a:cubicBezTo>
                <a:cubicBezTo>
                  <a:pt x="872975" y="1765606"/>
                  <a:pt x="895368" y="1758962"/>
                  <a:pt x="847024" y="1771049"/>
                </a:cubicBezTo>
                <a:cubicBezTo>
                  <a:pt x="837399" y="1777466"/>
                  <a:pt x="828719" y="1785601"/>
                  <a:pt x="818148" y="1790299"/>
                </a:cubicBezTo>
                <a:cubicBezTo>
                  <a:pt x="771023" y="1811243"/>
                  <a:pt x="764973" y="1806252"/>
                  <a:pt x="721895" y="1819175"/>
                </a:cubicBezTo>
                <a:cubicBezTo>
                  <a:pt x="618830" y="1850094"/>
                  <a:pt x="707733" y="1834066"/>
                  <a:pt x="567891" y="1848051"/>
                </a:cubicBezTo>
                <a:cubicBezTo>
                  <a:pt x="555057" y="1851259"/>
                  <a:pt x="542110" y="1854042"/>
                  <a:pt x="529390" y="1857676"/>
                </a:cubicBezTo>
                <a:cubicBezTo>
                  <a:pt x="519634" y="1860463"/>
                  <a:pt x="510357" y="1864840"/>
                  <a:pt x="500514" y="1867301"/>
                </a:cubicBezTo>
                <a:cubicBezTo>
                  <a:pt x="484643" y="1871269"/>
                  <a:pt x="468430" y="1873718"/>
                  <a:pt x="452388" y="1876927"/>
                </a:cubicBezTo>
                <a:cubicBezTo>
                  <a:pt x="439554" y="1883344"/>
                  <a:pt x="424910" y="1886991"/>
                  <a:pt x="413887" y="1896177"/>
                </a:cubicBezTo>
                <a:cubicBezTo>
                  <a:pt x="405000" y="1903583"/>
                  <a:pt x="401360" y="1915640"/>
                  <a:pt x="394636" y="1925053"/>
                </a:cubicBezTo>
                <a:cubicBezTo>
                  <a:pt x="385312" y="1938107"/>
                  <a:pt x="376200" y="1951374"/>
                  <a:pt x="365760" y="1963554"/>
                </a:cubicBezTo>
                <a:cubicBezTo>
                  <a:pt x="336493" y="1997699"/>
                  <a:pt x="338779" y="1991483"/>
                  <a:pt x="298384" y="2011680"/>
                </a:cubicBezTo>
                <a:cubicBezTo>
                  <a:pt x="279456" y="2040072"/>
                  <a:pt x="278048" y="2046273"/>
                  <a:pt x="250257" y="2069432"/>
                </a:cubicBezTo>
                <a:cubicBezTo>
                  <a:pt x="241370" y="2076838"/>
                  <a:pt x="231006" y="2082265"/>
                  <a:pt x="221381" y="2088682"/>
                </a:cubicBezTo>
                <a:cubicBezTo>
                  <a:pt x="214964" y="2098307"/>
                  <a:pt x="209537" y="2108671"/>
                  <a:pt x="202131" y="2117558"/>
                </a:cubicBezTo>
                <a:cubicBezTo>
                  <a:pt x="167835" y="2158713"/>
                  <a:pt x="174361" y="2132010"/>
                  <a:pt x="154005" y="2184935"/>
                </a:cubicBezTo>
                <a:cubicBezTo>
                  <a:pt x="108952" y="2302073"/>
                  <a:pt x="137012" y="2233658"/>
                  <a:pt x="115504" y="2319689"/>
                </a:cubicBezTo>
                <a:cubicBezTo>
                  <a:pt x="106477" y="2355798"/>
                  <a:pt x="103151" y="2348510"/>
                  <a:pt x="86628" y="2387065"/>
                </a:cubicBezTo>
                <a:cubicBezTo>
                  <a:pt x="56134" y="2458221"/>
                  <a:pt x="113537" y="2361139"/>
                  <a:pt x="38501" y="2473693"/>
                </a:cubicBezTo>
                <a:lnTo>
                  <a:pt x="19251" y="2502569"/>
                </a:lnTo>
                <a:lnTo>
                  <a:pt x="0" y="2531444"/>
                </a:lnTo>
                <a:cubicBezTo>
                  <a:pt x="3209" y="2624488"/>
                  <a:pt x="1675" y="2717817"/>
                  <a:pt x="9626" y="2810577"/>
                </a:cubicBezTo>
                <a:cubicBezTo>
                  <a:pt x="11359" y="2830795"/>
                  <a:pt x="22459" y="2849078"/>
                  <a:pt x="28876" y="2868329"/>
                </a:cubicBezTo>
                <a:cubicBezTo>
                  <a:pt x="32084" y="2877954"/>
                  <a:pt x="31327" y="2890030"/>
                  <a:pt x="38501" y="2897204"/>
                </a:cubicBezTo>
                <a:cubicBezTo>
                  <a:pt x="63417" y="2922120"/>
                  <a:pt x="90589" y="2953067"/>
                  <a:pt x="125129" y="2964581"/>
                </a:cubicBezTo>
                <a:lnTo>
                  <a:pt x="182880" y="2983832"/>
                </a:lnTo>
                <a:cubicBezTo>
                  <a:pt x="189297" y="2993457"/>
                  <a:pt x="193425" y="3005090"/>
                  <a:pt x="202131" y="3012708"/>
                </a:cubicBezTo>
                <a:cubicBezTo>
                  <a:pt x="219543" y="3027943"/>
                  <a:pt x="240632" y="3038375"/>
                  <a:pt x="259883" y="3051209"/>
                </a:cubicBezTo>
                <a:cubicBezTo>
                  <a:pt x="297200" y="3076087"/>
                  <a:pt x="277783" y="3066801"/>
                  <a:pt x="317634" y="3080084"/>
                </a:cubicBezTo>
                <a:lnTo>
                  <a:pt x="375386" y="3118585"/>
                </a:lnTo>
                <a:cubicBezTo>
                  <a:pt x="385011" y="3125002"/>
                  <a:pt x="393287" y="3134178"/>
                  <a:pt x="404261" y="3137836"/>
                </a:cubicBezTo>
                <a:lnTo>
                  <a:pt x="433137" y="3147461"/>
                </a:lnTo>
                <a:cubicBezTo>
                  <a:pt x="442762" y="3153878"/>
                  <a:pt x="451442" y="3162014"/>
                  <a:pt x="462013" y="3166712"/>
                </a:cubicBezTo>
                <a:cubicBezTo>
                  <a:pt x="489983" y="3179143"/>
                  <a:pt x="536390" y="3191650"/>
                  <a:pt x="567891" y="3195588"/>
                </a:cubicBezTo>
                <a:cubicBezTo>
                  <a:pt x="603056" y="3199984"/>
                  <a:pt x="638476" y="3202005"/>
                  <a:pt x="673769" y="3205213"/>
                </a:cubicBezTo>
                <a:lnTo>
                  <a:pt x="1597794" y="3195588"/>
                </a:lnTo>
                <a:cubicBezTo>
                  <a:pt x="1788985" y="3192401"/>
                  <a:pt x="1778155" y="3191589"/>
                  <a:pt x="1915428" y="3176337"/>
                </a:cubicBezTo>
                <a:cubicBezTo>
                  <a:pt x="1972709" y="3157244"/>
                  <a:pt x="1965597" y="3157087"/>
                  <a:pt x="2059807" y="3157087"/>
                </a:cubicBezTo>
                <a:cubicBezTo>
                  <a:pt x="2265171" y="3157087"/>
                  <a:pt x="2470485" y="3163504"/>
                  <a:pt x="2675824" y="3166712"/>
                </a:cubicBezTo>
                <a:cubicBezTo>
                  <a:pt x="2688658" y="3169920"/>
                  <a:pt x="2701250" y="3174326"/>
                  <a:pt x="2714325" y="3176337"/>
                </a:cubicBezTo>
                <a:cubicBezTo>
                  <a:pt x="2801057" y="3189680"/>
                  <a:pt x="2873874" y="3188610"/>
                  <a:pt x="2964581" y="3195588"/>
                </a:cubicBezTo>
                <a:cubicBezTo>
                  <a:pt x="2993549" y="3197816"/>
                  <a:pt x="3022275" y="3202583"/>
                  <a:pt x="3051209" y="3205213"/>
                </a:cubicBezTo>
                <a:cubicBezTo>
                  <a:pt x="3092870" y="3209000"/>
                  <a:pt x="3134628" y="3211630"/>
                  <a:pt x="3176337" y="3214838"/>
                </a:cubicBezTo>
                <a:lnTo>
                  <a:pt x="3994485" y="3205213"/>
                </a:lnTo>
                <a:cubicBezTo>
                  <a:pt x="4068336" y="3203845"/>
                  <a:pt x="4142220" y="3201253"/>
                  <a:pt x="4215866" y="3195588"/>
                </a:cubicBezTo>
                <a:cubicBezTo>
                  <a:pt x="4384242" y="3182636"/>
                  <a:pt x="4069368" y="3187305"/>
                  <a:pt x="4283243" y="3176337"/>
                </a:cubicBezTo>
                <a:cubicBezTo>
                  <a:pt x="4395436" y="3170584"/>
                  <a:pt x="4507832" y="3169920"/>
                  <a:pt x="4620127" y="3166712"/>
                </a:cubicBezTo>
                <a:cubicBezTo>
                  <a:pt x="4645794" y="3160295"/>
                  <a:pt x="4670833" y="3150383"/>
                  <a:pt x="4697129" y="3147461"/>
                </a:cubicBezTo>
                <a:cubicBezTo>
                  <a:pt x="4877081" y="3127467"/>
                  <a:pt x="4724970" y="3142258"/>
                  <a:pt x="5034013" y="3128211"/>
                </a:cubicBezTo>
                <a:lnTo>
                  <a:pt x="5419024" y="3108960"/>
                </a:lnTo>
                <a:cubicBezTo>
                  <a:pt x="5556257" y="3063216"/>
                  <a:pt x="5413454" y="3109177"/>
                  <a:pt x="5515276" y="3080084"/>
                </a:cubicBezTo>
                <a:cubicBezTo>
                  <a:pt x="5525032" y="3077297"/>
                  <a:pt x="5534027" y="3071112"/>
                  <a:pt x="5544152" y="3070459"/>
                </a:cubicBezTo>
                <a:cubicBezTo>
                  <a:pt x="5633858" y="3064672"/>
                  <a:pt x="5723868" y="3065110"/>
                  <a:pt x="5813659" y="3060834"/>
                </a:cubicBezTo>
                <a:cubicBezTo>
                  <a:pt x="5858640" y="3058692"/>
                  <a:pt x="5903415" y="3052974"/>
                  <a:pt x="5948413" y="3051209"/>
                </a:cubicBezTo>
                <a:cubicBezTo>
                  <a:pt x="6067077" y="3046555"/>
                  <a:pt x="6185836" y="3044792"/>
                  <a:pt x="6304548" y="3041583"/>
                </a:cubicBezTo>
                <a:cubicBezTo>
                  <a:pt x="6418139" y="3018865"/>
                  <a:pt x="6282783" y="3043759"/>
                  <a:pt x="6497053" y="3022333"/>
                </a:cubicBezTo>
                <a:cubicBezTo>
                  <a:pt x="6513331" y="3020705"/>
                  <a:pt x="6529083" y="3015635"/>
                  <a:pt x="6545179" y="3012708"/>
                </a:cubicBezTo>
                <a:cubicBezTo>
                  <a:pt x="6585380" y="3005398"/>
                  <a:pt x="6652324" y="2994678"/>
                  <a:pt x="6689558" y="2993457"/>
                </a:cubicBezTo>
                <a:cubicBezTo>
                  <a:pt x="6856337" y="2987989"/>
                  <a:pt x="7023234" y="2987040"/>
                  <a:pt x="7190072" y="2983832"/>
                </a:cubicBezTo>
                <a:cubicBezTo>
                  <a:pt x="7228573" y="2980624"/>
                  <a:pt x="7266989" y="2976136"/>
                  <a:pt x="7305575" y="2974207"/>
                </a:cubicBezTo>
                <a:cubicBezTo>
                  <a:pt x="7395356" y="2969718"/>
                  <a:pt x="7485314" y="2969306"/>
                  <a:pt x="7575083" y="2964581"/>
                </a:cubicBezTo>
                <a:cubicBezTo>
                  <a:pt x="7642707" y="2961022"/>
                  <a:pt x="7668611" y="2955410"/>
                  <a:pt x="7729087" y="2945331"/>
                </a:cubicBezTo>
                <a:cubicBezTo>
                  <a:pt x="7738712" y="2942122"/>
                  <a:pt x="7748888" y="2940243"/>
                  <a:pt x="7757963" y="2935705"/>
                </a:cubicBezTo>
                <a:cubicBezTo>
                  <a:pt x="7854612" y="2887380"/>
                  <a:pt x="7707234" y="2947820"/>
                  <a:pt x="7825339" y="2897204"/>
                </a:cubicBezTo>
                <a:cubicBezTo>
                  <a:pt x="7834665" y="2893207"/>
                  <a:pt x="7845346" y="2892506"/>
                  <a:pt x="7854215" y="2887579"/>
                </a:cubicBezTo>
                <a:cubicBezTo>
                  <a:pt x="7874440" y="2876343"/>
                  <a:pt x="7892716" y="2861912"/>
                  <a:pt x="7911967" y="2849078"/>
                </a:cubicBezTo>
                <a:lnTo>
                  <a:pt x="7940843" y="2829828"/>
                </a:lnTo>
                <a:cubicBezTo>
                  <a:pt x="7950468" y="2823411"/>
                  <a:pt x="7958744" y="2814235"/>
                  <a:pt x="7969718" y="2810577"/>
                </a:cubicBezTo>
                <a:lnTo>
                  <a:pt x="7998594" y="2800952"/>
                </a:lnTo>
                <a:cubicBezTo>
                  <a:pt x="8081354" y="2745778"/>
                  <a:pt x="7976641" y="2811929"/>
                  <a:pt x="8056346" y="2772076"/>
                </a:cubicBezTo>
                <a:cubicBezTo>
                  <a:pt x="8066693" y="2766903"/>
                  <a:pt x="8075596" y="2759242"/>
                  <a:pt x="8085221" y="2752825"/>
                </a:cubicBezTo>
                <a:cubicBezTo>
                  <a:pt x="8091638" y="2743200"/>
                  <a:pt x="8095439" y="2731176"/>
                  <a:pt x="8104472" y="2723950"/>
                </a:cubicBezTo>
                <a:cubicBezTo>
                  <a:pt x="8112395" y="2717612"/>
                  <a:pt x="8126174" y="2721498"/>
                  <a:pt x="8133348" y="2714324"/>
                </a:cubicBezTo>
                <a:cubicBezTo>
                  <a:pt x="8210572" y="2637100"/>
                  <a:pt x="8135387" y="2668727"/>
                  <a:pt x="8200725" y="2646948"/>
                </a:cubicBezTo>
                <a:cubicBezTo>
                  <a:pt x="8222400" y="2581922"/>
                  <a:pt x="8192340" y="2652404"/>
                  <a:pt x="8239226" y="2598821"/>
                </a:cubicBezTo>
                <a:cubicBezTo>
                  <a:pt x="8239236" y="2598809"/>
                  <a:pt x="8287348" y="2526638"/>
                  <a:pt x="8296977" y="2512194"/>
                </a:cubicBezTo>
                <a:lnTo>
                  <a:pt x="8335478" y="2454442"/>
                </a:lnTo>
                <a:lnTo>
                  <a:pt x="8354729" y="2425567"/>
                </a:lnTo>
                <a:cubicBezTo>
                  <a:pt x="8357937" y="2415942"/>
                  <a:pt x="8359817" y="2405766"/>
                  <a:pt x="8364354" y="2396691"/>
                </a:cubicBezTo>
                <a:cubicBezTo>
                  <a:pt x="8369527" y="2386344"/>
                  <a:pt x="8379048" y="2378448"/>
                  <a:pt x="8383605" y="2367815"/>
                </a:cubicBezTo>
                <a:cubicBezTo>
                  <a:pt x="8388816" y="2355656"/>
                  <a:pt x="8388019" y="2341473"/>
                  <a:pt x="8393230" y="2329314"/>
                </a:cubicBezTo>
                <a:cubicBezTo>
                  <a:pt x="8397787" y="2318681"/>
                  <a:pt x="8407307" y="2310785"/>
                  <a:pt x="8412480" y="2300438"/>
                </a:cubicBezTo>
                <a:cubicBezTo>
                  <a:pt x="8417017" y="2291363"/>
                  <a:pt x="8418897" y="2281187"/>
                  <a:pt x="8422106" y="2271562"/>
                </a:cubicBezTo>
                <a:cubicBezTo>
                  <a:pt x="8425314" y="2252312"/>
                  <a:pt x="8427642" y="2232894"/>
                  <a:pt x="8431731" y="2213811"/>
                </a:cubicBezTo>
                <a:cubicBezTo>
                  <a:pt x="8446236" y="2146121"/>
                  <a:pt x="8450029" y="2139667"/>
                  <a:pt x="8470232" y="2079057"/>
                </a:cubicBezTo>
                <a:lnTo>
                  <a:pt x="8489483" y="2021305"/>
                </a:lnTo>
                <a:lnTo>
                  <a:pt x="8499108" y="1992430"/>
                </a:lnTo>
                <a:cubicBezTo>
                  <a:pt x="8502316" y="1973179"/>
                  <a:pt x="8504499" y="1953729"/>
                  <a:pt x="8508733" y="1934678"/>
                </a:cubicBezTo>
                <a:cubicBezTo>
                  <a:pt x="8510934" y="1924774"/>
                  <a:pt x="8515897" y="1915645"/>
                  <a:pt x="8518358" y="1905802"/>
                </a:cubicBezTo>
                <a:cubicBezTo>
                  <a:pt x="8522326" y="1889931"/>
                  <a:pt x="8524775" y="1873718"/>
                  <a:pt x="8527984" y="1857676"/>
                </a:cubicBezTo>
                <a:cubicBezTo>
                  <a:pt x="8540840" y="1716254"/>
                  <a:pt x="8546351" y="1707967"/>
                  <a:pt x="8527984" y="1530417"/>
                </a:cubicBezTo>
                <a:cubicBezTo>
                  <a:pt x="8525848" y="1509774"/>
                  <a:pt x="8492133" y="1422214"/>
                  <a:pt x="8470232" y="1414914"/>
                </a:cubicBezTo>
                <a:lnTo>
                  <a:pt x="8441356" y="1405289"/>
                </a:lnTo>
                <a:cubicBezTo>
                  <a:pt x="8386190" y="1322537"/>
                  <a:pt x="8459645" y="1419919"/>
                  <a:pt x="8393230" y="1366788"/>
                </a:cubicBezTo>
                <a:cubicBezTo>
                  <a:pt x="8384197" y="1359561"/>
                  <a:pt x="8382159" y="1346092"/>
                  <a:pt x="8373979" y="1337912"/>
                </a:cubicBezTo>
                <a:cubicBezTo>
                  <a:pt x="8365799" y="1329732"/>
                  <a:pt x="8354729" y="1325078"/>
                  <a:pt x="8345104" y="1318661"/>
                </a:cubicBezTo>
                <a:cubicBezTo>
                  <a:pt x="8338687" y="1309036"/>
                  <a:pt x="8334033" y="1297965"/>
                  <a:pt x="8325853" y="1289785"/>
                </a:cubicBezTo>
                <a:cubicBezTo>
                  <a:pt x="8317673" y="1281605"/>
                  <a:pt x="8306010" y="1277762"/>
                  <a:pt x="8296977" y="1270535"/>
                </a:cubicBezTo>
                <a:cubicBezTo>
                  <a:pt x="8289891" y="1264866"/>
                  <a:pt x="8308207" y="1286577"/>
                  <a:pt x="8306603" y="1280160"/>
                </a:cubicBezTo>
                <a:close/>
              </a:path>
            </a:pathLst>
          </a:cu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a:lstStyle/>
          <a:p>
            <a:pPr>
              <a:defRPr/>
            </a:pPr>
            <a:endParaRPr lang="en-US"/>
          </a:p>
        </p:txBody>
      </p:sp>
      <p:sp>
        <p:nvSpPr>
          <p:cNvPr id="13" name="Freeform: Shape 12">
            <a:extLst>
              <a:ext uri="{FF2B5EF4-FFF2-40B4-BE49-F238E27FC236}">
                <a16:creationId xmlns:a16="http://schemas.microsoft.com/office/drawing/2014/main" id="{58587583-204E-3006-1786-90571230F328}"/>
              </a:ext>
            </a:extLst>
          </p:cNvPr>
          <p:cNvSpPr/>
          <p:nvPr/>
        </p:nvSpPr>
        <p:spPr bwMode="auto">
          <a:xfrm>
            <a:off x="788988" y="4437063"/>
            <a:ext cx="5813425" cy="2349500"/>
          </a:xfrm>
          <a:custGeom>
            <a:avLst/>
            <a:gdLst>
              <a:gd name="connsiteX0" fmla="*/ 5245768 w 5813659"/>
              <a:gd name="connsiteY0" fmla="*/ 2117558 h 2348565"/>
              <a:gd name="connsiteX1" fmla="*/ 5284269 w 5813659"/>
              <a:gd name="connsiteY1" fmla="*/ 2069432 h 2348565"/>
              <a:gd name="connsiteX2" fmla="*/ 5313145 w 5813659"/>
              <a:gd name="connsiteY2" fmla="*/ 2059807 h 2348565"/>
              <a:gd name="connsiteX3" fmla="*/ 5361271 w 5813659"/>
              <a:gd name="connsiteY3" fmla="*/ 2030931 h 2348565"/>
              <a:gd name="connsiteX4" fmla="*/ 5399772 w 5813659"/>
              <a:gd name="connsiteY4" fmla="*/ 2011680 h 2348565"/>
              <a:gd name="connsiteX5" fmla="*/ 5428648 w 5813659"/>
              <a:gd name="connsiteY5" fmla="*/ 1982805 h 2348565"/>
              <a:gd name="connsiteX6" fmla="*/ 5457524 w 5813659"/>
              <a:gd name="connsiteY6" fmla="*/ 1963554 h 2348565"/>
              <a:gd name="connsiteX7" fmla="*/ 5496025 w 5813659"/>
              <a:gd name="connsiteY7" fmla="*/ 1905802 h 2348565"/>
              <a:gd name="connsiteX8" fmla="*/ 5515275 w 5813659"/>
              <a:gd name="connsiteY8" fmla="*/ 1848051 h 2348565"/>
              <a:gd name="connsiteX9" fmla="*/ 5524901 w 5813659"/>
              <a:gd name="connsiteY9" fmla="*/ 1819175 h 2348565"/>
              <a:gd name="connsiteX10" fmla="*/ 5553776 w 5813659"/>
              <a:gd name="connsiteY10" fmla="*/ 1761423 h 2348565"/>
              <a:gd name="connsiteX11" fmla="*/ 5592277 w 5813659"/>
              <a:gd name="connsiteY11" fmla="*/ 1703672 h 2348565"/>
              <a:gd name="connsiteX12" fmla="*/ 5601903 w 5813659"/>
              <a:gd name="connsiteY12" fmla="*/ 1674796 h 2348565"/>
              <a:gd name="connsiteX13" fmla="*/ 5640404 w 5813659"/>
              <a:gd name="connsiteY13" fmla="*/ 1617045 h 2348565"/>
              <a:gd name="connsiteX14" fmla="*/ 5678905 w 5813659"/>
              <a:gd name="connsiteY14" fmla="*/ 1559293 h 2348565"/>
              <a:gd name="connsiteX15" fmla="*/ 5736656 w 5813659"/>
              <a:gd name="connsiteY15" fmla="*/ 1482291 h 2348565"/>
              <a:gd name="connsiteX16" fmla="*/ 5775157 w 5813659"/>
              <a:gd name="connsiteY16" fmla="*/ 1405289 h 2348565"/>
              <a:gd name="connsiteX17" fmla="*/ 5784783 w 5813659"/>
              <a:gd name="connsiteY17" fmla="*/ 1366788 h 2348565"/>
              <a:gd name="connsiteX18" fmla="*/ 5794408 w 5813659"/>
              <a:gd name="connsiteY18" fmla="*/ 1337912 h 2348565"/>
              <a:gd name="connsiteX19" fmla="*/ 5813659 w 5813659"/>
              <a:gd name="connsiteY19" fmla="*/ 1270535 h 2348565"/>
              <a:gd name="connsiteX20" fmla="*/ 5804033 w 5813659"/>
              <a:gd name="connsiteY20" fmla="*/ 952901 h 2348565"/>
              <a:gd name="connsiteX21" fmla="*/ 5784783 w 5813659"/>
              <a:gd name="connsiteY21" fmla="*/ 856649 h 2348565"/>
              <a:gd name="connsiteX22" fmla="*/ 5765532 w 5813659"/>
              <a:gd name="connsiteY22" fmla="*/ 798897 h 2348565"/>
              <a:gd name="connsiteX23" fmla="*/ 5736656 w 5813659"/>
              <a:gd name="connsiteY23" fmla="*/ 731520 h 2348565"/>
              <a:gd name="connsiteX24" fmla="*/ 5698155 w 5813659"/>
              <a:gd name="connsiteY24" fmla="*/ 635268 h 2348565"/>
              <a:gd name="connsiteX25" fmla="*/ 5678905 w 5813659"/>
              <a:gd name="connsiteY25" fmla="*/ 587141 h 2348565"/>
              <a:gd name="connsiteX26" fmla="*/ 5669280 w 5813659"/>
              <a:gd name="connsiteY26" fmla="*/ 558266 h 2348565"/>
              <a:gd name="connsiteX27" fmla="*/ 5650029 w 5813659"/>
              <a:gd name="connsiteY27" fmla="*/ 529390 h 2348565"/>
              <a:gd name="connsiteX28" fmla="*/ 5621153 w 5813659"/>
              <a:gd name="connsiteY28" fmla="*/ 462013 h 2348565"/>
              <a:gd name="connsiteX29" fmla="*/ 5601903 w 5813659"/>
              <a:gd name="connsiteY29" fmla="*/ 433137 h 2348565"/>
              <a:gd name="connsiteX30" fmla="*/ 5573027 w 5813659"/>
              <a:gd name="connsiteY30" fmla="*/ 413887 h 2348565"/>
              <a:gd name="connsiteX31" fmla="*/ 5553776 w 5813659"/>
              <a:gd name="connsiteY31" fmla="*/ 385011 h 2348565"/>
              <a:gd name="connsiteX32" fmla="*/ 5524901 w 5813659"/>
              <a:gd name="connsiteY32" fmla="*/ 365760 h 2348565"/>
              <a:gd name="connsiteX33" fmla="*/ 5447899 w 5813659"/>
              <a:gd name="connsiteY33" fmla="*/ 308009 h 2348565"/>
              <a:gd name="connsiteX34" fmla="*/ 5390147 w 5813659"/>
              <a:gd name="connsiteY34" fmla="*/ 269508 h 2348565"/>
              <a:gd name="connsiteX35" fmla="*/ 5361271 w 5813659"/>
              <a:gd name="connsiteY35" fmla="*/ 250257 h 2348565"/>
              <a:gd name="connsiteX36" fmla="*/ 5322770 w 5813659"/>
              <a:gd name="connsiteY36" fmla="*/ 221381 h 2348565"/>
              <a:gd name="connsiteX37" fmla="*/ 5284269 w 5813659"/>
              <a:gd name="connsiteY37" fmla="*/ 202131 h 2348565"/>
              <a:gd name="connsiteX38" fmla="*/ 5216892 w 5813659"/>
              <a:gd name="connsiteY38" fmla="*/ 163630 h 2348565"/>
              <a:gd name="connsiteX39" fmla="*/ 5178391 w 5813659"/>
              <a:gd name="connsiteY39" fmla="*/ 154005 h 2348565"/>
              <a:gd name="connsiteX40" fmla="*/ 5072513 w 5813659"/>
              <a:gd name="connsiteY40" fmla="*/ 115503 h 2348565"/>
              <a:gd name="connsiteX41" fmla="*/ 5005136 w 5813659"/>
              <a:gd name="connsiteY41" fmla="*/ 96253 h 2348565"/>
              <a:gd name="connsiteX42" fmla="*/ 4976261 w 5813659"/>
              <a:gd name="connsiteY42" fmla="*/ 86628 h 2348565"/>
              <a:gd name="connsiteX43" fmla="*/ 4908884 w 5813659"/>
              <a:gd name="connsiteY43" fmla="*/ 77002 h 2348565"/>
              <a:gd name="connsiteX44" fmla="*/ 4870383 w 5813659"/>
              <a:gd name="connsiteY44" fmla="*/ 67377 h 2348565"/>
              <a:gd name="connsiteX45" fmla="*/ 4822256 w 5813659"/>
              <a:gd name="connsiteY45" fmla="*/ 57752 h 2348565"/>
              <a:gd name="connsiteX46" fmla="*/ 4793381 w 5813659"/>
              <a:gd name="connsiteY46" fmla="*/ 48127 h 2348565"/>
              <a:gd name="connsiteX47" fmla="*/ 4716379 w 5813659"/>
              <a:gd name="connsiteY47" fmla="*/ 38501 h 2348565"/>
              <a:gd name="connsiteX48" fmla="*/ 4581625 w 5813659"/>
              <a:gd name="connsiteY48" fmla="*/ 19251 h 2348565"/>
              <a:gd name="connsiteX49" fmla="*/ 4543124 w 5813659"/>
              <a:gd name="connsiteY49" fmla="*/ 9626 h 2348565"/>
              <a:gd name="connsiteX50" fmla="*/ 4427621 w 5813659"/>
              <a:gd name="connsiteY50" fmla="*/ 0 h 2348565"/>
              <a:gd name="connsiteX51" fmla="*/ 4061861 w 5813659"/>
              <a:gd name="connsiteY51" fmla="*/ 9626 h 2348565"/>
              <a:gd name="connsiteX52" fmla="*/ 4023360 w 5813659"/>
              <a:gd name="connsiteY52" fmla="*/ 19251 h 2348565"/>
              <a:gd name="connsiteX53" fmla="*/ 3975233 w 5813659"/>
              <a:gd name="connsiteY53" fmla="*/ 28876 h 2348565"/>
              <a:gd name="connsiteX54" fmla="*/ 3936732 w 5813659"/>
              <a:gd name="connsiteY54" fmla="*/ 38501 h 2348565"/>
              <a:gd name="connsiteX55" fmla="*/ 3811604 w 5813659"/>
              <a:gd name="connsiteY55" fmla="*/ 67377 h 2348565"/>
              <a:gd name="connsiteX56" fmla="*/ 3782728 w 5813659"/>
              <a:gd name="connsiteY56" fmla="*/ 77002 h 2348565"/>
              <a:gd name="connsiteX57" fmla="*/ 3705726 w 5813659"/>
              <a:gd name="connsiteY57" fmla="*/ 115503 h 2348565"/>
              <a:gd name="connsiteX58" fmla="*/ 3676850 w 5813659"/>
              <a:gd name="connsiteY58" fmla="*/ 125129 h 2348565"/>
              <a:gd name="connsiteX59" fmla="*/ 3638349 w 5813659"/>
              <a:gd name="connsiteY59" fmla="*/ 144379 h 2348565"/>
              <a:gd name="connsiteX60" fmla="*/ 3580597 w 5813659"/>
              <a:gd name="connsiteY60" fmla="*/ 163630 h 2348565"/>
              <a:gd name="connsiteX61" fmla="*/ 3493970 w 5813659"/>
              <a:gd name="connsiteY61" fmla="*/ 192506 h 2348565"/>
              <a:gd name="connsiteX62" fmla="*/ 3465094 w 5813659"/>
              <a:gd name="connsiteY62" fmla="*/ 202131 h 2348565"/>
              <a:gd name="connsiteX63" fmla="*/ 3436219 w 5813659"/>
              <a:gd name="connsiteY63" fmla="*/ 211756 h 2348565"/>
              <a:gd name="connsiteX64" fmla="*/ 3359216 w 5813659"/>
              <a:gd name="connsiteY64" fmla="*/ 221381 h 2348565"/>
              <a:gd name="connsiteX65" fmla="*/ 3262964 w 5813659"/>
              <a:gd name="connsiteY65" fmla="*/ 250257 h 2348565"/>
              <a:gd name="connsiteX66" fmla="*/ 3166711 w 5813659"/>
              <a:gd name="connsiteY66" fmla="*/ 269508 h 2348565"/>
              <a:gd name="connsiteX67" fmla="*/ 3099334 w 5813659"/>
              <a:gd name="connsiteY67" fmla="*/ 298383 h 2348565"/>
              <a:gd name="connsiteX68" fmla="*/ 3060833 w 5813659"/>
              <a:gd name="connsiteY68" fmla="*/ 317634 h 2348565"/>
              <a:gd name="connsiteX69" fmla="*/ 3022332 w 5813659"/>
              <a:gd name="connsiteY69" fmla="*/ 327259 h 2348565"/>
              <a:gd name="connsiteX70" fmla="*/ 2926080 w 5813659"/>
              <a:gd name="connsiteY70" fmla="*/ 356135 h 2348565"/>
              <a:gd name="connsiteX71" fmla="*/ 2829827 w 5813659"/>
              <a:gd name="connsiteY71" fmla="*/ 394636 h 2348565"/>
              <a:gd name="connsiteX72" fmla="*/ 2723949 w 5813659"/>
              <a:gd name="connsiteY72" fmla="*/ 433137 h 2348565"/>
              <a:gd name="connsiteX73" fmla="*/ 2637322 w 5813659"/>
              <a:gd name="connsiteY73" fmla="*/ 452388 h 2348565"/>
              <a:gd name="connsiteX74" fmla="*/ 2598821 w 5813659"/>
              <a:gd name="connsiteY74" fmla="*/ 471638 h 2348565"/>
              <a:gd name="connsiteX75" fmla="*/ 2550694 w 5813659"/>
              <a:gd name="connsiteY75" fmla="*/ 481263 h 2348565"/>
              <a:gd name="connsiteX76" fmla="*/ 2512193 w 5813659"/>
              <a:gd name="connsiteY76" fmla="*/ 490889 h 2348565"/>
              <a:gd name="connsiteX77" fmla="*/ 2464067 w 5813659"/>
              <a:gd name="connsiteY77" fmla="*/ 500514 h 2348565"/>
              <a:gd name="connsiteX78" fmla="*/ 2406315 w 5813659"/>
              <a:gd name="connsiteY78" fmla="*/ 519765 h 2348565"/>
              <a:gd name="connsiteX79" fmla="*/ 2348564 w 5813659"/>
              <a:gd name="connsiteY79" fmla="*/ 529390 h 2348565"/>
              <a:gd name="connsiteX80" fmla="*/ 2290812 w 5813659"/>
              <a:gd name="connsiteY80" fmla="*/ 548640 h 2348565"/>
              <a:gd name="connsiteX81" fmla="*/ 2175309 w 5813659"/>
              <a:gd name="connsiteY81" fmla="*/ 567891 h 2348565"/>
              <a:gd name="connsiteX82" fmla="*/ 2136808 w 5813659"/>
              <a:gd name="connsiteY82" fmla="*/ 577516 h 2348565"/>
              <a:gd name="connsiteX83" fmla="*/ 2079056 w 5813659"/>
              <a:gd name="connsiteY83" fmla="*/ 596767 h 2348565"/>
              <a:gd name="connsiteX84" fmla="*/ 2030930 w 5813659"/>
              <a:gd name="connsiteY84" fmla="*/ 606392 h 2348565"/>
              <a:gd name="connsiteX85" fmla="*/ 1992429 w 5813659"/>
              <a:gd name="connsiteY85" fmla="*/ 616017 h 2348565"/>
              <a:gd name="connsiteX86" fmla="*/ 1963553 w 5813659"/>
              <a:gd name="connsiteY86" fmla="*/ 625642 h 2348565"/>
              <a:gd name="connsiteX87" fmla="*/ 1915427 w 5813659"/>
              <a:gd name="connsiteY87" fmla="*/ 635268 h 2348565"/>
              <a:gd name="connsiteX88" fmla="*/ 1886551 w 5813659"/>
              <a:gd name="connsiteY88" fmla="*/ 644893 h 2348565"/>
              <a:gd name="connsiteX89" fmla="*/ 1838425 w 5813659"/>
              <a:gd name="connsiteY89" fmla="*/ 654518 h 2348565"/>
              <a:gd name="connsiteX90" fmla="*/ 1809549 w 5813659"/>
              <a:gd name="connsiteY90" fmla="*/ 664143 h 2348565"/>
              <a:gd name="connsiteX91" fmla="*/ 1713296 w 5813659"/>
              <a:gd name="connsiteY91" fmla="*/ 693019 h 2348565"/>
              <a:gd name="connsiteX92" fmla="*/ 1684421 w 5813659"/>
              <a:gd name="connsiteY92" fmla="*/ 702645 h 2348565"/>
              <a:gd name="connsiteX93" fmla="*/ 1626669 w 5813659"/>
              <a:gd name="connsiteY93" fmla="*/ 712270 h 2348565"/>
              <a:gd name="connsiteX94" fmla="*/ 1549667 w 5813659"/>
              <a:gd name="connsiteY94" fmla="*/ 731520 h 2348565"/>
              <a:gd name="connsiteX95" fmla="*/ 1511166 w 5813659"/>
              <a:gd name="connsiteY95" fmla="*/ 741146 h 2348565"/>
              <a:gd name="connsiteX96" fmla="*/ 1463040 w 5813659"/>
              <a:gd name="connsiteY96" fmla="*/ 760396 h 2348565"/>
              <a:gd name="connsiteX97" fmla="*/ 1405288 w 5813659"/>
              <a:gd name="connsiteY97" fmla="*/ 770021 h 2348565"/>
              <a:gd name="connsiteX98" fmla="*/ 1347536 w 5813659"/>
              <a:gd name="connsiteY98" fmla="*/ 789272 h 2348565"/>
              <a:gd name="connsiteX99" fmla="*/ 1309035 w 5813659"/>
              <a:gd name="connsiteY99" fmla="*/ 808522 h 2348565"/>
              <a:gd name="connsiteX100" fmla="*/ 1241659 w 5813659"/>
              <a:gd name="connsiteY100" fmla="*/ 827773 h 2348565"/>
              <a:gd name="connsiteX101" fmla="*/ 1212783 w 5813659"/>
              <a:gd name="connsiteY101" fmla="*/ 847023 h 2348565"/>
              <a:gd name="connsiteX102" fmla="*/ 1155031 w 5813659"/>
              <a:gd name="connsiteY102" fmla="*/ 866274 h 2348565"/>
              <a:gd name="connsiteX103" fmla="*/ 1116530 w 5813659"/>
              <a:gd name="connsiteY103" fmla="*/ 885525 h 2348565"/>
              <a:gd name="connsiteX104" fmla="*/ 1039528 w 5813659"/>
              <a:gd name="connsiteY104" fmla="*/ 904775 h 2348565"/>
              <a:gd name="connsiteX105" fmla="*/ 1001027 w 5813659"/>
              <a:gd name="connsiteY105" fmla="*/ 914400 h 2348565"/>
              <a:gd name="connsiteX106" fmla="*/ 952901 w 5813659"/>
              <a:gd name="connsiteY106" fmla="*/ 933651 h 2348565"/>
              <a:gd name="connsiteX107" fmla="*/ 885524 w 5813659"/>
              <a:gd name="connsiteY107" fmla="*/ 952901 h 2348565"/>
              <a:gd name="connsiteX108" fmla="*/ 847023 w 5813659"/>
              <a:gd name="connsiteY108" fmla="*/ 972152 h 2348565"/>
              <a:gd name="connsiteX109" fmla="*/ 789271 w 5813659"/>
              <a:gd name="connsiteY109" fmla="*/ 991402 h 2348565"/>
              <a:gd name="connsiteX110" fmla="*/ 731520 w 5813659"/>
              <a:gd name="connsiteY110" fmla="*/ 1029903 h 2348565"/>
              <a:gd name="connsiteX111" fmla="*/ 693019 w 5813659"/>
              <a:gd name="connsiteY111" fmla="*/ 1049154 h 2348565"/>
              <a:gd name="connsiteX112" fmla="*/ 654517 w 5813659"/>
              <a:gd name="connsiteY112" fmla="*/ 1078030 h 2348565"/>
              <a:gd name="connsiteX113" fmla="*/ 596766 w 5813659"/>
              <a:gd name="connsiteY113" fmla="*/ 1116531 h 2348565"/>
              <a:gd name="connsiteX114" fmla="*/ 519764 w 5813659"/>
              <a:gd name="connsiteY114" fmla="*/ 1174282 h 2348565"/>
              <a:gd name="connsiteX115" fmla="*/ 442762 w 5813659"/>
              <a:gd name="connsiteY115" fmla="*/ 1212783 h 2348565"/>
              <a:gd name="connsiteX116" fmla="*/ 375385 w 5813659"/>
              <a:gd name="connsiteY116" fmla="*/ 1260910 h 2348565"/>
              <a:gd name="connsiteX117" fmla="*/ 259882 w 5813659"/>
              <a:gd name="connsiteY117" fmla="*/ 1328287 h 2348565"/>
              <a:gd name="connsiteX118" fmla="*/ 231006 w 5813659"/>
              <a:gd name="connsiteY118" fmla="*/ 1357162 h 2348565"/>
              <a:gd name="connsiteX119" fmla="*/ 202130 w 5813659"/>
              <a:gd name="connsiteY119" fmla="*/ 1366788 h 2348565"/>
              <a:gd name="connsiteX120" fmla="*/ 173254 w 5813659"/>
              <a:gd name="connsiteY120" fmla="*/ 1386038 h 2348565"/>
              <a:gd name="connsiteX121" fmla="*/ 96252 w 5813659"/>
              <a:gd name="connsiteY121" fmla="*/ 1491916 h 2348565"/>
              <a:gd name="connsiteX122" fmla="*/ 67376 w 5813659"/>
              <a:gd name="connsiteY122" fmla="*/ 1520792 h 2348565"/>
              <a:gd name="connsiteX123" fmla="*/ 48126 w 5813659"/>
              <a:gd name="connsiteY123" fmla="*/ 1559293 h 2348565"/>
              <a:gd name="connsiteX124" fmla="*/ 28875 w 5813659"/>
              <a:gd name="connsiteY124" fmla="*/ 1588169 h 2348565"/>
              <a:gd name="connsiteX125" fmla="*/ 9625 w 5813659"/>
              <a:gd name="connsiteY125" fmla="*/ 1665171 h 2348565"/>
              <a:gd name="connsiteX126" fmla="*/ 0 w 5813659"/>
              <a:gd name="connsiteY126" fmla="*/ 1703672 h 2348565"/>
              <a:gd name="connsiteX127" fmla="*/ 19250 w 5813659"/>
              <a:gd name="connsiteY127" fmla="*/ 1905802 h 2348565"/>
              <a:gd name="connsiteX128" fmla="*/ 48126 w 5813659"/>
              <a:gd name="connsiteY128" fmla="*/ 1973179 h 2348565"/>
              <a:gd name="connsiteX129" fmla="*/ 86627 w 5813659"/>
              <a:gd name="connsiteY129" fmla="*/ 2059807 h 2348565"/>
              <a:gd name="connsiteX130" fmla="*/ 96252 w 5813659"/>
              <a:gd name="connsiteY130" fmla="*/ 2088682 h 2348565"/>
              <a:gd name="connsiteX131" fmla="*/ 211755 w 5813659"/>
              <a:gd name="connsiteY131" fmla="*/ 2184935 h 2348565"/>
              <a:gd name="connsiteX132" fmla="*/ 279132 w 5813659"/>
              <a:gd name="connsiteY132" fmla="*/ 2233061 h 2348565"/>
              <a:gd name="connsiteX133" fmla="*/ 336884 w 5813659"/>
              <a:gd name="connsiteY133" fmla="*/ 2261937 h 2348565"/>
              <a:gd name="connsiteX134" fmla="*/ 433136 w 5813659"/>
              <a:gd name="connsiteY134" fmla="*/ 2281188 h 2348565"/>
              <a:gd name="connsiteX135" fmla="*/ 500513 w 5813659"/>
              <a:gd name="connsiteY135" fmla="*/ 2300438 h 2348565"/>
              <a:gd name="connsiteX136" fmla="*/ 558265 w 5813659"/>
              <a:gd name="connsiteY136" fmla="*/ 2310063 h 2348565"/>
              <a:gd name="connsiteX137" fmla="*/ 731520 w 5813659"/>
              <a:gd name="connsiteY137" fmla="*/ 2329314 h 2348565"/>
              <a:gd name="connsiteX138" fmla="*/ 1058779 w 5813659"/>
              <a:gd name="connsiteY138" fmla="*/ 2310063 h 2348565"/>
              <a:gd name="connsiteX139" fmla="*/ 1097280 w 5813659"/>
              <a:gd name="connsiteY139" fmla="*/ 2300438 h 2348565"/>
              <a:gd name="connsiteX140" fmla="*/ 1155031 w 5813659"/>
              <a:gd name="connsiteY140" fmla="*/ 2290813 h 2348565"/>
              <a:gd name="connsiteX141" fmla="*/ 1203157 w 5813659"/>
              <a:gd name="connsiteY141" fmla="*/ 2281188 h 2348565"/>
              <a:gd name="connsiteX142" fmla="*/ 1260909 w 5813659"/>
              <a:gd name="connsiteY142" fmla="*/ 2271562 h 2348565"/>
              <a:gd name="connsiteX143" fmla="*/ 1289785 w 5813659"/>
              <a:gd name="connsiteY143" fmla="*/ 2261937 h 2348565"/>
              <a:gd name="connsiteX144" fmla="*/ 1395663 w 5813659"/>
              <a:gd name="connsiteY144" fmla="*/ 2252312 h 2348565"/>
              <a:gd name="connsiteX145" fmla="*/ 1491915 w 5813659"/>
              <a:gd name="connsiteY145" fmla="*/ 2242687 h 2348565"/>
              <a:gd name="connsiteX146" fmla="*/ 2098307 w 5813659"/>
              <a:gd name="connsiteY146" fmla="*/ 2252312 h 2348565"/>
              <a:gd name="connsiteX147" fmla="*/ 2579570 w 5813659"/>
              <a:gd name="connsiteY147" fmla="*/ 2281188 h 2348565"/>
              <a:gd name="connsiteX148" fmla="*/ 2781701 w 5813659"/>
              <a:gd name="connsiteY148" fmla="*/ 2300438 h 2348565"/>
              <a:gd name="connsiteX149" fmla="*/ 3089709 w 5813659"/>
              <a:gd name="connsiteY149" fmla="*/ 2310063 h 2348565"/>
              <a:gd name="connsiteX150" fmla="*/ 3205212 w 5813659"/>
              <a:gd name="connsiteY150" fmla="*/ 2319689 h 2348565"/>
              <a:gd name="connsiteX151" fmla="*/ 3262964 w 5813659"/>
              <a:gd name="connsiteY151" fmla="*/ 2338939 h 2348565"/>
              <a:gd name="connsiteX152" fmla="*/ 3349591 w 5813659"/>
              <a:gd name="connsiteY152" fmla="*/ 2348565 h 2348565"/>
              <a:gd name="connsiteX153" fmla="*/ 3599848 w 5813659"/>
              <a:gd name="connsiteY153" fmla="*/ 2338939 h 2348565"/>
              <a:gd name="connsiteX154" fmla="*/ 3676850 w 5813659"/>
              <a:gd name="connsiteY154" fmla="*/ 2329314 h 2348565"/>
              <a:gd name="connsiteX155" fmla="*/ 3792353 w 5813659"/>
              <a:gd name="connsiteY155" fmla="*/ 2319689 h 2348565"/>
              <a:gd name="connsiteX156" fmla="*/ 3955983 w 5813659"/>
              <a:gd name="connsiteY156" fmla="*/ 2300438 h 2348565"/>
              <a:gd name="connsiteX157" fmla="*/ 4292867 w 5813659"/>
              <a:gd name="connsiteY157" fmla="*/ 2290813 h 2348565"/>
              <a:gd name="connsiteX158" fmla="*/ 4340993 w 5813659"/>
              <a:gd name="connsiteY158" fmla="*/ 2281188 h 2348565"/>
              <a:gd name="connsiteX159" fmla="*/ 4523873 w 5813659"/>
              <a:gd name="connsiteY159" fmla="*/ 2252312 h 2348565"/>
              <a:gd name="connsiteX160" fmla="*/ 4620126 w 5813659"/>
              <a:gd name="connsiteY160" fmla="*/ 2223436 h 2348565"/>
              <a:gd name="connsiteX161" fmla="*/ 4687503 w 5813659"/>
              <a:gd name="connsiteY161" fmla="*/ 2194560 h 2348565"/>
              <a:gd name="connsiteX162" fmla="*/ 4716379 w 5813659"/>
              <a:gd name="connsiteY162" fmla="*/ 2184935 h 2348565"/>
              <a:gd name="connsiteX163" fmla="*/ 4985886 w 5813659"/>
              <a:gd name="connsiteY163" fmla="*/ 2175310 h 2348565"/>
              <a:gd name="connsiteX164" fmla="*/ 5072513 w 5813659"/>
              <a:gd name="connsiteY164" fmla="*/ 2165685 h 2348565"/>
              <a:gd name="connsiteX165" fmla="*/ 5216892 w 5813659"/>
              <a:gd name="connsiteY165" fmla="*/ 2156059 h 2348565"/>
              <a:gd name="connsiteX166" fmla="*/ 5245768 w 5813659"/>
              <a:gd name="connsiteY166" fmla="*/ 2146434 h 2348565"/>
              <a:gd name="connsiteX167" fmla="*/ 5245768 w 5813659"/>
              <a:gd name="connsiteY167" fmla="*/ 2117558 h 2348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5813659" h="2348565">
                <a:moveTo>
                  <a:pt x="5245768" y="2117558"/>
                </a:moveTo>
                <a:cubicBezTo>
                  <a:pt x="5252185" y="2104724"/>
                  <a:pt x="5268671" y="2082802"/>
                  <a:pt x="5284269" y="2069432"/>
                </a:cubicBezTo>
                <a:cubicBezTo>
                  <a:pt x="5291972" y="2062829"/>
                  <a:pt x="5304070" y="2064344"/>
                  <a:pt x="5313145" y="2059807"/>
                </a:cubicBezTo>
                <a:cubicBezTo>
                  <a:pt x="5329878" y="2051440"/>
                  <a:pt x="5344917" y="2040017"/>
                  <a:pt x="5361271" y="2030931"/>
                </a:cubicBezTo>
                <a:cubicBezTo>
                  <a:pt x="5373814" y="2023963"/>
                  <a:pt x="5388096" y="2020020"/>
                  <a:pt x="5399772" y="2011680"/>
                </a:cubicBezTo>
                <a:cubicBezTo>
                  <a:pt x="5410849" y="2003768"/>
                  <a:pt x="5418191" y="1991519"/>
                  <a:pt x="5428648" y="1982805"/>
                </a:cubicBezTo>
                <a:cubicBezTo>
                  <a:pt x="5437535" y="1975399"/>
                  <a:pt x="5447899" y="1969971"/>
                  <a:pt x="5457524" y="1963554"/>
                </a:cubicBezTo>
                <a:cubicBezTo>
                  <a:pt x="5470358" y="1944303"/>
                  <a:pt x="5488709" y="1927751"/>
                  <a:pt x="5496025" y="1905802"/>
                </a:cubicBezTo>
                <a:lnTo>
                  <a:pt x="5515275" y="1848051"/>
                </a:lnTo>
                <a:cubicBezTo>
                  <a:pt x="5518484" y="1838426"/>
                  <a:pt x="5519273" y="1827617"/>
                  <a:pt x="5524901" y="1819175"/>
                </a:cubicBezTo>
                <a:cubicBezTo>
                  <a:pt x="5610373" y="1690962"/>
                  <a:pt x="5487348" y="1880994"/>
                  <a:pt x="5553776" y="1761423"/>
                </a:cubicBezTo>
                <a:cubicBezTo>
                  <a:pt x="5565012" y="1741198"/>
                  <a:pt x="5584960" y="1725621"/>
                  <a:pt x="5592277" y="1703672"/>
                </a:cubicBezTo>
                <a:cubicBezTo>
                  <a:pt x="5595486" y="1694047"/>
                  <a:pt x="5596976" y="1683665"/>
                  <a:pt x="5601903" y="1674796"/>
                </a:cubicBezTo>
                <a:cubicBezTo>
                  <a:pt x="5613139" y="1654572"/>
                  <a:pt x="5627570" y="1636295"/>
                  <a:pt x="5640404" y="1617045"/>
                </a:cubicBezTo>
                <a:cubicBezTo>
                  <a:pt x="5640415" y="1617028"/>
                  <a:pt x="5678893" y="1559309"/>
                  <a:pt x="5678905" y="1559293"/>
                </a:cubicBezTo>
                <a:cubicBezTo>
                  <a:pt x="5698155" y="1533626"/>
                  <a:pt x="5722308" y="1510988"/>
                  <a:pt x="5736656" y="1482291"/>
                </a:cubicBezTo>
                <a:cubicBezTo>
                  <a:pt x="5749490" y="1456624"/>
                  <a:pt x="5768196" y="1433129"/>
                  <a:pt x="5775157" y="1405289"/>
                </a:cubicBezTo>
                <a:cubicBezTo>
                  <a:pt x="5778366" y="1392455"/>
                  <a:pt x="5781149" y="1379508"/>
                  <a:pt x="5784783" y="1366788"/>
                </a:cubicBezTo>
                <a:cubicBezTo>
                  <a:pt x="5787570" y="1357032"/>
                  <a:pt x="5791493" y="1347630"/>
                  <a:pt x="5794408" y="1337912"/>
                </a:cubicBezTo>
                <a:cubicBezTo>
                  <a:pt x="5801120" y="1315539"/>
                  <a:pt x="5807242" y="1292994"/>
                  <a:pt x="5813659" y="1270535"/>
                </a:cubicBezTo>
                <a:cubicBezTo>
                  <a:pt x="5810450" y="1164657"/>
                  <a:pt x="5809458" y="1058689"/>
                  <a:pt x="5804033" y="952901"/>
                </a:cubicBezTo>
                <a:cubicBezTo>
                  <a:pt x="5802960" y="931982"/>
                  <a:pt x="5791870" y="880272"/>
                  <a:pt x="5784783" y="856649"/>
                </a:cubicBezTo>
                <a:cubicBezTo>
                  <a:pt x="5778952" y="837213"/>
                  <a:pt x="5770453" y="818583"/>
                  <a:pt x="5765532" y="798897"/>
                </a:cubicBezTo>
                <a:cubicBezTo>
                  <a:pt x="5753101" y="749173"/>
                  <a:pt x="5763245" y="771403"/>
                  <a:pt x="5736656" y="731520"/>
                </a:cubicBezTo>
                <a:cubicBezTo>
                  <a:pt x="5699513" y="620088"/>
                  <a:pt x="5735925" y="720251"/>
                  <a:pt x="5698155" y="635268"/>
                </a:cubicBezTo>
                <a:cubicBezTo>
                  <a:pt x="5691138" y="619479"/>
                  <a:pt x="5684972" y="603319"/>
                  <a:pt x="5678905" y="587141"/>
                </a:cubicBezTo>
                <a:cubicBezTo>
                  <a:pt x="5675343" y="577641"/>
                  <a:pt x="5673817" y="567341"/>
                  <a:pt x="5669280" y="558266"/>
                </a:cubicBezTo>
                <a:cubicBezTo>
                  <a:pt x="5664106" y="547919"/>
                  <a:pt x="5656446" y="539015"/>
                  <a:pt x="5650029" y="529390"/>
                </a:cubicBezTo>
                <a:cubicBezTo>
                  <a:pt x="5639230" y="496992"/>
                  <a:pt x="5640185" y="495320"/>
                  <a:pt x="5621153" y="462013"/>
                </a:cubicBezTo>
                <a:cubicBezTo>
                  <a:pt x="5615414" y="451969"/>
                  <a:pt x="5610083" y="441317"/>
                  <a:pt x="5601903" y="433137"/>
                </a:cubicBezTo>
                <a:cubicBezTo>
                  <a:pt x="5593723" y="424957"/>
                  <a:pt x="5582652" y="420304"/>
                  <a:pt x="5573027" y="413887"/>
                </a:cubicBezTo>
                <a:cubicBezTo>
                  <a:pt x="5566610" y="404262"/>
                  <a:pt x="5561956" y="393191"/>
                  <a:pt x="5553776" y="385011"/>
                </a:cubicBezTo>
                <a:cubicBezTo>
                  <a:pt x="5545596" y="376831"/>
                  <a:pt x="5534256" y="372564"/>
                  <a:pt x="5524901" y="365760"/>
                </a:cubicBezTo>
                <a:cubicBezTo>
                  <a:pt x="5498954" y="346889"/>
                  <a:pt x="5474595" y="325806"/>
                  <a:pt x="5447899" y="308009"/>
                </a:cubicBezTo>
                <a:lnTo>
                  <a:pt x="5390147" y="269508"/>
                </a:lnTo>
                <a:cubicBezTo>
                  <a:pt x="5380522" y="263091"/>
                  <a:pt x="5370526" y="257198"/>
                  <a:pt x="5361271" y="250257"/>
                </a:cubicBezTo>
                <a:cubicBezTo>
                  <a:pt x="5348437" y="240632"/>
                  <a:pt x="5336374" y="229883"/>
                  <a:pt x="5322770" y="221381"/>
                </a:cubicBezTo>
                <a:cubicBezTo>
                  <a:pt x="5310603" y="213776"/>
                  <a:pt x="5296727" y="209250"/>
                  <a:pt x="5284269" y="202131"/>
                </a:cubicBezTo>
                <a:cubicBezTo>
                  <a:pt x="5248724" y="181820"/>
                  <a:pt x="5259204" y="179497"/>
                  <a:pt x="5216892" y="163630"/>
                </a:cubicBezTo>
                <a:cubicBezTo>
                  <a:pt x="5204506" y="158985"/>
                  <a:pt x="5191225" y="157213"/>
                  <a:pt x="5178391" y="154005"/>
                </a:cubicBezTo>
                <a:cubicBezTo>
                  <a:pt x="5117860" y="113650"/>
                  <a:pt x="5182788" y="152260"/>
                  <a:pt x="5072513" y="115503"/>
                </a:cubicBezTo>
                <a:cubicBezTo>
                  <a:pt x="5003272" y="92424"/>
                  <a:pt x="5089746" y="120427"/>
                  <a:pt x="5005136" y="96253"/>
                </a:cubicBezTo>
                <a:cubicBezTo>
                  <a:pt x="4995381" y="93466"/>
                  <a:pt x="4986210" y="88618"/>
                  <a:pt x="4976261" y="86628"/>
                </a:cubicBezTo>
                <a:cubicBezTo>
                  <a:pt x="4954015" y="82179"/>
                  <a:pt x="4931205" y="81060"/>
                  <a:pt x="4908884" y="77002"/>
                </a:cubicBezTo>
                <a:cubicBezTo>
                  <a:pt x="4895869" y="74636"/>
                  <a:pt x="4883297" y="70247"/>
                  <a:pt x="4870383" y="67377"/>
                </a:cubicBezTo>
                <a:cubicBezTo>
                  <a:pt x="4854413" y="63828"/>
                  <a:pt x="4838128" y="61720"/>
                  <a:pt x="4822256" y="57752"/>
                </a:cubicBezTo>
                <a:cubicBezTo>
                  <a:pt x="4812413" y="55291"/>
                  <a:pt x="4803363" y="49942"/>
                  <a:pt x="4793381" y="48127"/>
                </a:cubicBezTo>
                <a:cubicBezTo>
                  <a:pt x="4767931" y="43500"/>
                  <a:pt x="4742009" y="41996"/>
                  <a:pt x="4716379" y="38501"/>
                </a:cubicBezTo>
                <a:cubicBezTo>
                  <a:pt x="4671421" y="32370"/>
                  <a:pt x="4625644" y="30256"/>
                  <a:pt x="4581625" y="19251"/>
                </a:cubicBezTo>
                <a:cubicBezTo>
                  <a:pt x="4568791" y="16043"/>
                  <a:pt x="4556250" y="11267"/>
                  <a:pt x="4543124" y="9626"/>
                </a:cubicBezTo>
                <a:cubicBezTo>
                  <a:pt x="4504788" y="4834"/>
                  <a:pt x="4466122" y="3209"/>
                  <a:pt x="4427621" y="0"/>
                </a:cubicBezTo>
                <a:cubicBezTo>
                  <a:pt x="4305701" y="3209"/>
                  <a:pt x="4183685" y="3825"/>
                  <a:pt x="4061861" y="9626"/>
                </a:cubicBezTo>
                <a:cubicBezTo>
                  <a:pt x="4048647" y="10255"/>
                  <a:pt x="4036274" y="16381"/>
                  <a:pt x="4023360" y="19251"/>
                </a:cubicBezTo>
                <a:cubicBezTo>
                  <a:pt x="4007390" y="22800"/>
                  <a:pt x="3991203" y="25327"/>
                  <a:pt x="3975233" y="28876"/>
                </a:cubicBezTo>
                <a:cubicBezTo>
                  <a:pt x="3962319" y="31746"/>
                  <a:pt x="3949646" y="35631"/>
                  <a:pt x="3936732" y="38501"/>
                </a:cubicBezTo>
                <a:cubicBezTo>
                  <a:pt x="3890928" y="48680"/>
                  <a:pt x="3858765" y="51657"/>
                  <a:pt x="3811604" y="67377"/>
                </a:cubicBezTo>
                <a:cubicBezTo>
                  <a:pt x="3801979" y="70585"/>
                  <a:pt x="3791965" y="72804"/>
                  <a:pt x="3782728" y="77002"/>
                </a:cubicBezTo>
                <a:cubicBezTo>
                  <a:pt x="3756603" y="88877"/>
                  <a:pt x="3732950" y="106428"/>
                  <a:pt x="3705726" y="115503"/>
                </a:cubicBezTo>
                <a:cubicBezTo>
                  <a:pt x="3696101" y="118712"/>
                  <a:pt x="3686176" y="121132"/>
                  <a:pt x="3676850" y="125129"/>
                </a:cubicBezTo>
                <a:cubicBezTo>
                  <a:pt x="3663662" y="130781"/>
                  <a:pt x="3651671" y="139050"/>
                  <a:pt x="3638349" y="144379"/>
                </a:cubicBezTo>
                <a:cubicBezTo>
                  <a:pt x="3619508" y="151915"/>
                  <a:pt x="3599848" y="157213"/>
                  <a:pt x="3580597" y="163630"/>
                </a:cubicBezTo>
                <a:lnTo>
                  <a:pt x="3493970" y="192506"/>
                </a:lnTo>
                <a:lnTo>
                  <a:pt x="3465094" y="202131"/>
                </a:lnTo>
                <a:cubicBezTo>
                  <a:pt x="3455469" y="205339"/>
                  <a:pt x="3446286" y="210498"/>
                  <a:pt x="3436219" y="211756"/>
                </a:cubicBezTo>
                <a:lnTo>
                  <a:pt x="3359216" y="221381"/>
                </a:lnTo>
                <a:cubicBezTo>
                  <a:pt x="3322381" y="233660"/>
                  <a:pt x="3299334" y="242983"/>
                  <a:pt x="3262964" y="250257"/>
                </a:cubicBezTo>
                <a:cubicBezTo>
                  <a:pt x="3144988" y="273852"/>
                  <a:pt x="3256123" y="247153"/>
                  <a:pt x="3166711" y="269508"/>
                </a:cubicBezTo>
                <a:cubicBezTo>
                  <a:pt x="3108190" y="308521"/>
                  <a:pt x="3170371" y="271744"/>
                  <a:pt x="3099334" y="298383"/>
                </a:cubicBezTo>
                <a:cubicBezTo>
                  <a:pt x="3085899" y="303421"/>
                  <a:pt x="3074268" y="312596"/>
                  <a:pt x="3060833" y="317634"/>
                </a:cubicBezTo>
                <a:cubicBezTo>
                  <a:pt x="3048447" y="322279"/>
                  <a:pt x="3035003" y="323458"/>
                  <a:pt x="3022332" y="327259"/>
                </a:cubicBezTo>
                <a:cubicBezTo>
                  <a:pt x="2905164" y="362410"/>
                  <a:pt x="3014821" y="333950"/>
                  <a:pt x="2926080" y="356135"/>
                </a:cubicBezTo>
                <a:cubicBezTo>
                  <a:pt x="2858213" y="390069"/>
                  <a:pt x="2917054" y="362917"/>
                  <a:pt x="2829827" y="394636"/>
                </a:cubicBezTo>
                <a:cubicBezTo>
                  <a:pt x="2787715" y="409949"/>
                  <a:pt x="2768902" y="421899"/>
                  <a:pt x="2723949" y="433137"/>
                </a:cubicBezTo>
                <a:cubicBezTo>
                  <a:pt x="2669577" y="446730"/>
                  <a:pt x="2698420" y="440167"/>
                  <a:pt x="2637322" y="452388"/>
                </a:cubicBezTo>
                <a:cubicBezTo>
                  <a:pt x="2624488" y="458805"/>
                  <a:pt x="2612433" y="467101"/>
                  <a:pt x="2598821" y="471638"/>
                </a:cubicBezTo>
                <a:cubicBezTo>
                  <a:pt x="2583300" y="476811"/>
                  <a:pt x="2566664" y="477714"/>
                  <a:pt x="2550694" y="481263"/>
                </a:cubicBezTo>
                <a:cubicBezTo>
                  <a:pt x="2537780" y="484133"/>
                  <a:pt x="2525107" y="488019"/>
                  <a:pt x="2512193" y="490889"/>
                </a:cubicBezTo>
                <a:cubicBezTo>
                  <a:pt x="2496223" y="494438"/>
                  <a:pt x="2479850" y="496209"/>
                  <a:pt x="2464067" y="500514"/>
                </a:cubicBezTo>
                <a:cubicBezTo>
                  <a:pt x="2444490" y="505853"/>
                  <a:pt x="2426001" y="514843"/>
                  <a:pt x="2406315" y="519765"/>
                </a:cubicBezTo>
                <a:cubicBezTo>
                  <a:pt x="2387382" y="524498"/>
                  <a:pt x="2367497" y="524657"/>
                  <a:pt x="2348564" y="529390"/>
                </a:cubicBezTo>
                <a:cubicBezTo>
                  <a:pt x="2328878" y="534311"/>
                  <a:pt x="2310621" y="544238"/>
                  <a:pt x="2290812" y="548640"/>
                </a:cubicBezTo>
                <a:cubicBezTo>
                  <a:pt x="2252709" y="557107"/>
                  <a:pt x="2213176" y="558425"/>
                  <a:pt x="2175309" y="567891"/>
                </a:cubicBezTo>
                <a:cubicBezTo>
                  <a:pt x="2162475" y="571099"/>
                  <a:pt x="2149479" y="573715"/>
                  <a:pt x="2136808" y="577516"/>
                </a:cubicBezTo>
                <a:cubicBezTo>
                  <a:pt x="2117372" y="583347"/>
                  <a:pt x="2098633" y="591428"/>
                  <a:pt x="2079056" y="596767"/>
                </a:cubicBezTo>
                <a:cubicBezTo>
                  <a:pt x="2063273" y="601072"/>
                  <a:pt x="2046900" y="602843"/>
                  <a:pt x="2030930" y="606392"/>
                </a:cubicBezTo>
                <a:cubicBezTo>
                  <a:pt x="2018016" y="609262"/>
                  <a:pt x="2005149" y="612383"/>
                  <a:pt x="1992429" y="616017"/>
                </a:cubicBezTo>
                <a:cubicBezTo>
                  <a:pt x="1982673" y="618804"/>
                  <a:pt x="1973396" y="623181"/>
                  <a:pt x="1963553" y="625642"/>
                </a:cubicBezTo>
                <a:cubicBezTo>
                  <a:pt x="1947682" y="629610"/>
                  <a:pt x="1931298" y="631300"/>
                  <a:pt x="1915427" y="635268"/>
                </a:cubicBezTo>
                <a:cubicBezTo>
                  <a:pt x="1905584" y="637729"/>
                  <a:pt x="1896394" y="642432"/>
                  <a:pt x="1886551" y="644893"/>
                </a:cubicBezTo>
                <a:cubicBezTo>
                  <a:pt x="1870680" y="648861"/>
                  <a:pt x="1854296" y="650550"/>
                  <a:pt x="1838425" y="654518"/>
                </a:cubicBezTo>
                <a:cubicBezTo>
                  <a:pt x="1828582" y="656979"/>
                  <a:pt x="1819305" y="661356"/>
                  <a:pt x="1809549" y="664143"/>
                </a:cubicBezTo>
                <a:cubicBezTo>
                  <a:pt x="1707750" y="693229"/>
                  <a:pt x="1850495" y="647285"/>
                  <a:pt x="1713296" y="693019"/>
                </a:cubicBezTo>
                <a:cubicBezTo>
                  <a:pt x="1703671" y="696227"/>
                  <a:pt x="1694429" y="700977"/>
                  <a:pt x="1684421" y="702645"/>
                </a:cubicBezTo>
                <a:cubicBezTo>
                  <a:pt x="1665170" y="705853"/>
                  <a:pt x="1645752" y="708181"/>
                  <a:pt x="1626669" y="712270"/>
                </a:cubicBezTo>
                <a:cubicBezTo>
                  <a:pt x="1600799" y="717813"/>
                  <a:pt x="1575334" y="725103"/>
                  <a:pt x="1549667" y="731520"/>
                </a:cubicBezTo>
                <a:cubicBezTo>
                  <a:pt x="1536833" y="734728"/>
                  <a:pt x="1523449" y="736233"/>
                  <a:pt x="1511166" y="741146"/>
                </a:cubicBezTo>
                <a:cubicBezTo>
                  <a:pt x="1495124" y="747563"/>
                  <a:pt x="1479709" y="755850"/>
                  <a:pt x="1463040" y="760396"/>
                </a:cubicBezTo>
                <a:cubicBezTo>
                  <a:pt x="1444211" y="765531"/>
                  <a:pt x="1424539" y="766813"/>
                  <a:pt x="1405288" y="770021"/>
                </a:cubicBezTo>
                <a:cubicBezTo>
                  <a:pt x="1386037" y="776438"/>
                  <a:pt x="1366377" y="781736"/>
                  <a:pt x="1347536" y="789272"/>
                </a:cubicBezTo>
                <a:cubicBezTo>
                  <a:pt x="1334214" y="794601"/>
                  <a:pt x="1322470" y="803484"/>
                  <a:pt x="1309035" y="808522"/>
                </a:cubicBezTo>
                <a:cubicBezTo>
                  <a:pt x="1284370" y="817772"/>
                  <a:pt x="1264924" y="816141"/>
                  <a:pt x="1241659" y="827773"/>
                </a:cubicBezTo>
                <a:cubicBezTo>
                  <a:pt x="1231312" y="832946"/>
                  <a:pt x="1223354" y="842325"/>
                  <a:pt x="1212783" y="847023"/>
                </a:cubicBezTo>
                <a:cubicBezTo>
                  <a:pt x="1194240" y="855264"/>
                  <a:pt x="1173181" y="857199"/>
                  <a:pt x="1155031" y="866274"/>
                </a:cubicBezTo>
                <a:cubicBezTo>
                  <a:pt x="1142197" y="872691"/>
                  <a:pt x="1130142" y="880988"/>
                  <a:pt x="1116530" y="885525"/>
                </a:cubicBezTo>
                <a:cubicBezTo>
                  <a:pt x="1091430" y="893892"/>
                  <a:pt x="1065195" y="898358"/>
                  <a:pt x="1039528" y="904775"/>
                </a:cubicBezTo>
                <a:cubicBezTo>
                  <a:pt x="1026694" y="907983"/>
                  <a:pt x="1013309" y="909487"/>
                  <a:pt x="1001027" y="914400"/>
                </a:cubicBezTo>
                <a:cubicBezTo>
                  <a:pt x="984985" y="920817"/>
                  <a:pt x="969292" y="928187"/>
                  <a:pt x="952901" y="933651"/>
                </a:cubicBezTo>
                <a:cubicBezTo>
                  <a:pt x="930742" y="941037"/>
                  <a:pt x="907475" y="944919"/>
                  <a:pt x="885524" y="952901"/>
                </a:cubicBezTo>
                <a:cubicBezTo>
                  <a:pt x="872039" y="957805"/>
                  <a:pt x="860345" y="966823"/>
                  <a:pt x="847023" y="972152"/>
                </a:cubicBezTo>
                <a:cubicBezTo>
                  <a:pt x="828182" y="979688"/>
                  <a:pt x="789271" y="991402"/>
                  <a:pt x="789271" y="991402"/>
                </a:cubicBezTo>
                <a:cubicBezTo>
                  <a:pt x="770021" y="1004236"/>
                  <a:pt x="752213" y="1019556"/>
                  <a:pt x="731520" y="1029903"/>
                </a:cubicBezTo>
                <a:cubicBezTo>
                  <a:pt x="718686" y="1036320"/>
                  <a:pt x="705187" y="1041549"/>
                  <a:pt x="693019" y="1049154"/>
                </a:cubicBezTo>
                <a:cubicBezTo>
                  <a:pt x="679415" y="1057656"/>
                  <a:pt x="667659" y="1068830"/>
                  <a:pt x="654517" y="1078030"/>
                </a:cubicBezTo>
                <a:cubicBezTo>
                  <a:pt x="635563" y="1091298"/>
                  <a:pt x="615593" y="1103083"/>
                  <a:pt x="596766" y="1116531"/>
                </a:cubicBezTo>
                <a:cubicBezTo>
                  <a:pt x="570658" y="1135179"/>
                  <a:pt x="548461" y="1159934"/>
                  <a:pt x="519764" y="1174282"/>
                </a:cubicBezTo>
                <a:lnTo>
                  <a:pt x="442762" y="1212783"/>
                </a:lnTo>
                <a:cubicBezTo>
                  <a:pt x="379704" y="1275841"/>
                  <a:pt x="451397" y="1210235"/>
                  <a:pt x="375385" y="1260910"/>
                </a:cubicBezTo>
                <a:cubicBezTo>
                  <a:pt x="270284" y="1330978"/>
                  <a:pt x="336731" y="1309073"/>
                  <a:pt x="259882" y="1328287"/>
                </a:cubicBezTo>
                <a:cubicBezTo>
                  <a:pt x="250257" y="1337912"/>
                  <a:pt x="242332" y="1349611"/>
                  <a:pt x="231006" y="1357162"/>
                </a:cubicBezTo>
                <a:cubicBezTo>
                  <a:pt x="222564" y="1362790"/>
                  <a:pt x="211205" y="1362251"/>
                  <a:pt x="202130" y="1366788"/>
                </a:cubicBezTo>
                <a:cubicBezTo>
                  <a:pt x="191783" y="1371961"/>
                  <a:pt x="182879" y="1379621"/>
                  <a:pt x="173254" y="1386038"/>
                </a:cubicBezTo>
                <a:cubicBezTo>
                  <a:pt x="151755" y="1418287"/>
                  <a:pt x="117822" y="1470346"/>
                  <a:pt x="96252" y="1491916"/>
                </a:cubicBezTo>
                <a:lnTo>
                  <a:pt x="67376" y="1520792"/>
                </a:lnTo>
                <a:cubicBezTo>
                  <a:pt x="60959" y="1533626"/>
                  <a:pt x="55245" y="1546835"/>
                  <a:pt x="48126" y="1559293"/>
                </a:cubicBezTo>
                <a:cubicBezTo>
                  <a:pt x="42387" y="1569337"/>
                  <a:pt x="32828" y="1577297"/>
                  <a:pt x="28875" y="1588169"/>
                </a:cubicBezTo>
                <a:cubicBezTo>
                  <a:pt x="19833" y="1613033"/>
                  <a:pt x="16042" y="1639504"/>
                  <a:pt x="9625" y="1665171"/>
                </a:cubicBezTo>
                <a:lnTo>
                  <a:pt x="0" y="1703672"/>
                </a:lnTo>
                <a:cubicBezTo>
                  <a:pt x="4725" y="1774555"/>
                  <a:pt x="4203" y="1838090"/>
                  <a:pt x="19250" y="1905802"/>
                </a:cubicBezTo>
                <a:cubicBezTo>
                  <a:pt x="26997" y="1940663"/>
                  <a:pt x="33411" y="1936390"/>
                  <a:pt x="48126" y="1973179"/>
                </a:cubicBezTo>
                <a:cubicBezTo>
                  <a:pt x="82490" y="2059089"/>
                  <a:pt x="49589" y="2004251"/>
                  <a:pt x="86627" y="2059807"/>
                </a:cubicBezTo>
                <a:cubicBezTo>
                  <a:pt x="89835" y="2069432"/>
                  <a:pt x="90023" y="2080674"/>
                  <a:pt x="96252" y="2088682"/>
                </a:cubicBezTo>
                <a:cubicBezTo>
                  <a:pt x="145555" y="2152072"/>
                  <a:pt x="152435" y="2140444"/>
                  <a:pt x="211755" y="2184935"/>
                </a:cubicBezTo>
                <a:cubicBezTo>
                  <a:pt x="226058" y="2195662"/>
                  <a:pt x="261031" y="2223005"/>
                  <a:pt x="279132" y="2233061"/>
                </a:cubicBezTo>
                <a:cubicBezTo>
                  <a:pt x="297946" y="2243513"/>
                  <a:pt x="316900" y="2253944"/>
                  <a:pt x="336884" y="2261937"/>
                </a:cubicBezTo>
                <a:cubicBezTo>
                  <a:pt x="361583" y="2271817"/>
                  <a:pt x="410630" y="2275994"/>
                  <a:pt x="433136" y="2281188"/>
                </a:cubicBezTo>
                <a:cubicBezTo>
                  <a:pt x="455895" y="2286440"/>
                  <a:pt x="477753" y="2295186"/>
                  <a:pt x="500513" y="2300438"/>
                </a:cubicBezTo>
                <a:cubicBezTo>
                  <a:pt x="519529" y="2304826"/>
                  <a:pt x="538945" y="2307303"/>
                  <a:pt x="558265" y="2310063"/>
                </a:cubicBezTo>
                <a:cubicBezTo>
                  <a:pt x="621870" y="2319150"/>
                  <a:pt x="666111" y="2322773"/>
                  <a:pt x="731520" y="2329314"/>
                </a:cubicBezTo>
                <a:cubicBezTo>
                  <a:pt x="803787" y="2326029"/>
                  <a:pt x="970235" y="2321131"/>
                  <a:pt x="1058779" y="2310063"/>
                </a:cubicBezTo>
                <a:cubicBezTo>
                  <a:pt x="1071905" y="2308422"/>
                  <a:pt x="1084308" y="2303032"/>
                  <a:pt x="1097280" y="2300438"/>
                </a:cubicBezTo>
                <a:cubicBezTo>
                  <a:pt x="1116417" y="2296611"/>
                  <a:pt x="1135830" y="2294304"/>
                  <a:pt x="1155031" y="2290813"/>
                </a:cubicBezTo>
                <a:cubicBezTo>
                  <a:pt x="1171127" y="2287887"/>
                  <a:pt x="1187061" y="2284115"/>
                  <a:pt x="1203157" y="2281188"/>
                </a:cubicBezTo>
                <a:cubicBezTo>
                  <a:pt x="1222358" y="2277697"/>
                  <a:pt x="1241858" y="2275796"/>
                  <a:pt x="1260909" y="2271562"/>
                </a:cubicBezTo>
                <a:cubicBezTo>
                  <a:pt x="1270813" y="2269361"/>
                  <a:pt x="1279741" y="2263372"/>
                  <a:pt x="1289785" y="2261937"/>
                </a:cubicBezTo>
                <a:cubicBezTo>
                  <a:pt x="1324867" y="2256925"/>
                  <a:pt x="1360384" y="2255672"/>
                  <a:pt x="1395663" y="2252312"/>
                </a:cubicBezTo>
                <a:lnTo>
                  <a:pt x="1491915" y="2242687"/>
                </a:lnTo>
                <a:lnTo>
                  <a:pt x="2098307" y="2252312"/>
                </a:lnTo>
                <a:cubicBezTo>
                  <a:pt x="2197424" y="2255285"/>
                  <a:pt x="2441044" y="2268965"/>
                  <a:pt x="2579570" y="2281188"/>
                </a:cubicBezTo>
                <a:cubicBezTo>
                  <a:pt x="2646990" y="2287137"/>
                  <a:pt x="2714052" y="2298324"/>
                  <a:pt x="2781701" y="2300438"/>
                </a:cubicBezTo>
                <a:lnTo>
                  <a:pt x="3089709" y="2310063"/>
                </a:lnTo>
                <a:cubicBezTo>
                  <a:pt x="3128210" y="2313272"/>
                  <a:pt x="3167103" y="2313337"/>
                  <a:pt x="3205212" y="2319689"/>
                </a:cubicBezTo>
                <a:cubicBezTo>
                  <a:pt x="3225228" y="2323025"/>
                  <a:pt x="3243066" y="2334959"/>
                  <a:pt x="3262964" y="2338939"/>
                </a:cubicBezTo>
                <a:cubicBezTo>
                  <a:pt x="3291453" y="2344637"/>
                  <a:pt x="3320715" y="2345356"/>
                  <a:pt x="3349591" y="2348565"/>
                </a:cubicBezTo>
                <a:cubicBezTo>
                  <a:pt x="3433010" y="2345356"/>
                  <a:pt x="3516511" y="2343841"/>
                  <a:pt x="3599848" y="2338939"/>
                </a:cubicBezTo>
                <a:cubicBezTo>
                  <a:pt x="3625670" y="2337420"/>
                  <a:pt x="3651111" y="2331888"/>
                  <a:pt x="3676850" y="2329314"/>
                </a:cubicBezTo>
                <a:cubicBezTo>
                  <a:pt x="3715293" y="2325470"/>
                  <a:pt x="3753931" y="2323734"/>
                  <a:pt x="3792353" y="2319689"/>
                </a:cubicBezTo>
                <a:cubicBezTo>
                  <a:pt x="3876674" y="2310813"/>
                  <a:pt x="3858441" y="2304773"/>
                  <a:pt x="3955983" y="2300438"/>
                </a:cubicBezTo>
                <a:cubicBezTo>
                  <a:pt x="4068213" y="2295450"/>
                  <a:pt x="4180572" y="2294021"/>
                  <a:pt x="4292867" y="2290813"/>
                </a:cubicBezTo>
                <a:cubicBezTo>
                  <a:pt x="4308909" y="2287605"/>
                  <a:pt x="4324882" y="2284031"/>
                  <a:pt x="4340993" y="2281188"/>
                </a:cubicBezTo>
                <a:cubicBezTo>
                  <a:pt x="4438677" y="2263950"/>
                  <a:pt x="4441221" y="2264119"/>
                  <a:pt x="4523873" y="2252312"/>
                </a:cubicBezTo>
                <a:cubicBezTo>
                  <a:pt x="4590402" y="2219047"/>
                  <a:pt x="4533841" y="2242610"/>
                  <a:pt x="4620126" y="2223436"/>
                </a:cubicBezTo>
                <a:cubicBezTo>
                  <a:pt x="4651384" y="2216490"/>
                  <a:pt x="4655809" y="2208143"/>
                  <a:pt x="4687503" y="2194560"/>
                </a:cubicBezTo>
                <a:cubicBezTo>
                  <a:pt x="4696829" y="2190563"/>
                  <a:pt x="4706254" y="2185588"/>
                  <a:pt x="4716379" y="2184935"/>
                </a:cubicBezTo>
                <a:cubicBezTo>
                  <a:pt x="4806085" y="2179148"/>
                  <a:pt x="4896050" y="2178518"/>
                  <a:pt x="4985886" y="2175310"/>
                </a:cubicBezTo>
                <a:cubicBezTo>
                  <a:pt x="5014762" y="2172102"/>
                  <a:pt x="5043560" y="2168098"/>
                  <a:pt x="5072513" y="2165685"/>
                </a:cubicBezTo>
                <a:cubicBezTo>
                  <a:pt x="5120580" y="2161679"/>
                  <a:pt x="5168954" y="2161386"/>
                  <a:pt x="5216892" y="2156059"/>
                </a:cubicBezTo>
                <a:cubicBezTo>
                  <a:pt x="5226976" y="2154939"/>
                  <a:pt x="5236012" y="2149221"/>
                  <a:pt x="5245768" y="2146434"/>
                </a:cubicBezTo>
                <a:cubicBezTo>
                  <a:pt x="5258488" y="2142800"/>
                  <a:pt x="5239351" y="2130392"/>
                  <a:pt x="5245768" y="2117558"/>
                </a:cubicBezTo>
                <a:close/>
              </a:path>
            </a:pathLst>
          </a:cu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a:lstStyle/>
          <a:p>
            <a:pPr>
              <a:defRPr/>
            </a:pPr>
            <a:endParaRPr lang="en-US"/>
          </a:p>
        </p:txBody>
      </p:sp>
      <p:sp>
        <p:nvSpPr>
          <p:cNvPr id="63493" name="Title 4">
            <a:extLst>
              <a:ext uri="{FF2B5EF4-FFF2-40B4-BE49-F238E27FC236}">
                <a16:creationId xmlns:a16="http://schemas.microsoft.com/office/drawing/2014/main" id="{C6B51EBC-C927-E90B-CE61-A8C349E36491}"/>
              </a:ext>
            </a:extLst>
          </p:cNvPr>
          <p:cNvSpPr>
            <a:spLocks noGrp="1" noChangeArrowheads="1"/>
          </p:cNvSpPr>
          <p:nvPr>
            <p:ph type="title"/>
          </p:nvPr>
        </p:nvSpPr>
        <p:spPr>
          <a:xfrm>
            <a:off x="1289050" y="55563"/>
            <a:ext cx="11684000" cy="681037"/>
          </a:xfrm>
        </p:spPr>
        <p:txBody>
          <a:bodyPr/>
          <a:lstStyle/>
          <a:p>
            <a:r>
              <a:rPr lang="en-US" altLang="en-US"/>
              <a:t>Mentoring integral to Career Stage Model</a:t>
            </a:r>
          </a:p>
        </p:txBody>
      </p:sp>
      <p:sp>
        <p:nvSpPr>
          <p:cNvPr id="37891" name="Content Placeholder 23">
            <a:extLst>
              <a:ext uri="{FF2B5EF4-FFF2-40B4-BE49-F238E27FC236}">
                <a16:creationId xmlns:a16="http://schemas.microsoft.com/office/drawing/2014/main" id="{D5F2D42A-32B0-B6E1-6E40-8F82F5FA687E}"/>
              </a:ext>
            </a:extLst>
          </p:cNvPr>
          <p:cNvSpPr>
            <a:spLocks noGrp="1" noChangeArrowheads="1"/>
          </p:cNvSpPr>
          <p:nvPr>
            <p:ph idx="1"/>
          </p:nvPr>
        </p:nvSpPr>
        <p:spPr>
          <a:xfrm>
            <a:off x="111125" y="703263"/>
            <a:ext cx="7751763" cy="1447800"/>
          </a:xfrm>
        </p:spPr>
        <p:txBody>
          <a:bodyPr/>
          <a:lstStyle/>
          <a:p>
            <a:pPr marL="0" indent="0">
              <a:buFontTx/>
              <a:buNone/>
              <a:defRPr/>
            </a:pPr>
            <a:r>
              <a:rPr lang="en-US" altLang="en-US" sz="2400" dirty="0"/>
              <a:t>Transition from one stage to the next only happens if developmental experiences, assignments, and mentoring position individual for the next stage</a:t>
            </a:r>
          </a:p>
          <a:p>
            <a:pPr>
              <a:defRPr/>
            </a:pPr>
            <a:r>
              <a:rPr lang="en-US" altLang="en-US" sz="2000" dirty="0"/>
              <a:t>Corporate Succession Planning depends on Strong Mentoring Culture to Institutionalize Knowledge and Skills </a:t>
            </a:r>
          </a:p>
          <a:p>
            <a:pPr>
              <a:defRPr/>
            </a:pPr>
            <a:r>
              <a:rPr lang="en-US" altLang="en-US" sz="2000" dirty="0"/>
              <a:t>Continuous Development is an Expectation in all Career Stages </a:t>
            </a:r>
          </a:p>
          <a:p>
            <a:pPr>
              <a:defRPr/>
            </a:pPr>
            <a:r>
              <a:rPr lang="en-US" altLang="en-US" sz="2000" dirty="0"/>
              <a:t>Mentoring Competency importance increases as Organizational Reach builds across career</a:t>
            </a:r>
          </a:p>
        </p:txBody>
      </p:sp>
      <p:sp>
        <p:nvSpPr>
          <p:cNvPr id="63495" name="Slide Number Placeholder 3">
            <a:extLst>
              <a:ext uri="{FF2B5EF4-FFF2-40B4-BE49-F238E27FC236}">
                <a16:creationId xmlns:a16="http://schemas.microsoft.com/office/drawing/2014/main" id="{E87474AA-4B72-01DA-0F7F-ECD80E363DFA}"/>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392F36A-89EB-4E4A-A41F-0D11368E97D4}" type="slidenum">
              <a:rPr lang="en-US" altLang="en-US" sz="1400" smtClean="0"/>
              <a:pPr>
                <a:spcBef>
                  <a:spcPct val="0"/>
                </a:spcBef>
                <a:buFontTx/>
                <a:buNone/>
              </a:pPr>
              <a:t>27</a:t>
            </a:fld>
            <a:endParaRPr lang="en-US" altLang="en-US" sz="1400"/>
          </a:p>
        </p:txBody>
      </p:sp>
      <p:sp>
        <p:nvSpPr>
          <p:cNvPr id="23" name="TextBox 22">
            <a:extLst>
              <a:ext uri="{FF2B5EF4-FFF2-40B4-BE49-F238E27FC236}">
                <a16:creationId xmlns:a16="http://schemas.microsoft.com/office/drawing/2014/main" id="{C0C058B2-FA5E-0BD0-0205-BB35EFA05AC5}"/>
              </a:ext>
            </a:extLst>
          </p:cNvPr>
          <p:cNvSpPr txBox="1"/>
          <p:nvPr/>
        </p:nvSpPr>
        <p:spPr>
          <a:xfrm>
            <a:off x="7385050" y="4600575"/>
            <a:ext cx="1370013" cy="584200"/>
          </a:xfrm>
          <a:prstGeom prst="rect">
            <a:avLst/>
          </a:prstGeom>
          <a:noFill/>
        </p:spPr>
        <p:txBody>
          <a:bodyPr wrap="none">
            <a:spAutoFit/>
          </a:bodyPr>
          <a:lstStyle/>
          <a:p>
            <a:pPr>
              <a:defRPr/>
            </a:pPr>
            <a:r>
              <a:rPr lang="en-US" dirty="0">
                <a:latin typeface="+mj-lt"/>
              </a:rPr>
              <a:t>Expert</a:t>
            </a:r>
          </a:p>
        </p:txBody>
      </p:sp>
      <p:sp>
        <p:nvSpPr>
          <p:cNvPr id="24" name="TextBox 23">
            <a:extLst>
              <a:ext uri="{FF2B5EF4-FFF2-40B4-BE49-F238E27FC236}">
                <a16:creationId xmlns:a16="http://schemas.microsoft.com/office/drawing/2014/main" id="{FB1AE1FA-B57D-B4B0-D72E-C5605C8BA652}"/>
              </a:ext>
            </a:extLst>
          </p:cNvPr>
          <p:cNvSpPr txBox="1"/>
          <p:nvPr/>
        </p:nvSpPr>
        <p:spPr>
          <a:xfrm>
            <a:off x="4110038" y="5237163"/>
            <a:ext cx="2028825" cy="584200"/>
          </a:xfrm>
          <a:prstGeom prst="rect">
            <a:avLst/>
          </a:prstGeom>
          <a:noFill/>
        </p:spPr>
        <p:txBody>
          <a:bodyPr wrap="none">
            <a:spAutoFit/>
          </a:bodyPr>
          <a:lstStyle/>
          <a:p>
            <a:pPr>
              <a:defRPr/>
            </a:pPr>
            <a:r>
              <a:rPr lang="en-US" dirty="0">
                <a:latin typeface="+mj-lt"/>
              </a:rPr>
              <a:t>Colleague</a:t>
            </a:r>
          </a:p>
        </p:txBody>
      </p:sp>
      <p:sp>
        <p:nvSpPr>
          <p:cNvPr id="27" name="TextBox 26">
            <a:extLst>
              <a:ext uri="{FF2B5EF4-FFF2-40B4-BE49-F238E27FC236}">
                <a16:creationId xmlns:a16="http://schemas.microsoft.com/office/drawing/2014/main" id="{58C2C21D-9668-D719-9D14-A8E97B1307A3}"/>
              </a:ext>
            </a:extLst>
          </p:cNvPr>
          <p:cNvSpPr txBox="1"/>
          <p:nvPr/>
        </p:nvSpPr>
        <p:spPr>
          <a:xfrm>
            <a:off x="9753600" y="3881438"/>
            <a:ext cx="1709738" cy="584200"/>
          </a:xfrm>
          <a:prstGeom prst="rect">
            <a:avLst/>
          </a:prstGeom>
          <a:noFill/>
        </p:spPr>
        <p:txBody>
          <a:bodyPr wrap="none">
            <a:spAutoFit/>
          </a:bodyPr>
          <a:lstStyle/>
          <a:p>
            <a:pPr>
              <a:defRPr/>
            </a:pPr>
            <a:r>
              <a:rPr lang="en-US" dirty="0">
                <a:latin typeface="+mj-lt"/>
              </a:rPr>
              <a:t>Sponsor</a:t>
            </a:r>
          </a:p>
        </p:txBody>
      </p:sp>
      <p:sp>
        <p:nvSpPr>
          <p:cNvPr id="29" name="TextBox 28">
            <a:extLst>
              <a:ext uri="{FF2B5EF4-FFF2-40B4-BE49-F238E27FC236}">
                <a16:creationId xmlns:a16="http://schemas.microsoft.com/office/drawing/2014/main" id="{77735616-9CD4-F9DA-EE59-5C2EA7FD1246}"/>
              </a:ext>
            </a:extLst>
          </p:cNvPr>
          <p:cNvSpPr txBox="1"/>
          <p:nvPr/>
        </p:nvSpPr>
        <p:spPr>
          <a:xfrm>
            <a:off x="890588" y="6007100"/>
            <a:ext cx="2143125" cy="584200"/>
          </a:xfrm>
          <a:prstGeom prst="rect">
            <a:avLst/>
          </a:prstGeom>
          <a:noFill/>
        </p:spPr>
        <p:txBody>
          <a:bodyPr wrap="none">
            <a:spAutoFit/>
          </a:bodyPr>
          <a:lstStyle/>
          <a:p>
            <a:pPr>
              <a:defRPr/>
            </a:pPr>
            <a:r>
              <a:rPr lang="en-US" dirty="0">
                <a:latin typeface="+mj-lt"/>
              </a:rPr>
              <a:t>Apprentice</a:t>
            </a:r>
          </a:p>
        </p:txBody>
      </p:sp>
      <p:sp>
        <p:nvSpPr>
          <p:cNvPr id="63500" name="Arrow: Right 5">
            <a:extLst>
              <a:ext uri="{FF2B5EF4-FFF2-40B4-BE49-F238E27FC236}">
                <a16:creationId xmlns:a16="http://schemas.microsoft.com/office/drawing/2014/main" id="{9A5B6DDB-5C00-D895-88DF-7FEDFA6F9F1A}"/>
              </a:ext>
            </a:extLst>
          </p:cNvPr>
          <p:cNvSpPr>
            <a:spLocks noChangeArrowheads="1"/>
          </p:cNvSpPr>
          <p:nvPr/>
        </p:nvSpPr>
        <p:spPr bwMode="auto">
          <a:xfrm rot="-1266098">
            <a:off x="3082925" y="5761038"/>
            <a:ext cx="990600" cy="457200"/>
          </a:xfrm>
          <a:prstGeom prst="rightArrow">
            <a:avLst>
              <a:gd name="adj1" fmla="val 50000"/>
              <a:gd name="adj2" fmla="val 50004"/>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63501" name="Arrow: Right 33">
            <a:extLst>
              <a:ext uri="{FF2B5EF4-FFF2-40B4-BE49-F238E27FC236}">
                <a16:creationId xmlns:a16="http://schemas.microsoft.com/office/drawing/2014/main" id="{46D49751-8AD2-E3C2-7F78-46B03606E184}"/>
              </a:ext>
            </a:extLst>
          </p:cNvPr>
          <p:cNvSpPr>
            <a:spLocks noChangeArrowheads="1"/>
          </p:cNvSpPr>
          <p:nvPr/>
        </p:nvSpPr>
        <p:spPr bwMode="auto">
          <a:xfrm rot="-1266098">
            <a:off x="8804275" y="4283075"/>
            <a:ext cx="990600" cy="457200"/>
          </a:xfrm>
          <a:prstGeom prst="rightArrow">
            <a:avLst>
              <a:gd name="adj1" fmla="val 50000"/>
              <a:gd name="adj2" fmla="val 50004"/>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63502" name="Arrow: Right 34">
            <a:extLst>
              <a:ext uri="{FF2B5EF4-FFF2-40B4-BE49-F238E27FC236}">
                <a16:creationId xmlns:a16="http://schemas.microsoft.com/office/drawing/2014/main" id="{786B8C98-91B6-D531-F99A-4394656913BD}"/>
              </a:ext>
            </a:extLst>
          </p:cNvPr>
          <p:cNvSpPr>
            <a:spLocks noChangeArrowheads="1"/>
          </p:cNvSpPr>
          <p:nvPr/>
        </p:nvSpPr>
        <p:spPr bwMode="auto">
          <a:xfrm rot="-1266098">
            <a:off x="6345238" y="5056188"/>
            <a:ext cx="990600" cy="457200"/>
          </a:xfrm>
          <a:prstGeom prst="rightArrow">
            <a:avLst>
              <a:gd name="adj1" fmla="val 50000"/>
              <a:gd name="adj2" fmla="val 50004"/>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cxnSp>
        <p:nvCxnSpPr>
          <p:cNvPr id="63503" name="Straight Arrow Connector 14">
            <a:extLst>
              <a:ext uri="{FF2B5EF4-FFF2-40B4-BE49-F238E27FC236}">
                <a16:creationId xmlns:a16="http://schemas.microsoft.com/office/drawing/2014/main" id="{802DC8FB-4EA1-DD27-24D1-3AA95C5EC603}"/>
              </a:ext>
            </a:extLst>
          </p:cNvPr>
          <p:cNvCxnSpPr>
            <a:cxnSpLocks noChangeShapeType="1"/>
            <a:stCxn id="24" idx="1"/>
          </p:cNvCxnSpPr>
          <p:nvPr/>
        </p:nvCxnSpPr>
        <p:spPr bwMode="auto">
          <a:xfrm flipH="1">
            <a:off x="2733675" y="5529263"/>
            <a:ext cx="1376363" cy="463550"/>
          </a:xfrm>
          <a:prstGeom prst="straightConnector1">
            <a:avLst/>
          </a:prstGeom>
          <a:noFill/>
          <a:ln w="57150" algn="ctr">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504" name="Straight Arrow Connector 44">
            <a:extLst>
              <a:ext uri="{FF2B5EF4-FFF2-40B4-BE49-F238E27FC236}">
                <a16:creationId xmlns:a16="http://schemas.microsoft.com/office/drawing/2014/main" id="{B12315C5-4DFF-0C6B-2D15-46E91B13F417}"/>
              </a:ext>
            </a:extLst>
          </p:cNvPr>
          <p:cNvCxnSpPr>
            <a:cxnSpLocks noChangeShapeType="1"/>
          </p:cNvCxnSpPr>
          <p:nvPr/>
        </p:nvCxnSpPr>
        <p:spPr bwMode="auto">
          <a:xfrm flipH="1">
            <a:off x="8305800" y="4140200"/>
            <a:ext cx="1447800" cy="581025"/>
          </a:xfrm>
          <a:prstGeom prst="straightConnector1">
            <a:avLst/>
          </a:prstGeom>
          <a:noFill/>
          <a:ln w="57150" algn="ctr">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9" name="TextBox 58">
            <a:extLst>
              <a:ext uri="{FF2B5EF4-FFF2-40B4-BE49-F238E27FC236}">
                <a16:creationId xmlns:a16="http://schemas.microsoft.com/office/drawing/2014/main" id="{F02A8184-1BB1-FC05-0E8E-0CD49EA87D83}"/>
              </a:ext>
            </a:extLst>
          </p:cNvPr>
          <p:cNvSpPr txBox="1"/>
          <p:nvPr/>
        </p:nvSpPr>
        <p:spPr>
          <a:xfrm>
            <a:off x="6861175" y="5854700"/>
            <a:ext cx="2249488" cy="646113"/>
          </a:xfrm>
          <a:prstGeom prst="rect">
            <a:avLst/>
          </a:prstGeom>
          <a:noFill/>
        </p:spPr>
        <p:txBody>
          <a:bodyPr>
            <a:spAutoFit/>
          </a:bodyPr>
          <a:lstStyle/>
          <a:p>
            <a:pPr algn="ctr">
              <a:defRPr/>
            </a:pPr>
            <a:r>
              <a:rPr lang="en-US" sz="1800" dirty="0">
                <a:latin typeface="+mj-lt"/>
              </a:rPr>
              <a:t>Other Discipline Experts</a:t>
            </a:r>
          </a:p>
        </p:txBody>
      </p:sp>
      <p:sp>
        <p:nvSpPr>
          <p:cNvPr id="64" name="TextBox 63">
            <a:extLst>
              <a:ext uri="{FF2B5EF4-FFF2-40B4-BE49-F238E27FC236}">
                <a16:creationId xmlns:a16="http://schemas.microsoft.com/office/drawing/2014/main" id="{3FA9CBD3-32BB-D22A-538B-1946251085B2}"/>
              </a:ext>
            </a:extLst>
          </p:cNvPr>
          <p:cNvSpPr txBox="1"/>
          <p:nvPr/>
        </p:nvSpPr>
        <p:spPr>
          <a:xfrm>
            <a:off x="9483725" y="2851150"/>
            <a:ext cx="2249488" cy="646113"/>
          </a:xfrm>
          <a:prstGeom prst="rect">
            <a:avLst/>
          </a:prstGeom>
          <a:noFill/>
        </p:spPr>
        <p:txBody>
          <a:bodyPr>
            <a:spAutoFit/>
          </a:bodyPr>
          <a:lstStyle/>
          <a:p>
            <a:pPr algn="ctr">
              <a:defRPr/>
            </a:pPr>
            <a:r>
              <a:rPr lang="en-US" sz="1800" dirty="0">
                <a:latin typeface="+mj-lt"/>
              </a:rPr>
              <a:t>Regional/Global Business Owners</a:t>
            </a:r>
          </a:p>
        </p:txBody>
      </p:sp>
      <p:cxnSp>
        <p:nvCxnSpPr>
          <p:cNvPr id="63507" name="Straight Arrow Connector 67">
            <a:extLst>
              <a:ext uri="{FF2B5EF4-FFF2-40B4-BE49-F238E27FC236}">
                <a16:creationId xmlns:a16="http://schemas.microsoft.com/office/drawing/2014/main" id="{90C6A9A5-659F-7008-5973-E8E1E10498A4}"/>
              </a:ext>
            </a:extLst>
          </p:cNvPr>
          <p:cNvCxnSpPr>
            <a:cxnSpLocks noChangeShapeType="1"/>
          </p:cNvCxnSpPr>
          <p:nvPr/>
        </p:nvCxnSpPr>
        <p:spPr bwMode="auto">
          <a:xfrm flipH="1">
            <a:off x="8591550" y="4430713"/>
            <a:ext cx="1331913" cy="1423987"/>
          </a:xfrm>
          <a:prstGeom prst="straightConnector1">
            <a:avLst/>
          </a:prstGeom>
          <a:noFill/>
          <a:ln w="57150" algn="ctr">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508" name="Straight Arrow Connector 70">
            <a:extLst>
              <a:ext uri="{FF2B5EF4-FFF2-40B4-BE49-F238E27FC236}">
                <a16:creationId xmlns:a16="http://schemas.microsoft.com/office/drawing/2014/main" id="{9AD592AC-02CF-B8F5-0AC0-659CDBF9C263}"/>
              </a:ext>
            </a:extLst>
          </p:cNvPr>
          <p:cNvCxnSpPr>
            <a:cxnSpLocks noChangeShapeType="1"/>
          </p:cNvCxnSpPr>
          <p:nvPr/>
        </p:nvCxnSpPr>
        <p:spPr bwMode="auto">
          <a:xfrm flipH="1">
            <a:off x="7862888" y="5070475"/>
            <a:ext cx="123825" cy="784225"/>
          </a:xfrm>
          <a:prstGeom prst="straightConnector1">
            <a:avLst/>
          </a:prstGeom>
          <a:noFill/>
          <a:ln w="57150" algn="ctr">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TextBox 73">
            <a:extLst>
              <a:ext uri="{FF2B5EF4-FFF2-40B4-BE49-F238E27FC236}">
                <a16:creationId xmlns:a16="http://schemas.microsoft.com/office/drawing/2014/main" id="{0A773E72-A6E4-B85D-9908-2063C8404164}"/>
              </a:ext>
            </a:extLst>
          </p:cNvPr>
          <p:cNvSpPr txBox="1"/>
          <p:nvPr/>
        </p:nvSpPr>
        <p:spPr>
          <a:xfrm>
            <a:off x="3879850" y="6070600"/>
            <a:ext cx="2249488" cy="646113"/>
          </a:xfrm>
          <a:prstGeom prst="rect">
            <a:avLst/>
          </a:prstGeom>
          <a:noFill/>
        </p:spPr>
        <p:txBody>
          <a:bodyPr>
            <a:spAutoFit/>
          </a:bodyPr>
          <a:lstStyle/>
          <a:p>
            <a:pPr algn="ctr">
              <a:defRPr/>
            </a:pPr>
            <a:r>
              <a:rPr lang="en-US" sz="1800" dirty="0">
                <a:latin typeface="+mj-lt"/>
              </a:rPr>
              <a:t>Other Discipline Colleagues</a:t>
            </a:r>
          </a:p>
        </p:txBody>
      </p:sp>
      <p:cxnSp>
        <p:nvCxnSpPr>
          <p:cNvPr id="63510" name="Straight Arrow Connector 74">
            <a:extLst>
              <a:ext uri="{FF2B5EF4-FFF2-40B4-BE49-F238E27FC236}">
                <a16:creationId xmlns:a16="http://schemas.microsoft.com/office/drawing/2014/main" id="{42B08215-3899-DAA9-74F5-3644CAEC0047}"/>
              </a:ext>
            </a:extLst>
          </p:cNvPr>
          <p:cNvCxnSpPr>
            <a:cxnSpLocks noChangeShapeType="1"/>
          </p:cNvCxnSpPr>
          <p:nvPr/>
        </p:nvCxnSpPr>
        <p:spPr bwMode="auto">
          <a:xfrm flipH="1">
            <a:off x="5033963" y="5716588"/>
            <a:ext cx="193675" cy="407987"/>
          </a:xfrm>
          <a:prstGeom prst="straightConnector1">
            <a:avLst/>
          </a:prstGeom>
          <a:noFill/>
          <a:ln w="57150" algn="ctr">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511" name="Straight Arrow Connector 80">
            <a:extLst>
              <a:ext uri="{FF2B5EF4-FFF2-40B4-BE49-F238E27FC236}">
                <a16:creationId xmlns:a16="http://schemas.microsoft.com/office/drawing/2014/main" id="{75282EA3-197E-85C5-C4C5-EA79C802442C}"/>
              </a:ext>
            </a:extLst>
          </p:cNvPr>
          <p:cNvCxnSpPr>
            <a:cxnSpLocks noChangeShapeType="1"/>
            <a:stCxn id="27" idx="2"/>
          </p:cNvCxnSpPr>
          <p:nvPr/>
        </p:nvCxnSpPr>
        <p:spPr bwMode="auto">
          <a:xfrm>
            <a:off x="10609263" y="4465638"/>
            <a:ext cx="138112" cy="558800"/>
          </a:xfrm>
          <a:prstGeom prst="straightConnector1">
            <a:avLst/>
          </a:prstGeom>
          <a:noFill/>
          <a:ln w="57150" algn="ctr">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512" name="Straight Arrow Connector 82">
            <a:extLst>
              <a:ext uri="{FF2B5EF4-FFF2-40B4-BE49-F238E27FC236}">
                <a16:creationId xmlns:a16="http://schemas.microsoft.com/office/drawing/2014/main" id="{54AFCF41-58EB-32E1-0651-AAD7C8609168}"/>
              </a:ext>
            </a:extLst>
          </p:cNvPr>
          <p:cNvCxnSpPr>
            <a:cxnSpLocks noChangeShapeType="1"/>
          </p:cNvCxnSpPr>
          <p:nvPr/>
        </p:nvCxnSpPr>
        <p:spPr bwMode="auto">
          <a:xfrm>
            <a:off x="10439400" y="3444875"/>
            <a:ext cx="169863" cy="498475"/>
          </a:xfrm>
          <a:prstGeom prst="straightConnector1">
            <a:avLst/>
          </a:prstGeom>
          <a:noFill/>
          <a:ln w="57150" algn="ctr">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8" name="TextBox 87">
            <a:extLst>
              <a:ext uri="{FF2B5EF4-FFF2-40B4-BE49-F238E27FC236}">
                <a16:creationId xmlns:a16="http://schemas.microsoft.com/office/drawing/2014/main" id="{81E7F0D8-26BC-69C8-0E66-7C1B631822F9}"/>
              </a:ext>
            </a:extLst>
          </p:cNvPr>
          <p:cNvSpPr txBox="1"/>
          <p:nvPr/>
        </p:nvSpPr>
        <p:spPr>
          <a:xfrm>
            <a:off x="9604375" y="5186363"/>
            <a:ext cx="2249488" cy="646112"/>
          </a:xfrm>
          <a:prstGeom prst="rect">
            <a:avLst/>
          </a:prstGeom>
          <a:noFill/>
        </p:spPr>
        <p:txBody>
          <a:bodyPr>
            <a:spAutoFit/>
          </a:bodyPr>
          <a:lstStyle/>
          <a:p>
            <a:pPr algn="ctr">
              <a:defRPr/>
            </a:pPr>
            <a:r>
              <a:rPr lang="en-US" sz="1800" dirty="0">
                <a:latin typeface="+mj-lt"/>
              </a:rPr>
              <a:t>Other Discipline Sponsors</a:t>
            </a:r>
          </a:p>
        </p:txBody>
      </p:sp>
      <p:cxnSp>
        <p:nvCxnSpPr>
          <p:cNvPr id="63514" name="Straight Arrow Connector 90">
            <a:extLst>
              <a:ext uri="{FF2B5EF4-FFF2-40B4-BE49-F238E27FC236}">
                <a16:creationId xmlns:a16="http://schemas.microsoft.com/office/drawing/2014/main" id="{FE36CBDD-74B7-696A-732A-2F569C529F83}"/>
              </a:ext>
            </a:extLst>
          </p:cNvPr>
          <p:cNvCxnSpPr>
            <a:cxnSpLocks noChangeShapeType="1"/>
          </p:cNvCxnSpPr>
          <p:nvPr/>
        </p:nvCxnSpPr>
        <p:spPr bwMode="auto">
          <a:xfrm flipH="1">
            <a:off x="8743950" y="5526088"/>
            <a:ext cx="1173163" cy="481012"/>
          </a:xfrm>
          <a:prstGeom prst="straightConnector1">
            <a:avLst/>
          </a:prstGeom>
          <a:noFill/>
          <a:ln w="57150" algn="ctr">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4" name="TextBox 93">
            <a:extLst>
              <a:ext uri="{FF2B5EF4-FFF2-40B4-BE49-F238E27FC236}">
                <a16:creationId xmlns:a16="http://schemas.microsoft.com/office/drawing/2014/main" id="{F588A497-6AA0-692B-F09B-C5E193BDF588}"/>
              </a:ext>
            </a:extLst>
          </p:cNvPr>
          <p:cNvSpPr txBox="1"/>
          <p:nvPr/>
        </p:nvSpPr>
        <p:spPr>
          <a:xfrm>
            <a:off x="6226175" y="3546475"/>
            <a:ext cx="1963738" cy="923925"/>
          </a:xfrm>
          <a:prstGeom prst="rect">
            <a:avLst/>
          </a:prstGeom>
          <a:noFill/>
        </p:spPr>
        <p:txBody>
          <a:bodyPr>
            <a:spAutoFit/>
          </a:bodyPr>
          <a:lstStyle/>
          <a:p>
            <a:pPr algn="ctr">
              <a:defRPr/>
            </a:pPr>
            <a:r>
              <a:rPr lang="en-US" sz="1800" dirty="0">
                <a:latin typeface="+mj-lt"/>
              </a:rPr>
              <a:t>Central Engineering</a:t>
            </a:r>
          </a:p>
          <a:p>
            <a:pPr algn="ctr">
              <a:defRPr/>
            </a:pPr>
            <a:r>
              <a:rPr lang="en-US" sz="1800" dirty="0">
                <a:latin typeface="+mj-lt"/>
              </a:rPr>
              <a:t>Leads</a:t>
            </a:r>
          </a:p>
        </p:txBody>
      </p:sp>
      <p:cxnSp>
        <p:nvCxnSpPr>
          <p:cNvPr id="63516" name="Straight Arrow Connector 94">
            <a:extLst>
              <a:ext uri="{FF2B5EF4-FFF2-40B4-BE49-F238E27FC236}">
                <a16:creationId xmlns:a16="http://schemas.microsoft.com/office/drawing/2014/main" id="{A3E252B5-9E72-4159-A5CD-79A9B766714F}"/>
              </a:ext>
            </a:extLst>
          </p:cNvPr>
          <p:cNvCxnSpPr>
            <a:cxnSpLocks noChangeShapeType="1"/>
          </p:cNvCxnSpPr>
          <p:nvPr/>
        </p:nvCxnSpPr>
        <p:spPr bwMode="auto">
          <a:xfrm>
            <a:off x="7535863" y="4356100"/>
            <a:ext cx="377825" cy="388938"/>
          </a:xfrm>
          <a:prstGeom prst="straightConnector1">
            <a:avLst/>
          </a:prstGeom>
          <a:noFill/>
          <a:ln w="57150" algn="ctr">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517" name="Straight Arrow Connector 96">
            <a:extLst>
              <a:ext uri="{FF2B5EF4-FFF2-40B4-BE49-F238E27FC236}">
                <a16:creationId xmlns:a16="http://schemas.microsoft.com/office/drawing/2014/main" id="{1902DC17-2EA7-8E4F-3B69-A095E59553A1}"/>
              </a:ext>
            </a:extLst>
          </p:cNvPr>
          <p:cNvCxnSpPr>
            <a:cxnSpLocks noChangeShapeType="1"/>
          </p:cNvCxnSpPr>
          <p:nvPr/>
        </p:nvCxnSpPr>
        <p:spPr bwMode="auto">
          <a:xfrm flipH="1">
            <a:off x="7724775" y="3235325"/>
            <a:ext cx="1719263" cy="644525"/>
          </a:xfrm>
          <a:prstGeom prst="straightConnector1">
            <a:avLst/>
          </a:prstGeom>
          <a:noFill/>
          <a:ln w="57150" algn="ctr">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518" name="Straight Arrow Connector 98">
            <a:extLst>
              <a:ext uri="{FF2B5EF4-FFF2-40B4-BE49-F238E27FC236}">
                <a16:creationId xmlns:a16="http://schemas.microsoft.com/office/drawing/2014/main" id="{EDF039EE-41CA-C81E-15D9-EDD0A9F862D9}"/>
              </a:ext>
            </a:extLst>
          </p:cNvPr>
          <p:cNvCxnSpPr>
            <a:cxnSpLocks noChangeShapeType="1"/>
          </p:cNvCxnSpPr>
          <p:nvPr/>
        </p:nvCxnSpPr>
        <p:spPr bwMode="auto">
          <a:xfrm flipH="1">
            <a:off x="5222875" y="4279900"/>
            <a:ext cx="1541463" cy="1047750"/>
          </a:xfrm>
          <a:prstGeom prst="straightConnector1">
            <a:avLst/>
          </a:prstGeom>
          <a:noFill/>
          <a:ln w="57150" algn="ctr">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519" name="Straight Arrow Connector 98">
            <a:extLst>
              <a:ext uri="{FF2B5EF4-FFF2-40B4-BE49-F238E27FC236}">
                <a16:creationId xmlns:a16="http://schemas.microsoft.com/office/drawing/2014/main" id="{115CBDE8-5E9D-C8CE-1ED2-645C138F9AE2}"/>
              </a:ext>
            </a:extLst>
          </p:cNvPr>
          <p:cNvCxnSpPr>
            <a:cxnSpLocks noChangeShapeType="1"/>
          </p:cNvCxnSpPr>
          <p:nvPr/>
        </p:nvCxnSpPr>
        <p:spPr bwMode="auto">
          <a:xfrm flipH="1">
            <a:off x="5930900" y="4714875"/>
            <a:ext cx="1541463" cy="690563"/>
          </a:xfrm>
          <a:prstGeom prst="straightConnector1">
            <a:avLst/>
          </a:prstGeom>
          <a:noFill/>
          <a:ln w="57150" algn="ctr">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520" name="Straight Arrow Connector 98">
            <a:extLst>
              <a:ext uri="{FF2B5EF4-FFF2-40B4-BE49-F238E27FC236}">
                <a16:creationId xmlns:a16="http://schemas.microsoft.com/office/drawing/2014/main" id="{EC82075B-4DB4-6A66-49EE-067022086163}"/>
              </a:ext>
            </a:extLst>
          </p:cNvPr>
          <p:cNvCxnSpPr>
            <a:cxnSpLocks noChangeShapeType="1"/>
          </p:cNvCxnSpPr>
          <p:nvPr/>
        </p:nvCxnSpPr>
        <p:spPr bwMode="auto">
          <a:xfrm flipH="1">
            <a:off x="5770563" y="6124575"/>
            <a:ext cx="1406525" cy="358775"/>
          </a:xfrm>
          <a:prstGeom prst="straightConnector1">
            <a:avLst/>
          </a:prstGeom>
          <a:noFill/>
          <a:ln w="57150" algn="ctr">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10">
            <a:extLst>
              <a:ext uri="{FF2B5EF4-FFF2-40B4-BE49-F238E27FC236}">
                <a16:creationId xmlns:a16="http://schemas.microsoft.com/office/drawing/2014/main" id="{7C8FB464-5409-B03B-FB23-4F2F96828B7E}"/>
              </a:ext>
            </a:extLst>
          </p:cNvPr>
          <p:cNvSpPr>
            <a:spLocks noChangeArrowheads="1"/>
          </p:cNvSpPr>
          <p:nvPr/>
        </p:nvSpPr>
        <p:spPr bwMode="auto">
          <a:xfrm>
            <a:off x="1343025" y="719138"/>
            <a:ext cx="1606550" cy="633412"/>
          </a:xfrm>
          <a:prstGeom prst="rect">
            <a:avLst/>
          </a:prstGeom>
          <a:gradFill rotWithShape="1">
            <a:gsLst>
              <a:gs pos="0">
                <a:srgbClr val="009999"/>
              </a:gs>
              <a:gs pos="100000">
                <a:srgbClr val="AEDFDF"/>
              </a:gs>
            </a:gsLst>
            <a:lin ang="5400000" scaled="1"/>
          </a:gradFill>
          <a:ln w="12700" algn="ctr">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alpha val="50000"/>
                    </a:srgbClr>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50000"/>
              </a:spcBef>
              <a:buFontTx/>
              <a:buNone/>
            </a:pPr>
            <a:endParaRPr lang="en-US" altLang="en-US" sz="1000" b="1"/>
          </a:p>
        </p:txBody>
      </p:sp>
      <p:sp>
        <p:nvSpPr>
          <p:cNvPr id="64515" name="Slide Number Placeholder 5">
            <a:extLst>
              <a:ext uri="{FF2B5EF4-FFF2-40B4-BE49-F238E27FC236}">
                <a16:creationId xmlns:a16="http://schemas.microsoft.com/office/drawing/2014/main" id="{6271678B-B638-C323-EC6D-B25B1B3170B3}"/>
              </a:ext>
            </a:extLst>
          </p:cNvPr>
          <p:cNvSpPr>
            <a:spLocks noGrp="1"/>
          </p:cNvSpPr>
          <p:nvPr>
            <p:ph type="sldNum" sz="quarter" idx="11"/>
          </p:nvPr>
        </p:nvSpPr>
        <p:spPr>
          <a:xfrm>
            <a:off x="10287000" y="6540500"/>
            <a:ext cx="1905000" cy="4572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CBCB839F-4251-4672-8973-7BA502F9A7E6}" type="slidenum">
              <a:rPr lang="en-US" altLang="en-US" sz="1400" smtClean="0"/>
              <a:pPr>
                <a:spcBef>
                  <a:spcPct val="0"/>
                </a:spcBef>
                <a:buFontTx/>
                <a:buNone/>
              </a:pPr>
              <a:t>28</a:t>
            </a:fld>
            <a:endParaRPr lang="en-US" altLang="en-US" sz="1400"/>
          </a:p>
        </p:txBody>
      </p:sp>
      <p:sp>
        <p:nvSpPr>
          <p:cNvPr id="64516" name="Rectangle 3">
            <a:extLst>
              <a:ext uri="{FF2B5EF4-FFF2-40B4-BE49-F238E27FC236}">
                <a16:creationId xmlns:a16="http://schemas.microsoft.com/office/drawing/2014/main" id="{DB6266E0-B5AB-5F6A-39D4-2FA8FF914ADA}"/>
              </a:ext>
            </a:extLst>
          </p:cNvPr>
          <p:cNvSpPr>
            <a:spLocks noGrp="1" noChangeArrowheads="1"/>
          </p:cNvSpPr>
          <p:nvPr>
            <p:ph type="title"/>
          </p:nvPr>
        </p:nvSpPr>
        <p:spPr>
          <a:xfrm>
            <a:off x="1524000" y="20638"/>
            <a:ext cx="8763000" cy="681037"/>
          </a:xfrm>
        </p:spPr>
        <p:txBody>
          <a:bodyPr/>
          <a:lstStyle/>
          <a:p>
            <a:pPr eaLnBrk="1" hangingPunct="1"/>
            <a:r>
              <a:rPr lang="en-US" altLang="en-US">
                <a:solidFill>
                  <a:schemeClr val="tx1"/>
                </a:solidFill>
              </a:rPr>
              <a:t>Mentoring Integration Across My Career</a:t>
            </a:r>
          </a:p>
        </p:txBody>
      </p:sp>
      <p:sp>
        <p:nvSpPr>
          <p:cNvPr id="64517" name="Rectangle 7">
            <a:extLst>
              <a:ext uri="{FF2B5EF4-FFF2-40B4-BE49-F238E27FC236}">
                <a16:creationId xmlns:a16="http://schemas.microsoft.com/office/drawing/2014/main" id="{C14959BC-8BEE-5022-BDD2-9C822671A7B0}"/>
              </a:ext>
            </a:extLst>
          </p:cNvPr>
          <p:cNvSpPr>
            <a:spLocks noChangeArrowheads="1"/>
          </p:cNvSpPr>
          <p:nvPr/>
        </p:nvSpPr>
        <p:spPr bwMode="auto">
          <a:xfrm>
            <a:off x="1339850" y="1358900"/>
            <a:ext cx="1606550" cy="600075"/>
          </a:xfrm>
          <a:prstGeom prst="rect">
            <a:avLst/>
          </a:prstGeom>
          <a:gradFill rotWithShape="1">
            <a:gsLst>
              <a:gs pos="0">
                <a:srgbClr val="B1D8FF"/>
              </a:gs>
              <a:gs pos="50000">
                <a:srgbClr val="99CCFF"/>
              </a:gs>
              <a:gs pos="100000">
                <a:srgbClr val="B1D8FF"/>
              </a:gs>
            </a:gsLst>
            <a:lin ang="5400000" scaled="1"/>
          </a:gradFill>
          <a:ln w="9525" algn="ctr">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anchor="ctr" anchorCtr="1"/>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33797" name="Text Box 8">
            <a:extLst>
              <a:ext uri="{FF2B5EF4-FFF2-40B4-BE49-F238E27FC236}">
                <a16:creationId xmlns:a16="http://schemas.microsoft.com/office/drawing/2014/main" id="{26F34195-F7B6-8AE9-7928-A3E0FD1D8695}"/>
              </a:ext>
            </a:extLst>
          </p:cNvPr>
          <p:cNvSpPr txBox="1">
            <a:spLocks noChangeArrowheads="1"/>
          </p:cNvSpPr>
          <p:nvPr/>
        </p:nvSpPr>
        <p:spPr bwMode="auto">
          <a:xfrm>
            <a:off x="1316038" y="1347788"/>
            <a:ext cx="1741487" cy="762000"/>
          </a:xfrm>
          <a:prstGeom prst="rect">
            <a:avLst/>
          </a:prstGeom>
          <a:noFill/>
          <a:ln>
            <a:noFill/>
          </a:ln>
          <a:effectLst/>
        </p:spPr>
        <p:txBody>
          <a:bodyPr wrap="none">
            <a:spAutoFit/>
          </a:bodyPr>
          <a:lstStyle>
            <a:lvl1pPr eaLnBrk="0" hangingPunct="0">
              <a:defRPr sz="3200">
                <a:solidFill>
                  <a:schemeClr val="tx1"/>
                </a:solidFill>
                <a:latin typeface="Times New Roman" pitchFamily="18" charset="0"/>
                <a:cs typeface="Arial" charset="0"/>
              </a:defRPr>
            </a:lvl1pPr>
            <a:lvl2pPr marL="742950" indent="-285750" eaLnBrk="0" hangingPunct="0">
              <a:defRPr sz="3200">
                <a:solidFill>
                  <a:schemeClr val="tx1"/>
                </a:solidFill>
                <a:latin typeface="Times New Roman" pitchFamily="18" charset="0"/>
                <a:cs typeface="Arial" charset="0"/>
              </a:defRPr>
            </a:lvl2pPr>
            <a:lvl3pPr marL="1143000" indent="-228600" eaLnBrk="0" hangingPunct="0">
              <a:defRPr sz="3200">
                <a:solidFill>
                  <a:schemeClr val="tx1"/>
                </a:solidFill>
                <a:latin typeface="Times New Roman" pitchFamily="18" charset="0"/>
                <a:cs typeface="Arial" charset="0"/>
              </a:defRPr>
            </a:lvl3pPr>
            <a:lvl4pPr marL="1600200" indent="-228600" eaLnBrk="0" hangingPunct="0">
              <a:defRPr sz="3200">
                <a:solidFill>
                  <a:schemeClr val="tx1"/>
                </a:solidFill>
                <a:latin typeface="Times New Roman" pitchFamily="18" charset="0"/>
                <a:cs typeface="Arial" charset="0"/>
              </a:defRPr>
            </a:lvl4pPr>
            <a:lvl5pPr marL="2057400" indent="-228600" eaLnBrk="0" hangingPunct="0">
              <a:defRPr sz="3200">
                <a:solidFill>
                  <a:schemeClr val="tx1"/>
                </a:solidFill>
                <a:latin typeface="Times New Roman" pitchFamily="18" charset="0"/>
                <a:cs typeface="Arial" charset="0"/>
              </a:defRPr>
            </a:lvl5pPr>
            <a:lvl6pPr marL="2514600" indent="-228600" eaLnBrk="0" fontAlgn="base" hangingPunct="0">
              <a:spcBef>
                <a:spcPct val="0"/>
              </a:spcBef>
              <a:spcAft>
                <a:spcPct val="0"/>
              </a:spcAft>
              <a:defRPr sz="3200">
                <a:solidFill>
                  <a:schemeClr val="tx1"/>
                </a:solidFill>
                <a:latin typeface="Times New Roman" pitchFamily="18" charset="0"/>
                <a:cs typeface="Arial" charset="0"/>
              </a:defRPr>
            </a:lvl6pPr>
            <a:lvl7pPr marL="2971800" indent="-228600" eaLnBrk="0" fontAlgn="base" hangingPunct="0">
              <a:spcBef>
                <a:spcPct val="0"/>
              </a:spcBef>
              <a:spcAft>
                <a:spcPct val="0"/>
              </a:spcAft>
              <a:defRPr sz="3200">
                <a:solidFill>
                  <a:schemeClr val="tx1"/>
                </a:solidFill>
                <a:latin typeface="Times New Roman" pitchFamily="18" charset="0"/>
                <a:cs typeface="Arial" charset="0"/>
              </a:defRPr>
            </a:lvl7pPr>
            <a:lvl8pPr marL="3429000" indent="-228600" eaLnBrk="0" fontAlgn="base" hangingPunct="0">
              <a:spcBef>
                <a:spcPct val="0"/>
              </a:spcBef>
              <a:spcAft>
                <a:spcPct val="0"/>
              </a:spcAft>
              <a:defRPr sz="3200">
                <a:solidFill>
                  <a:schemeClr val="tx1"/>
                </a:solidFill>
                <a:latin typeface="Times New Roman" pitchFamily="18" charset="0"/>
                <a:cs typeface="Arial" charset="0"/>
              </a:defRPr>
            </a:lvl8pPr>
            <a:lvl9pPr marL="3886200" indent="-228600" eaLnBrk="0" fontAlgn="base" hangingPunct="0">
              <a:spcBef>
                <a:spcPct val="0"/>
              </a:spcBef>
              <a:spcAft>
                <a:spcPct val="0"/>
              </a:spcAft>
              <a:defRPr sz="3200">
                <a:solidFill>
                  <a:schemeClr val="tx1"/>
                </a:solidFill>
                <a:latin typeface="Times New Roman" pitchFamily="18" charset="0"/>
                <a:cs typeface="Arial" charset="0"/>
              </a:defRPr>
            </a:lvl9pPr>
          </a:lstStyle>
          <a:p>
            <a:pPr>
              <a:defRPr/>
            </a:pPr>
            <a:r>
              <a:rPr lang="en-US" sz="1200" b="1" dirty="0">
                <a:latin typeface="Arial" charset="0"/>
              </a:rPr>
              <a:t>1998-2001</a:t>
            </a:r>
          </a:p>
          <a:p>
            <a:pPr>
              <a:defRPr/>
            </a:pPr>
            <a:r>
              <a:rPr lang="en-US" sz="1050" b="1" dirty="0">
                <a:latin typeface="Arial" charset="0"/>
              </a:rPr>
              <a:t>Research &amp; Engineering</a:t>
            </a:r>
          </a:p>
          <a:p>
            <a:pPr>
              <a:defRPr/>
            </a:pPr>
            <a:r>
              <a:rPr lang="en-US" sz="1050" b="1" dirty="0">
                <a:latin typeface="Arial" charset="0"/>
              </a:rPr>
              <a:t>Florham Park, NJ</a:t>
            </a:r>
          </a:p>
          <a:p>
            <a:pPr>
              <a:defRPr/>
            </a:pPr>
            <a:endParaRPr lang="en-US" sz="1050" b="1" dirty="0">
              <a:latin typeface="Arial" charset="0"/>
            </a:endParaRPr>
          </a:p>
        </p:txBody>
      </p:sp>
      <p:sp>
        <p:nvSpPr>
          <p:cNvPr id="64519" name="Rectangle 10">
            <a:extLst>
              <a:ext uri="{FF2B5EF4-FFF2-40B4-BE49-F238E27FC236}">
                <a16:creationId xmlns:a16="http://schemas.microsoft.com/office/drawing/2014/main" id="{3E2F7D69-224A-EAFE-BAB2-4F65D204D534}"/>
              </a:ext>
            </a:extLst>
          </p:cNvPr>
          <p:cNvSpPr>
            <a:spLocks noChangeArrowheads="1"/>
          </p:cNvSpPr>
          <p:nvPr/>
        </p:nvSpPr>
        <p:spPr bwMode="auto">
          <a:xfrm>
            <a:off x="1346200" y="1962150"/>
            <a:ext cx="1606550" cy="633413"/>
          </a:xfrm>
          <a:prstGeom prst="rect">
            <a:avLst/>
          </a:prstGeom>
          <a:gradFill rotWithShape="1">
            <a:gsLst>
              <a:gs pos="0">
                <a:srgbClr val="009999"/>
              </a:gs>
              <a:gs pos="100000">
                <a:srgbClr val="AEDFDF"/>
              </a:gs>
            </a:gsLst>
            <a:lin ang="5400000" scaled="1"/>
          </a:gradFill>
          <a:ln w="12700" algn="ctr">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alpha val="50000"/>
                    </a:srgbClr>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50000"/>
              </a:spcBef>
              <a:buFontTx/>
              <a:buNone/>
            </a:pPr>
            <a:endParaRPr lang="en-US" altLang="en-US" sz="1000" b="1"/>
          </a:p>
        </p:txBody>
      </p:sp>
      <p:sp>
        <p:nvSpPr>
          <p:cNvPr id="33799" name="Text Box 11">
            <a:extLst>
              <a:ext uri="{FF2B5EF4-FFF2-40B4-BE49-F238E27FC236}">
                <a16:creationId xmlns:a16="http://schemas.microsoft.com/office/drawing/2014/main" id="{F7750AB9-29EE-5ED6-D0D6-08D0E4C73A9B}"/>
              </a:ext>
            </a:extLst>
          </p:cNvPr>
          <p:cNvSpPr txBox="1">
            <a:spLocks noChangeArrowheads="1"/>
          </p:cNvSpPr>
          <p:nvPr/>
        </p:nvSpPr>
        <p:spPr bwMode="auto">
          <a:xfrm>
            <a:off x="1316038" y="1962150"/>
            <a:ext cx="1808162" cy="625475"/>
          </a:xfrm>
          <a:prstGeom prst="rect">
            <a:avLst/>
          </a:prstGeom>
          <a:noFill/>
          <a:ln>
            <a:noFill/>
          </a:ln>
          <a:effectLst/>
        </p:spPr>
        <p:txBody>
          <a:bodyPr/>
          <a:lstStyle>
            <a:lvl1pPr eaLnBrk="0" hangingPunct="0">
              <a:defRPr sz="3200">
                <a:solidFill>
                  <a:schemeClr val="tx1"/>
                </a:solidFill>
                <a:latin typeface="Times New Roman" pitchFamily="18" charset="0"/>
                <a:cs typeface="Arial" charset="0"/>
              </a:defRPr>
            </a:lvl1pPr>
            <a:lvl2pPr marL="742950" indent="-285750" eaLnBrk="0" hangingPunct="0">
              <a:defRPr sz="3200">
                <a:solidFill>
                  <a:schemeClr val="tx1"/>
                </a:solidFill>
                <a:latin typeface="Times New Roman" pitchFamily="18" charset="0"/>
                <a:cs typeface="Arial" charset="0"/>
              </a:defRPr>
            </a:lvl2pPr>
            <a:lvl3pPr marL="1143000" indent="-228600" eaLnBrk="0" hangingPunct="0">
              <a:defRPr sz="3200">
                <a:solidFill>
                  <a:schemeClr val="tx1"/>
                </a:solidFill>
                <a:latin typeface="Times New Roman" pitchFamily="18" charset="0"/>
                <a:cs typeface="Arial" charset="0"/>
              </a:defRPr>
            </a:lvl3pPr>
            <a:lvl4pPr marL="1600200" indent="-228600" eaLnBrk="0" hangingPunct="0">
              <a:defRPr sz="3200">
                <a:solidFill>
                  <a:schemeClr val="tx1"/>
                </a:solidFill>
                <a:latin typeface="Times New Roman" pitchFamily="18" charset="0"/>
                <a:cs typeface="Arial" charset="0"/>
              </a:defRPr>
            </a:lvl4pPr>
            <a:lvl5pPr marL="2057400" indent="-228600" eaLnBrk="0" hangingPunct="0">
              <a:defRPr sz="3200">
                <a:solidFill>
                  <a:schemeClr val="tx1"/>
                </a:solidFill>
                <a:latin typeface="Times New Roman" pitchFamily="18" charset="0"/>
                <a:cs typeface="Arial" charset="0"/>
              </a:defRPr>
            </a:lvl5pPr>
            <a:lvl6pPr marL="2514600" indent="-228600" eaLnBrk="0" fontAlgn="base" hangingPunct="0">
              <a:spcBef>
                <a:spcPct val="0"/>
              </a:spcBef>
              <a:spcAft>
                <a:spcPct val="0"/>
              </a:spcAft>
              <a:defRPr sz="3200">
                <a:solidFill>
                  <a:schemeClr val="tx1"/>
                </a:solidFill>
                <a:latin typeface="Times New Roman" pitchFamily="18" charset="0"/>
                <a:cs typeface="Arial" charset="0"/>
              </a:defRPr>
            </a:lvl6pPr>
            <a:lvl7pPr marL="2971800" indent="-228600" eaLnBrk="0" fontAlgn="base" hangingPunct="0">
              <a:spcBef>
                <a:spcPct val="0"/>
              </a:spcBef>
              <a:spcAft>
                <a:spcPct val="0"/>
              </a:spcAft>
              <a:defRPr sz="3200">
                <a:solidFill>
                  <a:schemeClr val="tx1"/>
                </a:solidFill>
                <a:latin typeface="Times New Roman" pitchFamily="18" charset="0"/>
                <a:cs typeface="Arial" charset="0"/>
              </a:defRPr>
            </a:lvl7pPr>
            <a:lvl8pPr marL="3429000" indent="-228600" eaLnBrk="0" fontAlgn="base" hangingPunct="0">
              <a:spcBef>
                <a:spcPct val="0"/>
              </a:spcBef>
              <a:spcAft>
                <a:spcPct val="0"/>
              </a:spcAft>
              <a:defRPr sz="3200">
                <a:solidFill>
                  <a:schemeClr val="tx1"/>
                </a:solidFill>
                <a:latin typeface="Times New Roman" pitchFamily="18" charset="0"/>
                <a:cs typeface="Arial" charset="0"/>
              </a:defRPr>
            </a:lvl8pPr>
            <a:lvl9pPr marL="3886200" indent="-228600" eaLnBrk="0" fontAlgn="base" hangingPunct="0">
              <a:spcBef>
                <a:spcPct val="0"/>
              </a:spcBef>
              <a:spcAft>
                <a:spcPct val="0"/>
              </a:spcAft>
              <a:defRPr sz="3200">
                <a:solidFill>
                  <a:schemeClr val="tx1"/>
                </a:solidFill>
                <a:latin typeface="Times New Roman" pitchFamily="18" charset="0"/>
                <a:cs typeface="Arial" charset="0"/>
              </a:defRPr>
            </a:lvl9pPr>
          </a:lstStyle>
          <a:p>
            <a:pPr>
              <a:defRPr/>
            </a:pPr>
            <a:r>
              <a:rPr lang="en-US" sz="1200" b="1" dirty="0">
                <a:latin typeface="Arial" charset="0"/>
              </a:rPr>
              <a:t>2001-2004             </a:t>
            </a:r>
            <a:r>
              <a:rPr lang="en-US" sz="1050" b="1" dirty="0">
                <a:latin typeface="Arial" charset="0"/>
              </a:rPr>
              <a:t>Research &amp; Engineering</a:t>
            </a:r>
          </a:p>
          <a:p>
            <a:pPr>
              <a:defRPr/>
            </a:pPr>
            <a:r>
              <a:rPr lang="en-US" sz="1050" b="1" dirty="0">
                <a:latin typeface="Arial" charset="0"/>
              </a:rPr>
              <a:t>Fairfax, VA</a:t>
            </a:r>
          </a:p>
        </p:txBody>
      </p:sp>
      <p:sp>
        <p:nvSpPr>
          <p:cNvPr id="64521" name="Rectangle 14">
            <a:extLst>
              <a:ext uri="{FF2B5EF4-FFF2-40B4-BE49-F238E27FC236}">
                <a16:creationId xmlns:a16="http://schemas.microsoft.com/office/drawing/2014/main" id="{E5128106-F59F-3B3C-6FD4-1128CF3D8ECD}"/>
              </a:ext>
            </a:extLst>
          </p:cNvPr>
          <p:cNvSpPr>
            <a:spLocks noChangeArrowheads="1"/>
          </p:cNvSpPr>
          <p:nvPr/>
        </p:nvSpPr>
        <p:spPr bwMode="auto">
          <a:xfrm>
            <a:off x="1362075" y="2763838"/>
            <a:ext cx="1590675" cy="638175"/>
          </a:xfrm>
          <a:prstGeom prst="rect">
            <a:avLst/>
          </a:prstGeom>
          <a:gradFill rotWithShape="1">
            <a:gsLst>
              <a:gs pos="0">
                <a:srgbClr val="9999FF"/>
              </a:gs>
              <a:gs pos="100000">
                <a:srgbClr val="D5D5FF"/>
              </a:gs>
            </a:gsLst>
            <a:lin ang="5400000" scaled="1"/>
          </a:gradFill>
          <a:ln w="12700" algn="ctr">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alpha val="50000"/>
                    </a:srgbClr>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50000"/>
              </a:spcBef>
              <a:buFontTx/>
              <a:buNone/>
            </a:pPr>
            <a:endParaRPr lang="en-US" altLang="en-US" sz="1000" b="1"/>
          </a:p>
        </p:txBody>
      </p:sp>
      <p:sp>
        <p:nvSpPr>
          <p:cNvPr id="64522" name="Text Box 15">
            <a:extLst>
              <a:ext uri="{FF2B5EF4-FFF2-40B4-BE49-F238E27FC236}">
                <a16:creationId xmlns:a16="http://schemas.microsoft.com/office/drawing/2014/main" id="{7DDBA48F-A391-A9C1-0892-FB3F46D38EBE}"/>
              </a:ext>
            </a:extLst>
          </p:cNvPr>
          <p:cNvSpPr txBox="1">
            <a:spLocks noChangeArrowheads="1"/>
          </p:cNvSpPr>
          <p:nvPr/>
        </p:nvSpPr>
        <p:spPr bwMode="auto">
          <a:xfrm>
            <a:off x="1316038" y="2740025"/>
            <a:ext cx="1808162" cy="274638"/>
          </a:xfrm>
          <a:prstGeom prst="rect">
            <a:avLst/>
          </a:prstGeom>
          <a:noFill/>
          <a:ln>
            <a:noFill/>
          </a:ln>
          <a:effectLst/>
          <a:extLst>
            <a:ext uri="{909E8E84-426E-40DD-AFC4-6F175D3DCCD1}">
              <a14:hiddenFill xmlns:a14="http://schemas.microsoft.com/office/drawing/2010/main">
                <a:gradFill rotWithShape="1">
                  <a:gsLst>
                    <a:gs pos="0">
                      <a:srgbClr val="009999"/>
                    </a:gs>
                    <a:gs pos="100000">
                      <a:srgbClr val="AEDFDF"/>
                    </a:gs>
                  </a:gsLst>
                  <a:lin ang="5400000" scaled="1"/>
                </a:gradFill>
              </a14:hiddenFill>
            </a:ext>
            <a:ext uri="{91240B29-F687-4F45-9708-019B960494DF}">
              <a14:hiddenLine xmlns:a14="http://schemas.microsoft.com/office/drawing/2010/main" w="57150" algn="ctr">
                <a:solidFill>
                  <a:schemeClr val="bg2"/>
                </a:solidFill>
                <a:miter lim="800000"/>
                <a:headEnd/>
                <a:tailEnd/>
              </a14:hiddenLine>
            </a:ext>
            <a:ext uri="{AF507438-7753-43E0-B8FC-AC1667EBCBE1}">
              <a14:hiddenEffects xmlns:a14="http://schemas.microsoft.com/office/drawing/2010/main">
                <a:effectLst>
                  <a:outerShdw dist="107763" dir="2700000" algn="ctr" rotWithShape="0">
                    <a:srgbClr val="808080">
                      <a:alpha val="50000"/>
                    </a:srgbClr>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1200" b="1"/>
              <a:t>2004-2006             Antwerp Refinery</a:t>
            </a:r>
          </a:p>
        </p:txBody>
      </p:sp>
      <p:cxnSp>
        <p:nvCxnSpPr>
          <p:cNvPr id="64523" name="Straight Connector 42">
            <a:extLst>
              <a:ext uri="{FF2B5EF4-FFF2-40B4-BE49-F238E27FC236}">
                <a16:creationId xmlns:a16="http://schemas.microsoft.com/office/drawing/2014/main" id="{0A137B6A-9B6B-2F93-013F-04DB87F45882}"/>
              </a:ext>
            </a:extLst>
          </p:cNvPr>
          <p:cNvCxnSpPr>
            <a:cxnSpLocks noChangeShapeType="1"/>
          </p:cNvCxnSpPr>
          <p:nvPr/>
        </p:nvCxnSpPr>
        <p:spPr bwMode="auto">
          <a:xfrm>
            <a:off x="1346200" y="1962150"/>
            <a:ext cx="6330950" cy="0"/>
          </a:xfrm>
          <a:prstGeom prst="line">
            <a:avLst/>
          </a:prstGeom>
          <a:noFill/>
          <a:ln w="2857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Text Box 34">
            <a:extLst>
              <a:ext uri="{FF2B5EF4-FFF2-40B4-BE49-F238E27FC236}">
                <a16:creationId xmlns:a16="http://schemas.microsoft.com/office/drawing/2014/main" id="{5661C919-50E5-B6C1-B81A-8D52EF60C5A0}"/>
              </a:ext>
            </a:extLst>
          </p:cNvPr>
          <p:cNvSpPr txBox="1">
            <a:spLocks noChangeArrowheads="1"/>
          </p:cNvSpPr>
          <p:nvPr/>
        </p:nvSpPr>
        <p:spPr bwMode="auto">
          <a:xfrm>
            <a:off x="3028950" y="1328738"/>
            <a:ext cx="4648200" cy="600075"/>
          </a:xfrm>
          <a:prstGeom prst="rect">
            <a:avLst/>
          </a:prstGeom>
          <a:noFill/>
          <a:ln>
            <a:noFill/>
          </a:ln>
          <a:effectLst/>
        </p:spPr>
        <p:txBody>
          <a:bodyPr>
            <a:spAutoFit/>
          </a:bodyPr>
          <a:lstStyle>
            <a:lvl1pPr marL="171450" indent="-171450">
              <a:spcBef>
                <a:spcPct val="20000"/>
              </a:spcBef>
              <a:buChar char="•"/>
              <a:defRPr sz="3200">
                <a:solidFill>
                  <a:schemeClr val="tx1"/>
                </a:solidFill>
                <a:latin typeface="Arial" panose="020B0604020202020204" pitchFamily="34" charset="0"/>
                <a:cs typeface="Arial" panose="020B0604020202020204" pitchFamily="34" charset="0"/>
              </a:defRPr>
            </a:lvl1pPr>
            <a:lvl2pPr marL="914400" indent="-1714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defRPr/>
            </a:pPr>
            <a:r>
              <a:rPr lang="en-US" altLang="en-US" sz="1050" dirty="0"/>
              <a:t>Fundamental modeling upgrade project (</a:t>
            </a:r>
            <a:r>
              <a:rPr lang="en-US" altLang="en-US" sz="1050" b="1" dirty="0"/>
              <a:t>mentored by MH, MA, HW</a:t>
            </a:r>
            <a:r>
              <a:rPr lang="en-US" altLang="en-US" sz="1050" dirty="0"/>
              <a:t>)</a:t>
            </a:r>
          </a:p>
          <a:p>
            <a:pPr>
              <a:spcBef>
                <a:spcPct val="0"/>
              </a:spcBef>
              <a:defRPr/>
            </a:pPr>
            <a:r>
              <a:rPr lang="en-US" altLang="en-US" sz="1050" dirty="0"/>
              <a:t>RTO modeling &amp; Remote Support </a:t>
            </a:r>
            <a:r>
              <a:rPr lang="en-US" altLang="en-US" sz="1050" b="1" dirty="0"/>
              <a:t>(mentored by MA and BS</a:t>
            </a:r>
            <a:r>
              <a:rPr lang="en-US" altLang="en-US" sz="1050" dirty="0"/>
              <a:t>)</a:t>
            </a:r>
            <a:endParaRPr lang="en-US" altLang="en-US" sz="1050" b="1" dirty="0"/>
          </a:p>
          <a:p>
            <a:pPr lvl="1">
              <a:spcBef>
                <a:spcPct val="0"/>
              </a:spcBef>
              <a:buFont typeface="Arial" panose="020B0604020202020204" pitchFamily="34" charset="0"/>
              <a:buChar char="•"/>
              <a:defRPr/>
            </a:pPr>
            <a:r>
              <a:rPr lang="en-US" altLang="en-US" sz="1050" dirty="0">
                <a:solidFill>
                  <a:srgbClr val="C00000"/>
                </a:solidFill>
              </a:rPr>
              <a:t>Supporting sites in North America and Europe (</a:t>
            </a:r>
            <a:r>
              <a:rPr lang="en-US" altLang="en-US" sz="1050" dirty="0" err="1">
                <a:solidFill>
                  <a:srgbClr val="C00000"/>
                </a:solidFill>
              </a:rPr>
              <a:t>mult</a:t>
            </a:r>
            <a:r>
              <a:rPr lang="en-US" altLang="en-US" sz="1050" dirty="0">
                <a:solidFill>
                  <a:srgbClr val="C00000"/>
                </a:solidFill>
              </a:rPr>
              <a:t>)</a:t>
            </a:r>
          </a:p>
        </p:txBody>
      </p:sp>
      <p:sp>
        <p:nvSpPr>
          <p:cNvPr id="43020" name="Text Box 34">
            <a:extLst>
              <a:ext uri="{FF2B5EF4-FFF2-40B4-BE49-F238E27FC236}">
                <a16:creationId xmlns:a16="http://schemas.microsoft.com/office/drawing/2014/main" id="{F774EE6D-7398-3884-0290-A0A75D3E3ADD}"/>
              </a:ext>
            </a:extLst>
          </p:cNvPr>
          <p:cNvSpPr txBox="1">
            <a:spLocks noChangeArrowheads="1"/>
          </p:cNvSpPr>
          <p:nvPr/>
        </p:nvSpPr>
        <p:spPr bwMode="auto">
          <a:xfrm>
            <a:off x="3028950" y="1909763"/>
            <a:ext cx="4732338" cy="1062037"/>
          </a:xfrm>
          <a:prstGeom prst="rect">
            <a:avLst/>
          </a:prstGeom>
          <a:noFill/>
          <a:ln>
            <a:noFill/>
          </a:ln>
          <a:effectLst/>
        </p:spPr>
        <p:txBody>
          <a:bodyPr>
            <a:spAutoFit/>
          </a:bodyPr>
          <a:lstStyle>
            <a:lvl1pPr marL="171450" indent="-171450">
              <a:spcBef>
                <a:spcPct val="20000"/>
              </a:spcBef>
              <a:buChar char="•"/>
              <a:defRPr sz="3200">
                <a:solidFill>
                  <a:schemeClr val="tx1"/>
                </a:solidFill>
                <a:latin typeface="Arial" panose="020B0604020202020204" pitchFamily="34" charset="0"/>
                <a:cs typeface="Arial" panose="020B0604020202020204" pitchFamily="34" charset="0"/>
              </a:defRPr>
            </a:lvl1pPr>
            <a:lvl2pPr marL="914400" indent="-1714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defRPr/>
            </a:pPr>
            <a:r>
              <a:rPr lang="en-US" altLang="en-US" sz="1050" dirty="0"/>
              <a:t>RTO deployment and commissioning team member (</a:t>
            </a:r>
            <a:r>
              <a:rPr lang="en-US" altLang="en-US" sz="1050" b="1" dirty="0"/>
              <a:t>JC, AC2, PH, &amp; BB</a:t>
            </a:r>
            <a:r>
              <a:rPr lang="en-US" altLang="en-US" sz="1050" dirty="0"/>
              <a:t>)</a:t>
            </a:r>
          </a:p>
          <a:p>
            <a:pPr lvl="1">
              <a:spcBef>
                <a:spcPct val="0"/>
              </a:spcBef>
              <a:buFont typeface="Arial" panose="020B0604020202020204" pitchFamily="34" charset="0"/>
              <a:buChar char="•"/>
              <a:defRPr/>
            </a:pPr>
            <a:r>
              <a:rPr lang="en-US" altLang="en-US" sz="1050" dirty="0"/>
              <a:t>Sites in North America, Europe, and Asia Pacific</a:t>
            </a:r>
          </a:p>
          <a:p>
            <a:pPr lvl="1">
              <a:spcBef>
                <a:spcPct val="0"/>
              </a:spcBef>
              <a:buFont typeface="Arial" panose="020B0604020202020204" pitchFamily="34" charset="0"/>
              <a:buChar char="•"/>
              <a:defRPr/>
            </a:pPr>
            <a:r>
              <a:rPr lang="en-US" altLang="en-US" sz="1050" dirty="0">
                <a:solidFill>
                  <a:srgbClr val="C00000"/>
                </a:solidFill>
              </a:rPr>
              <a:t>Mentoring site personnel on RTO (</a:t>
            </a:r>
            <a:r>
              <a:rPr lang="en-US" altLang="en-US" sz="1050" b="1" dirty="0">
                <a:solidFill>
                  <a:srgbClr val="C00000"/>
                </a:solidFill>
              </a:rPr>
              <a:t>TT,VN</a:t>
            </a:r>
            <a:r>
              <a:rPr lang="en-US" altLang="en-US" sz="1050" dirty="0">
                <a:solidFill>
                  <a:srgbClr val="C00000"/>
                </a:solidFill>
              </a:rPr>
              <a:t>)</a:t>
            </a:r>
            <a:endParaRPr lang="en-US" altLang="en-US" sz="1050" b="1" dirty="0">
              <a:solidFill>
                <a:srgbClr val="C00000"/>
              </a:solidFill>
            </a:endParaRPr>
          </a:p>
          <a:p>
            <a:pPr>
              <a:spcBef>
                <a:spcPct val="0"/>
              </a:spcBef>
              <a:defRPr/>
            </a:pPr>
            <a:r>
              <a:rPr lang="en-US" altLang="en-US" sz="1050" dirty="0"/>
              <a:t>Assisted on several R&amp;D projects including “sliced bread” with </a:t>
            </a:r>
            <a:r>
              <a:rPr lang="en-US" altLang="en-US" sz="1050" b="1" dirty="0"/>
              <a:t>JD</a:t>
            </a:r>
            <a:endParaRPr lang="en-US" altLang="en-US" sz="1050" dirty="0"/>
          </a:p>
          <a:p>
            <a:pPr>
              <a:spcBef>
                <a:spcPct val="0"/>
              </a:spcBef>
              <a:defRPr/>
            </a:pPr>
            <a:r>
              <a:rPr lang="en-US" altLang="en-US" sz="1050" dirty="0">
                <a:solidFill>
                  <a:srgbClr val="C00000"/>
                </a:solidFill>
              </a:rPr>
              <a:t>RTO basic course instructor/developer </a:t>
            </a:r>
            <a:r>
              <a:rPr lang="en-US" altLang="en-US" sz="1050" b="1" dirty="0"/>
              <a:t>(</a:t>
            </a:r>
            <a:r>
              <a:rPr lang="en-US" altLang="en-US" sz="1050" dirty="0"/>
              <a:t>with</a:t>
            </a:r>
            <a:r>
              <a:rPr lang="en-US" altLang="en-US" sz="1050" b="1" dirty="0"/>
              <a:t> JC)</a:t>
            </a:r>
          </a:p>
          <a:p>
            <a:pPr>
              <a:spcBef>
                <a:spcPct val="0"/>
              </a:spcBef>
              <a:defRPr/>
            </a:pPr>
            <a:endParaRPr lang="en-US" altLang="en-US" sz="1050" dirty="0">
              <a:solidFill>
                <a:srgbClr val="2500C0"/>
              </a:solidFill>
            </a:endParaRPr>
          </a:p>
        </p:txBody>
      </p:sp>
      <p:cxnSp>
        <p:nvCxnSpPr>
          <p:cNvPr id="64526" name="Straight Connector 68">
            <a:extLst>
              <a:ext uri="{FF2B5EF4-FFF2-40B4-BE49-F238E27FC236}">
                <a16:creationId xmlns:a16="http://schemas.microsoft.com/office/drawing/2014/main" id="{6260270E-CDD9-7E29-0AB0-B0B385B810FA}"/>
              </a:ext>
            </a:extLst>
          </p:cNvPr>
          <p:cNvCxnSpPr>
            <a:cxnSpLocks noChangeShapeType="1"/>
          </p:cNvCxnSpPr>
          <p:nvPr/>
        </p:nvCxnSpPr>
        <p:spPr bwMode="auto">
          <a:xfrm>
            <a:off x="1362075" y="2763838"/>
            <a:ext cx="6315075" cy="0"/>
          </a:xfrm>
          <a:prstGeom prst="line">
            <a:avLst/>
          </a:prstGeom>
          <a:noFill/>
          <a:ln w="2857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527" name="Rectangle 7">
            <a:extLst>
              <a:ext uri="{FF2B5EF4-FFF2-40B4-BE49-F238E27FC236}">
                <a16:creationId xmlns:a16="http://schemas.microsoft.com/office/drawing/2014/main" id="{4E897821-3770-408F-A922-CF0FEE33A10A}"/>
              </a:ext>
            </a:extLst>
          </p:cNvPr>
          <p:cNvSpPr>
            <a:spLocks noChangeArrowheads="1"/>
          </p:cNvSpPr>
          <p:nvPr/>
        </p:nvSpPr>
        <p:spPr bwMode="auto">
          <a:xfrm>
            <a:off x="1362075" y="3798888"/>
            <a:ext cx="1590675" cy="696912"/>
          </a:xfrm>
          <a:prstGeom prst="rect">
            <a:avLst/>
          </a:prstGeom>
          <a:gradFill rotWithShape="1">
            <a:gsLst>
              <a:gs pos="0">
                <a:srgbClr val="B1D8FF"/>
              </a:gs>
              <a:gs pos="50000">
                <a:srgbClr val="99CCFF"/>
              </a:gs>
              <a:gs pos="100000">
                <a:srgbClr val="B1D8FF"/>
              </a:gs>
            </a:gsLst>
            <a:lin ang="5400000" scaled="1"/>
          </a:gradFill>
          <a:ln w="9525" algn="ctr">
            <a:solidFill>
              <a:schemeClr val="tx1"/>
            </a:solidFill>
            <a:miter lim="800000"/>
            <a:headEnd/>
            <a:tailEn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anchor="ctr" anchorCtr="1"/>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64528" name="Text Box 8">
            <a:extLst>
              <a:ext uri="{FF2B5EF4-FFF2-40B4-BE49-F238E27FC236}">
                <a16:creationId xmlns:a16="http://schemas.microsoft.com/office/drawing/2014/main" id="{8A4CF540-44E3-0737-DE21-73451D701954}"/>
              </a:ext>
            </a:extLst>
          </p:cNvPr>
          <p:cNvSpPr txBox="1">
            <a:spLocks noChangeArrowheads="1"/>
          </p:cNvSpPr>
          <p:nvPr/>
        </p:nvSpPr>
        <p:spPr bwMode="auto">
          <a:xfrm>
            <a:off x="1316038" y="3806825"/>
            <a:ext cx="135413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200" b="1"/>
              <a:t>2006-2009</a:t>
            </a:r>
          </a:p>
          <a:p>
            <a:pPr>
              <a:spcBef>
                <a:spcPct val="0"/>
              </a:spcBef>
              <a:buFontTx/>
              <a:buNone/>
            </a:pPr>
            <a:r>
              <a:rPr lang="en-US" altLang="en-US" sz="1200" b="1"/>
              <a:t>Fawley Refinery</a:t>
            </a:r>
          </a:p>
        </p:txBody>
      </p:sp>
      <p:sp>
        <p:nvSpPr>
          <p:cNvPr id="64529" name="Rectangle 10">
            <a:extLst>
              <a:ext uri="{FF2B5EF4-FFF2-40B4-BE49-F238E27FC236}">
                <a16:creationId xmlns:a16="http://schemas.microsoft.com/office/drawing/2014/main" id="{2417195D-6728-2B6F-6D1F-80FAA1861CD7}"/>
              </a:ext>
            </a:extLst>
          </p:cNvPr>
          <p:cNvSpPr>
            <a:spLocks noChangeArrowheads="1"/>
          </p:cNvSpPr>
          <p:nvPr/>
        </p:nvSpPr>
        <p:spPr bwMode="auto">
          <a:xfrm>
            <a:off x="1362075" y="4745038"/>
            <a:ext cx="1590675" cy="647700"/>
          </a:xfrm>
          <a:prstGeom prst="rect">
            <a:avLst/>
          </a:prstGeom>
          <a:gradFill rotWithShape="1">
            <a:gsLst>
              <a:gs pos="0">
                <a:srgbClr val="009999"/>
              </a:gs>
              <a:gs pos="100000">
                <a:srgbClr val="AEDFDF"/>
              </a:gs>
            </a:gsLst>
            <a:lin ang="5400000" scaled="1"/>
          </a:gradFill>
          <a:ln w="12700" algn="ctr">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alpha val="50000"/>
                    </a:srgbClr>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50000"/>
              </a:spcBef>
              <a:buFontTx/>
              <a:buNone/>
            </a:pPr>
            <a:endParaRPr lang="en-US" altLang="en-US" sz="1000" b="1"/>
          </a:p>
        </p:txBody>
      </p:sp>
      <p:sp>
        <p:nvSpPr>
          <p:cNvPr id="64530" name="Text Box 11">
            <a:extLst>
              <a:ext uri="{FF2B5EF4-FFF2-40B4-BE49-F238E27FC236}">
                <a16:creationId xmlns:a16="http://schemas.microsoft.com/office/drawing/2014/main" id="{B7FF7E7F-5846-96B4-A057-7C49671882A2}"/>
              </a:ext>
            </a:extLst>
          </p:cNvPr>
          <p:cNvSpPr txBox="1">
            <a:spLocks noChangeArrowheads="1"/>
          </p:cNvSpPr>
          <p:nvPr/>
        </p:nvSpPr>
        <p:spPr bwMode="auto">
          <a:xfrm>
            <a:off x="1312863" y="4854575"/>
            <a:ext cx="1900237" cy="274638"/>
          </a:xfrm>
          <a:prstGeom prst="rect">
            <a:avLst/>
          </a:prstGeom>
          <a:noFill/>
          <a:ln>
            <a:noFill/>
          </a:ln>
          <a:effectLst/>
          <a:extLst>
            <a:ext uri="{909E8E84-426E-40DD-AFC4-6F175D3DCCD1}">
              <a14:hiddenFill xmlns:a14="http://schemas.microsoft.com/office/drawing/2010/main">
                <a:gradFill rotWithShape="1">
                  <a:gsLst>
                    <a:gs pos="0">
                      <a:srgbClr val="009999"/>
                    </a:gs>
                    <a:gs pos="100000">
                      <a:srgbClr val="AEDFDF"/>
                    </a:gs>
                  </a:gsLst>
                  <a:lin ang="5400000" scaled="1"/>
                </a:gradFill>
              </a14:hiddenFill>
            </a:ext>
            <a:ext uri="{91240B29-F687-4F45-9708-019B960494DF}">
              <a14:hiddenLine xmlns:a14="http://schemas.microsoft.com/office/drawing/2010/main" w="57150" algn="ctr">
                <a:solidFill>
                  <a:schemeClr val="bg2"/>
                </a:solidFill>
                <a:miter lim="800000"/>
                <a:headEnd/>
                <a:tailEnd/>
              </a14:hiddenLine>
            </a:ext>
            <a:ext uri="{AF507438-7753-43E0-B8FC-AC1667EBCBE1}">
              <a14:hiddenEffects xmlns:a14="http://schemas.microsoft.com/office/drawing/2010/main">
                <a:effectLst>
                  <a:outerShdw dist="107763" dir="2700000" algn="ctr" rotWithShape="0">
                    <a:srgbClr val="808080">
                      <a:alpha val="50000"/>
                    </a:srgbClr>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US" altLang="en-US" sz="1200" b="1"/>
              <a:t>2009-Present           Beaumont Complex</a:t>
            </a:r>
          </a:p>
        </p:txBody>
      </p:sp>
      <p:cxnSp>
        <p:nvCxnSpPr>
          <p:cNvPr id="64531" name="Straight Connector 73">
            <a:extLst>
              <a:ext uri="{FF2B5EF4-FFF2-40B4-BE49-F238E27FC236}">
                <a16:creationId xmlns:a16="http://schemas.microsoft.com/office/drawing/2014/main" id="{6F03D34E-0E5C-4B66-EB83-888FCCF7EBB2}"/>
              </a:ext>
            </a:extLst>
          </p:cNvPr>
          <p:cNvCxnSpPr>
            <a:cxnSpLocks noChangeShapeType="1"/>
          </p:cNvCxnSpPr>
          <p:nvPr/>
        </p:nvCxnSpPr>
        <p:spPr bwMode="auto">
          <a:xfrm>
            <a:off x="1346200" y="4741863"/>
            <a:ext cx="6330950" cy="0"/>
          </a:xfrm>
          <a:prstGeom prst="line">
            <a:avLst/>
          </a:prstGeom>
          <a:noFill/>
          <a:ln w="2857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532" name="Straight Connector 74">
            <a:extLst>
              <a:ext uri="{FF2B5EF4-FFF2-40B4-BE49-F238E27FC236}">
                <a16:creationId xmlns:a16="http://schemas.microsoft.com/office/drawing/2014/main" id="{AC1E2D83-85D7-9475-C60C-2EBDC54A0FDB}"/>
              </a:ext>
            </a:extLst>
          </p:cNvPr>
          <p:cNvCxnSpPr>
            <a:cxnSpLocks noChangeShapeType="1"/>
          </p:cNvCxnSpPr>
          <p:nvPr/>
        </p:nvCxnSpPr>
        <p:spPr bwMode="auto">
          <a:xfrm>
            <a:off x="1346200" y="3779838"/>
            <a:ext cx="6330950" cy="0"/>
          </a:xfrm>
          <a:prstGeom prst="line">
            <a:avLst/>
          </a:prstGeom>
          <a:noFill/>
          <a:ln w="2857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Text Box 34">
            <a:extLst>
              <a:ext uri="{FF2B5EF4-FFF2-40B4-BE49-F238E27FC236}">
                <a16:creationId xmlns:a16="http://schemas.microsoft.com/office/drawing/2014/main" id="{6B6BE43E-F3E5-F08D-BB27-75483FDAACE8}"/>
              </a:ext>
            </a:extLst>
          </p:cNvPr>
          <p:cNvSpPr txBox="1">
            <a:spLocks noChangeArrowheads="1"/>
          </p:cNvSpPr>
          <p:nvPr/>
        </p:nvSpPr>
        <p:spPr bwMode="auto">
          <a:xfrm>
            <a:off x="3038475" y="2738438"/>
            <a:ext cx="5145088" cy="1216025"/>
          </a:xfrm>
          <a:prstGeom prst="rect">
            <a:avLst/>
          </a:prstGeom>
          <a:noFill/>
          <a:ln>
            <a:noFill/>
          </a:ln>
          <a:effectLst/>
        </p:spPr>
        <p:txBody>
          <a:bodyPr>
            <a:spAutoFit/>
          </a:bodyPr>
          <a:lstStyle>
            <a:lvl1pPr marL="171450" indent="-171450">
              <a:spcBef>
                <a:spcPct val="20000"/>
              </a:spcBef>
              <a:buChar char="•"/>
              <a:defRPr sz="3200">
                <a:solidFill>
                  <a:schemeClr val="tx1"/>
                </a:solidFill>
                <a:latin typeface="Arial" panose="020B0604020202020204" pitchFamily="34" charset="0"/>
                <a:cs typeface="Arial" panose="020B0604020202020204" pitchFamily="34" charset="0"/>
              </a:defRPr>
            </a:lvl1pPr>
            <a:lvl2pPr marL="914400" indent="-1714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defRPr/>
            </a:pPr>
            <a:r>
              <a:rPr lang="en-US" altLang="en-US" sz="1050" dirty="0"/>
              <a:t>On-site RTO support (</a:t>
            </a:r>
            <a:r>
              <a:rPr lang="en-US" altLang="en-US" sz="1050" b="1" dirty="0"/>
              <a:t>LB, HT, HL</a:t>
            </a:r>
            <a:r>
              <a:rPr lang="en-US" altLang="en-US" sz="1050" dirty="0"/>
              <a:t>)</a:t>
            </a:r>
          </a:p>
          <a:p>
            <a:pPr>
              <a:spcBef>
                <a:spcPct val="0"/>
              </a:spcBef>
              <a:defRPr/>
            </a:pPr>
            <a:r>
              <a:rPr lang="en-US" altLang="en-US" sz="1050" dirty="0"/>
              <a:t>Lead RTO deployment at site (</a:t>
            </a:r>
            <a:r>
              <a:rPr lang="en-US" altLang="en-US" sz="1050" b="1" dirty="0"/>
              <a:t>mentored by H.F</a:t>
            </a:r>
            <a:r>
              <a:rPr lang="en-US" altLang="en-US" sz="1050" dirty="0"/>
              <a:t>.)</a:t>
            </a:r>
          </a:p>
          <a:p>
            <a:pPr lvl="1">
              <a:spcBef>
                <a:spcPct val="0"/>
              </a:spcBef>
              <a:buFont typeface="Arial" panose="020B0604020202020204" pitchFamily="34" charset="0"/>
              <a:buChar char="•"/>
              <a:defRPr/>
            </a:pPr>
            <a:r>
              <a:rPr lang="en-US" altLang="en-US" sz="1050" dirty="0">
                <a:solidFill>
                  <a:srgbClr val="C00000"/>
                </a:solidFill>
              </a:rPr>
              <a:t>Extended technology to meet special business objectives</a:t>
            </a:r>
          </a:p>
          <a:p>
            <a:pPr>
              <a:spcBef>
                <a:spcPct val="0"/>
              </a:spcBef>
              <a:defRPr/>
            </a:pPr>
            <a:r>
              <a:rPr lang="en-US" altLang="en-US" sz="1050" dirty="0">
                <a:solidFill>
                  <a:srgbClr val="C00000"/>
                </a:solidFill>
              </a:rPr>
              <a:t>Extended “sliced bread” to high value prototype (</a:t>
            </a:r>
            <a:r>
              <a:rPr lang="en-US" altLang="en-US" sz="1050" b="1" dirty="0">
                <a:solidFill>
                  <a:srgbClr val="C00000"/>
                </a:solidFill>
              </a:rPr>
              <a:t>with JD)</a:t>
            </a:r>
          </a:p>
          <a:p>
            <a:pPr>
              <a:spcBef>
                <a:spcPct val="0"/>
              </a:spcBef>
              <a:defRPr/>
            </a:pPr>
            <a:r>
              <a:rPr lang="en-US" altLang="en-US" sz="1050" dirty="0"/>
              <a:t>Regional process control network representative for Plant #1 (</a:t>
            </a:r>
            <a:r>
              <a:rPr lang="en-US" altLang="en-US" sz="1050" b="1" dirty="0"/>
              <a:t>AC2</a:t>
            </a:r>
            <a:r>
              <a:rPr lang="en-US" altLang="en-US" sz="1050" dirty="0"/>
              <a:t>)</a:t>
            </a:r>
            <a:endParaRPr lang="en-US" altLang="en-US" sz="1050" b="1" dirty="0"/>
          </a:p>
          <a:p>
            <a:pPr lvl="1">
              <a:spcBef>
                <a:spcPct val="0"/>
              </a:spcBef>
              <a:buFont typeface="Arial" panose="020B0604020202020204" pitchFamily="34" charset="0"/>
              <a:buChar char="•"/>
              <a:defRPr/>
            </a:pPr>
            <a:r>
              <a:rPr lang="en-US" altLang="en-US" sz="1050" dirty="0">
                <a:solidFill>
                  <a:srgbClr val="C00000"/>
                </a:solidFill>
              </a:rPr>
              <a:t>Rolled out “sliced bread” globally the following year (</a:t>
            </a:r>
            <a:r>
              <a:rPr lang="en-US" altLang="en-US" sz="1050" b="1" dirty="0">
                <a:solidFill>
                  <a:srgbClr val="C00000"/>
                </a:solidFill>
              </a:rPr>
              <a:t>JD,MW</a:t>
            </a:r>
            <a:r>
              <a:rPr lang="en-US" altLang="en-US" sz="1050" dirty="0">
                <a:solidFill>
                  <a:srgbClr val="C00000"/>
                </a:solidFill>
              </a:rPr>
              <a:t>)</a:t>
            </a:r>
          </a:p>
          <a:p>
            <a:pPr lvl="1">
              <a:spcBef>
                <a:spcPct val="0"/>
              </a:spcBef>
              <a:defRPr/>
            </a:pPr>
            <a:endParaRPr lang="en-US" altLang="en-US" sz="1050" dirty="0">
              <a:solidFill>
                <a:srgbClr val="C00000"/>
              </a:solidFill>
            </a:endParaRPr>
          </a:p>
        </p:txBody>
      </p:sp>
      <p:sp>
        <p:nvSpPr>
          <p:cNvPr id="43029" name="Text Box 34">
            <a:extLst>
              <a:ext uri="{FF2B5EF4-FFF2-40B4-BE49-F238E27FC236}">
                <a16:creationId xmlns:a16="http://schemas.microsoft.com/office/drawing/2014/main" id="{93C848EF-AEDB-DB10-2720-0958498F6D0E}"/>
              </a:ext>
            </a:extLst>
          </p:cNvPr>
          <p:cNvSpPr txBox="1">
            <a:spLocks noChangeArrowheads="1"/>
          </p:cNvSpPr>
          <p:nvPr/>
        </p:nvSpPr>
        <p:spPr bwMode="auto">
          <a:xfrm>
            <a:off x="3038475" y="3735388"/>
            <a:ext cx="5032375" cy="1062037"/>
          </a:xfrm>
          <a:prstGeom prst="rect">
            <a:avLst/>
          </a:prstGeom>
          <a:noFill/>
          <a:ln>
            <a:noFill/>
          </a:ln>
          <a:effectLst/>
        </p:spPr>
        <p:txBody>
          <a:bodyPr>
            <a:spAutoFit/>
          </a:bodyPr>
          <a:lstStyle>
            <a:lvl1pPr marL="171450" indent="-17145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defRPr/>
            </a:pPr>
            <a:r>
              <a:rPr lang="en-US" altLang="en-US" sz="1050" dirty="0"/>
              <a:t>Lead RTO projects in a few major refinery areas (mentored by </a:t>
            </a:r>
            <a:r>
              <a:rPr lang="en-US" altLang="en-US" sz="1050" b="1" dirty="0"/>
              <a:t>BS, HW</a:t>
            </a:r>
            <a:r>
              <a:rPr lang="en-US" altLang="en-US" sz="1050" dirty="0"/>
              <a:t>)</a:t>
            </a:r>
            <a:endParaRPr lang="en-US" altLang="en-US" sz="1050" b="1" dirty="0"/>
          </a:p>
          <a:p>
            <a:pPr lvl="1">
              <a:spcBef>
                <a:spcPct val="0"/>
              </a:spcBef>
              <a:buFont typeface="Arial" panose="020B0604020202020204" pitchFamily="34" charset="0"/>
              <a:buChar char="•"/>
              <a:defRPr/>
            </a:pPr>
            <a:r>
              <a:rPr lang="en-US" altLang="en-US" sz="1050" dirty="0">
                <a:solidFill>
                  <a:srgbClr val="C00000"/>
                </a:solidFill>
              </a:rPr>
              <a:t>Extended technology, R&amp;D, recognized globally (JD, </a:t>
            </a:r>
            <a:r>
              <a:rPr lang="en-US" altLang="en-US" sz="1050" b="1" dirty="0" err="1">
                <a:solidFill>
                  <a:srgbClr val="C00000"/>
                </a:solidFill>
              </a:rPr>
              <a:t>mult</a:t>
            </a:r>
            <a:r>
              <a:rPr lang="en-US" altLang="en-US" sz="1050" dirty="0">
                <a:solidFill>
                  <a:srgbClr val="C00000"/>
                </a:solidFill>
              </a:rPr>
              <a:t>)</a:t>
            </a:r>
          </a:p>
          <a:p>
            <a:pPr>
              <a:spcBef>
                <a:spcPct val="0"/>
              </a:spcBef>
              <a:defRPr/>
            </a:pPr>
            <a:r>
              <a:rPr lang="en-US" altLang="en-US" sz="1050" dirty="0"/>
              <a:t>DMC plant testing (</a:t>
            </a:r>
            <a:r>
              <a:rPr lang="en-US" altLang="en-US" sz="1050" b="1" dirty="0"/>
              <a:t>mentored by SW, MS, and GT</a:t>
            </a:r>
            <a:r>
              <a:rPr lang="en-US" altLang="en-US" sz="1050" dirty="0"/>
              <a:t>)</a:t>
            </a:r>
            <a:endParaRPr lang="en-US" altLang="en-US" sz="1050" b="1" dirty="0"/>
          </a:p>
          <a:p>
            <a:pPr>
              <a:spcBef>
                <a:spcPct val="0"/>
              </a:spcBef>
              <a:defRPr/>
            </a:pPr>
            <a:r>
              <a:rPr lang="en-US" altLang="en-US" sz="1050" dirty="0">
                <a:solidFill>
                  <a:srgbClr val="C00000"/>
                </a:solidFill>
              </a:rPr>
              <a:t>Basic Controls Engineer Training instructor (mentored by </a:t>
            </a:r>
            <a:r>
              <a:rPr lang="en-US" altLang="en-US" sz="1050" b="1" dirty="0">
                <a:solidFill>
                  <a:srgbClr val="C00000"/>
                </a:solidFill>
              </a:rPr>
              <a:t>AC2</a:t>
            </a:r>
            <a:r>
              <a:rPr lang="en-US" altLang="en-US" sz="1050" dirty="0">
                <a:solidFill>
                  <a:srgbClr val="C00000"/>
                </a:solidFill>
              </a:rPr>
              <a:t>)</a:t>
            </a:r>
          </a:p>
          <a:p>
            <a:pPr>
              <a:spcBef>
                <a:spcPct val="0"/>
              </a:spcBef>
              <a:defRPr/>
            </a:pPr>
            <a:r>
              <a:rPr lang="en-US" altLang="en-US" sz="1050" dirty="0">
                <a:solidFill>
                  <a:srgbClr val="C00000"/>
                </a:solidFill>
              </a:rPr>
              <a:t>Regional network representative / presenter (</a:t>
            </a:r>
            <a:r>
              <a:rPr lang="en-US" altLang="en-US" sz="1050" b="1" dirty="0" err="1">
                <a:solidFill>
                  <a:srgbClr val="C00000"/>
                </a:solidFill>
              </a:rPr>
              <a:t>mult</a:t>
            </a:r>
            <a:r>
              <a:rPr lang="en-US" altLang="en-US" sz="1050" dirty="0">
                <a:solidFill>
                  <a:srgbClr val="C00000"/>
                </a:solidFill>
              </a:rPr>
              <a:t>)</a:t>
            </a:r>
          </a:p>
          <a:p>
            <a:pPr>
              <a:spcBef>
                <a:spcPct val="0"/>
              </a:spcBef>
              <a:defRPr/>
            </a:pPr>
            <a:r>
              <a:rPr lang="en-US" altLang="en-US" sz="1050" dirty="0">
                <a:solidFill>
                  <a:srgbClr val="C00000"/>
                </a:solidFill>
              </a:rPr>
              <a:t>Trained up a new RTO Engineer (</a:t>
            </a:r>
            <a:r>
              <a:rPr lang="en-US" altLang="en-US" sz="1050" b="1" dirty="0">
                <a:solidFill>
                  <a:srgbClr val="C00000"/>
                </a:solidFill>
              </a:rPr>
              <a:t>GT</a:t>
            </a:r>
            <a:r>
              <a:rPr lang="en-US" altLang="en-US" sz="1050" dirty="0">
                <a:solidFill>
                  <a:srgbClr val="C00000"/>
                </a:solidFill>
              </a:rPr>
              <a:t>)</a:t>
            </a:r>
          </a:p>
        </p:txBody>
      </p:sp>
      <p:sp>
        <p:nvSpPr>
          <p:cNvPr id="38935" name="Text Box 34">
            <a:extLst>
              <a:ext uri="{FF2B5EF4-FFF2-40B4-BE49-F238E27FC236}">
                <a16:creationId xmlns:a16="http://schemas.microsoft.com/office/drawing/2014/main" id="{D8D0F7FC-9295-DDC3-9840-F5BFFDAFC212}"/>
              </a:ext>
            </a:extLst>
          </p:cNvPr>
          <p:cNvSpPr txBox="1">
            <a:spLocks noChangeArrowheads="1"/>
          </p:cNvSpPr>
          <p:nvPr/>
        </p:nvSpPr>
        <p:spPr bwMode="auto">
          <a:xfrm>
            <a:off x="3038475" y="4716463"/>
            <a:ext cx="4953000" cy="2446337"/>
          </a:xfrm>
          <a:prstGeom prst="rect">
            <a:avLst/>
          </a:prstGeom>
          <a:noFill/>
          <a:ln>
            <a:noFill/>
          </a:ln>
          <a:effectLst/>
        </p:spPr>
        <p:txBody>
          <a:bodyPr>
            <a:spAutoFit/>
          </a:bodyPr>
          <a:lstStyle>
            <a:lvl1pPr marL="171450" indent="-171450">
              <a:spcBef>
                <a:spcPct val="20000"/>
              </a:spcBef>
              <a:buChar char="•"/>
              <a:defRPr sz="3200">
                <a:solidFill>
                  <a:schemeClr val="tx1"/>
                </a:solidFill>
                <a:latin typeface="Arial" panose="020B0604020202020204" pitchFamily="34" charset="0"/>
                <a:cs typeface="Arial" panose="020B0604020202020204" pitchFamily="34" charset="0"/>
              </a:defRPr>
            </a:lvl1pPr>
            <a:lvl2pPr marL="914400" indent="-1714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defRPr/>
            </a:pPr>
            <a:r>
              <a:rPr lang="en-US" altLang="en-US" sz="1050" dirty="0"/>
              <a:t>Lead RTO projects in several major refinery unit areas (</a:t>
            </a:r>
            <a:r>
              <a:rPr lang="en-US" altLang="en-US" sz="1050" b="1" dirty="0"/>
              <a:t>PH, MM, BK</a:t>
            </a:r>
            <a:r>
              <a:rPr lang="en-US" altLang="en-US" sz="1050" dirty="0"/>
              <a:t>)</a:t>
            </a:r>
          </a:p>
          <a:p>
            <a:pPr lvl="1">
              <a:spcBef>
                <a:spcPct val="0"/>
              </a:spcBef>
              <a:buFont typeface="Arial" panose="020B0604020202020204" pitchFamily="34" charset="0"/>
              <a:buChar char="•"/>
              <a:defRPr/>
            </a:pPr>
            <a:r>
              <a:rPr lang="en-US" altLang="en-US" sz="1050" dirty="0">
                <a:solidFill>
                  <a:srgbClr val="C00000"/>
                </a:solidFill>
              </a:rPr>
              <a:t>Extended technology, R&amp;D (</a:t>
            </a:r>
            <a:r>
              <a:rPr lang="en-US" altLang="en-US" sz="1050" b="1" dirty="0">
                <a:solidFill>
                  <a:srgbClr val="C00000"/>
                </a:solidFill>
              </a:rPr>
              <a:t>RW, RR, HW, JR, AC2, JD)</a:t>
            </a:r>
          </a:p>
          <a:p>
            <a:pPr>
              <a:spcBef>
                <a:spcPct val="0"/>
              </a:spcBef>
              <a:defRPr/>
            </a:pPr>
            <a:r>
              <a:rPr lang="en-US" altLang="en-US" sz="1050" dirty="0"/>
              <a:t>DMC modeling and tuning (</a:t>
            </a:r>
            <a:r>
              <a:rPr lang="en-US" altLang="en-US" sz="1050" b="1" dirty="0"/>
              <a:t>BS, RR</a:t>
            </a:r>
            <a:r>
              <a:rPr lang="en-US" altLang="en-US" sz="1050" dirty="0"/>
              <a:t>)</a:t>
            </a:r>
          </a:p>
          <a:p>
            <a:pPr>
              <a:spcBef>
                <a:spcPct val="0"/>
              </a:spcBef>
              <a:defRPr/>
            </a:pPr>
            <a:r>
              <a:rPr lang="en-US" altLang="en-US" sz="1050" dirty="0">
                <a:solidFill>
                  <a:srgbClr val="C00000"/>
                </a:solidFill>
              </a:rPr>
              <a:t>RTO advanced course instructor/developer (</a:t>
            </a:r>
            <a:r>
              <a:rPr lang="en-US" altLang="en-US" sz="1050" b="1" dirty="0" err="1">
                <a:solidFill>
                  <a:srgbClr val="C00000"/>
                </a:solidFill>
              </a:rPr>
              <a:t>mult</a:t>
            </a:r>
            <a:r>
              <a:rPr lang="en-US" altLang="en-US" sz="1050" dirty="0">
                <a:solidFill>
                  <a:srgbClr val="C00000"/>
                </a:solidFill>
              </a:rPr>
              <a:t>)</a:t>
            </a:r>
          </a:p>
          <a:p>
            <a:pPr>
              <a:spcBef>
                <a:spcPct val="0"/>
              </a:spcBef>
              <a:defRPr/>
            </a:pPr>
            <a:r>
              <a:rPr lang="en-US" altLang="en-US" sz="1050" dirty="0">
                <a:solidFill>
                  <a:srgbClr val="C00000"/>
                </a:solidFill>
              </a:rPr>
              <a:t>Assigned to onboard and mentor new engineers (</a:t>
            </a:r>
            <a:r>
              <a:rPr lang="en-US" altLang="en-US" sz="1050" b="1" dirty="0">
                <a:solidFill>
                  <a:srgbClr val="C00000"/>
                </a:solidFill>
              </a:rPr>
              <a:t>AC2,KW, AW</a:t>
            </a:r>
            <a:r>
              <a:rPr lang="en-US" altLang="en-US" sz="1050" dirty="0">
                <a:solidFill>
                  <a:srgbClr val="C00000"/>
                </a:solidFill>
              </a:rPr>
              <a:t>)</a:t>
            </a:r>
            <a:endParaRPr lang="en-US" altLang="en-US" sz="1050" b="1" dirty="0">
              <a:solidFill>
                <a:srgbClr val="C00000"/>
              </a:solidFill>
            </a:endParaRPr>
          </a:p>
          <a:p>
            <a:pPr>
              <a:spcBef>
                <a:spcPct val="0"/>
              </a:spcBef>
              <a:defRPr/>
            </a:pPr>
            <a:r>
              <a:rPr lang="en-US" altLang="en-US" sz="1050" dirty="0">
                <a:solidFill>
                  <a:srgbClr val="C00000"/>
                </a:solidFill>
              </a:rPr>
              <a:t>Guest Lecturer to Lamar University Dept. of Chemical Engineering (</a:t>
            </a:r>
            <a:r>
              <a:rPr lang="en-US" altLang="en-US" sz="1050" b="1" dirty="0" err="1">
                <a:solidFill>
                  <a:srgbClr val="C00000"/>
                </a:solidFill>
              </a:rPr>
              <a:t>mult</a:t>
            </a:r>
            <a:r>
              <a:rPr lang="en-US" altLang="en-US" sz="1050" dirty="0">
                <a:solidFill>
                  <a:srgbClr val="C00000"/>
                </a:solidFill>
              </a:rPr>
              <a:t>)</a:t>
            </a:r>
          </a:p>
          <a:p>
            <a:pPr>
              <a:spcBef>
                <a:spcPct val="0"/>
              </a:spcBef>
              <a:defRPr/>
            </a:pPr>
            <a:r>
              <a:rPr lang="en-US" altLang="en-US" sz="1050" dirty="0">
                <a:solidFill>
                  <a:srgbClr val="C00000"/>
                </a:solidFill>
              </a:rPr>
              <a:t>Cold eyes review team leader at other manufacturing locations (</a:t>
            </a:r>
            <a:r>
              <a:rPr lang="en-US" altLang="en-US" sz="1050" b="1" dirty="0" err="1">
                <a:solidFill>
                  <a:srgbClr val="C00000"/>
                </a:solidFill>
              </a:rPr>
              <a:t>mult</a:t>
            </a:r>
            <a:r>
              <a:rPr lang="en-US" altLang="en-US" sz="1050" dirty="0">
                <a:solidFill>
                  <a:srgbClr val="C00000"/>
                </a:solidFill>
              </a:rPr>
              <a:t>)</a:t>
            </a:r>
          </a:p>
          <a:p>
            <a:pPr>
              <a:spcBef>
                <a:spcPct val="0"/>
              </a:spcBef>
              <a:defRPr/>
            </a:pPr>
            <a:r>
              <a:rPr lang="en-US" altLang="en-US" sz="1050" dirty="0">
                <a:solidFill>
                  <a:srgbClr val="C00000"/>
                </a:solidFill>
              </a:rPr>
              <a:t>Regional network representative / presenter / team lead (</a:t>
            </a:r>
            <a:r>
              <a:rPr lang="en-US" altLang="en-US" sz="1050" b="1" dirty="0" err="1">
                <a:solidFill>
                  <a:srgbClr val="C00000"/>
                </a:solidFill>
              </a:rPr>
              <a:t>mult</a:t>
            </a:r>
            <a:r>
              <a:rPr lang="en-US" altLang="en-US" sz="1050" dirty="0">
                <a:solidFill>
                  <a:srgbClr val="C00000"/>
                </a:solidFill>
              </a:rPr>
              <a:t>)</a:t>
            </a:r>
          </a:p>
          <a:p>
            <a:pPr>
              <a:spcBef>
                <a:spcPct val="0"/>
              </a:spcBef>
              <a:defRPr/>
            </a:pPr>
            <a:r>
              <a:rPr lang="en-US" altLang="en-US" sz="1050" dirty="0">
                <a:solidFill>
                  <a:srgbClr val="C00000"/>
                </a:solidFill>
              </a:rPr>
              <a:t>Best Practice Author (multiple areas) (</a:t>
            </a:r>
            <a:r>
              <a:rPr lang="en-US" altLang="en-US" sz="1050" b="1" dirty="0" err="1">
                <a:solidFill>
                  <a:srgbClr val="C00000"/>
                </a:solidFill>
              </a:rPr>
              <a:t>mult</a:t>
            </a:r>
            <a:r>
              <a:rPr lang="en-US" altLang="en-US" sz="1050" dirty="0">
                <a:solidFill>
                  <a:srgbClr val="C00000"/>
                </a:solidFill>
              </a:rPr>
              <a:t>)</a:t>
            </a:r>
          </a:p>
          <a:p>
            <a:pPr>
              <a:spcBef>
                <a:spcPct val="0"/>
              </a:spcBef>
              <a:defRPr/>
            </a:pPr>
            <a:r>
              <a:rPr lang="en-US" altLang="en-US" sz="1050" dirty="0"/>
              <a:t>Representing Site to Senior Management </a:t>
            </a:r>
            <a:r>
              <a:rPr lang="en-US" altLang="en-US" sz="1050" b="1" dirty="0"/>
              <a:t>(mentored by CW, RV)</a:t>
            </a:r>
          </a:p>
          <a:p>
            <a:pPr>
              <a:spcBef>
                <a:spcPct val="0"/>
              </a:spcBef>
              <a:defRPr/>
            </a:pPr>
            <a:r>
              <a:rPr lang="en-US" altLang="en-US" sz="1050" dirty="0"/>
              <a:t>Became Applications Group Lead </a:t>
            </a:r>
            <a:r>
              <a:rPr lang="en-US" altLang="en-US" sz="1050" b="1" dirty="0"/>
              <a:t>(mentored by DS,SK,MG, DD)</a:t>
            </a:r>
          </a:p>
          <a:p>
            <a:pPr lvl="1">
              <a:spcBef>
                <a:spcPct val="0"/>
              </a:spcBef>
              <a:defRPr/>
            </a:pPr>
            <a:r>
              <a:rPr lang="en-US" altLang="en-US" sz="1050" dirty="0">
                <a:solidFill>
                  <a:srgbClr val="C00000"/>
                </a:solidFill>
              </a:rPr>
              <a:t>Mentoring team members and interfaces with business (</a:t>
            </a:r>
            <a:r>
              <a:rPr lang="en-US" altLang="en-US" sz="1050" b="1" dirty="0" err="1">
                <a:solidFill>
                  <a:srgbClr val="C00000"/>
                </a:solidFill>
              </a:rPr>
              <a:t>mult</a:t>
            </a:r>
            <a:r>
              <a:rPr lang="en-US" altLang="en-US" sz="1050" dirty="0">
                <a:solidFill>
                  <a:srgbClr val="C00000"/>
                </a:solidFill>
              </a:rPr>
              <a:t>)</a:t>
            </a:r>
          </a:p>
          <a:p>
            <a:pPr lvl="1">
              <a:spcBef>
                <a:spcPct val="0"/>
              </a:spcBef>
              <a:defRPr/>
            </a:pPr>
            <a:r>
              <a:rPr lang="en-US" altLang="en-US" sz="1050" dirty="0">
                <a:solidFill>
                  <a:srgbClr val="C00000"/>
                </a:solidFill>
              </a:rPr>
              <a:t>Mentoring next Technical Group Leads in succession plan (</a:t>
            </a:r>
            <a:r>
              <a:rPr lang="en-US" altLang="en-US" sz="1050" b="1" dirty="0" err="1">
                <a:solidFill>
                  <a:srgbClr val="C00000"/>
                </a:solidFill>
              </a:rPr>
              <a:t>mult</a:t>
            </a:r>
            <a:r>
              <a:rPr lang="en-US" altLang="en-US" sz="1050" dirty="0">
                <a:solidFill>
                  <a:srgbClr val="C00000"/>
                </a:solidFill>
              </a:rPr>
              <a:t>)</a:t>
            </a:r>
          </a:p>
          <a:p>
            <a:pPr>
              <a:spcBef>
                <a:spcPct val="0"/>
              </a:spcBef>
              <a:defRPr/>
            </a:pPr>
            <a:endParaRPr lang="en-US" altLang="en-US" sz="1050" dirty="0">
              <a:solidFill>
                <a:srgbClr val="2500C0"/>
              </a:solidFill>
            </a:endParaRPr>
          </a:p>
        </p:txBody>
      </p:sp>
      <p:sp>
        <p:nvSpPr>
          <p:cNvPr id="64536" name="Text Box 35">
            <a:extLst>
              <a:ext uri="{FF2B5EF4-FFF2-40B4-BE49-F238E27FC236}">
                <a16:creationId xmlns:a16="http://schemas.microsoft.com/office/drawing/2014/main" id="{FD7374C6-EA74-04CE-FBD4-AE9753F42A8A}"/>
              </a:ext>
            </a:extLst>
          </p:cNvPr>
          <p:cNvSpPr txBox="1">
            <a:spLocks noChangeArrowheads="1"/>
          </p:cNvSpPr>
          <p:nvPr/>
        </p:nvSpPr>
        <p:spPr bwMode="auto">
          <a:xfrm>
            <a:off x="-14288" y="1989138"/>
            <a:ext cx="130016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600"/>
              <a:t>Stage 2</a:t>
            </a:r>
          </a:p>
          <a:p>
            <a:pPr>
              <a:spcBef>
                <a:spcPct val="0"/>
              </a:spcBef>
              <a:buFontTx/>
              <a:buNone/>
            </a:pPr>
            <a:r>
              <a:rPr lang="en-US" altLang="en-US" sz="1600"/>
              <a:t>Competent</a:t>
            </a:r>
          </a:p>
          <a:p>
            <a:pPr>
              <a:spcBef>
                <a:spcPct val="0"/>
              </a:spcBef>
              <a:buFontTx/>
              <a:buNone/>
            </a:pPr>
            <a:r>
              <a:rPr lang="en-US" altLang="en-US" sz="1600"/>
              <a:t>Contributor</a:t>
            </a:r>
          </a:p>
        </p:txBody>
      </p:sp>
      <p:sp>
        <p:nvSpPr>
          <p:cNvPr id="64537" name="Text Box 35">
            <a:extLst>
              <a:ext uri="{FF2B5EF4-FFF2-40B4-BE49-F238E27FC236}">
                <a16:creationId xmlns:a16="http://schemas.microsoft.com/office/drawing/2014/main" id="{9EE8B6EF-7AEC-7D70-71DC-96925484ADE7}"/>
              </a:ext>
            </a:extLst>
          </p:cNvPr>
          <p:cNvSpPr txBox="1">
            <a:spLocks noChangeArrowheads="1"/>
          </p:cNvSpPr>
          <p:nvPr/>
        </p:nvSpPr>
        <p:spPr bwMode="auto">
          <a:xfrm>
            <a:off x="0" y="1370013"/>
            <a:ext cx="12271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600"/>
              <a:t>Stage 1 Apprentice</a:t>
            </a:r>
          </a:p>
        </p:txBody>
      </p:sp>
      <p:sp>
        <p:nvSpPr>
          <p:cNvPr id="64538" name="Text Box 35">
            <a:extLst>
              <a:ext uri="{FF2B5EF4-FFF2-40B4-BE49-F238E27FC236}">
                <a16:creationId xmlns:a16="http://schemas.microsoft.com/office/drawing/2014/main" id="{87ECBA4E-ECA3-7801-1CB0-8F70E5EBFE73}"/>
              </a:ext>
            </a:extLst>
          </p:cNvPr>
          <p:cNvSpPr txBox="1">
            <a:spLocks noChangeArrowheads="1"/>
          </p:cNvSpPr>
          <p:nvPr/>
        </p:nvSpPr>
        <p:spPr bwMode="auto">
          <a:xfrm>
            <a:off x="1588" y="3651250"/>
            <a:ext cx="12985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600"/>
              <a:t>Stage 3</a:t>
            </a:r>
          </a:p>
          <a:p>
            <a:pPr>
              <a:spcBef>
                <a:spcPct val="0"/>
              </a:spcBef>
              <a:buFontTx/>
              <a:buNone/>
            </a:pPr>
            <a:r>
              <a:rPr lang="en-US" altLang="en-US" sz="1600"/>
              <a:t>Expert</a:t>
            </a:r>
          </a:p>
          <a:p>
            <a:pPr>
              <a:spcBef>
                <a:spcPct val="0"/>
              </a:spcBef>
              <a:buFontTx/>
              <a:buNone/>
            </a:pPr>
            <a:r>
              <a:rPr lang="en-US" altLang="en-US" sz="1600"/>
              <a:t>Mentor</a:t>
            </a:r>
          </a:p>
        </p:txBody>
      </p:sp>
      <p:cxnSp>
        <p:nvCxnSpPr>
          <p:cNvPr id="64539" name="Straight Arrow Connector 130">
            <a:extLst>
              <a:ext uri="{FF2B5EF4-FFF2-40B4-BE49-F238E27FC236}">
                <a16:creationId xmlns:a16="http://schemas.microsoft.com/office/drawing/2014/main" id="{7B9CDFDE-F3CA-3BA0-4ABD-646573655D30}"/>
              </a:ext>
            </a:extLst>
          </p:cNvPr>
          <p:cNvCxnSpPr>
            <a:cxnSpLocks noChangeShapeType="1"/>
          </p:cNvCxnSpPr>
          <p:nvPr/>
        </p:nvCxnSpPr>
        <p:spPr bwMode="auto">
          <a:xfrm>
            <a:off x="8524875" y="1090613"/>
            <a:ext cx="0" cy="5614987"/>
          </a:xfrm>
          <a:prstGeom prst="straightConnector1">
            <a:avLst/>
          </a:prstGeom>
          <a:noFill/>
          <a:ln w="34925" algn="ctr">
            <a:solidFill>
              <a:srgbClr val="C0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540" name="Text Box 35">
            <a:extLst>
              <a:ext uri="{FF2B5EF4-FFF2-40B4-BE49-F238E27FC236}">
                <a16:creationId xmlns:a16="http://schemas.microsoft.com/office/drawing/2014/main" id="{AE18E84D-F1B5-B5EC-6BFB-CA88DBE50A94}"/>
              </a:ext>
            </a:extLst>
          </p:cNvPr>
          <p:cNvSpPr txBox="1">
            <a:spLocks noChangeArrowheads="1"/>
          </p:cNvSpPr>
          <p:nvPr/>
        </p:nvSpPr>
        <p:spPr bwMode="auto">
          <a:xfrm>
            <a:off x="8458200" y="3779838"/>
            <a:ext cx="1609725"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2000" b="1">
                <a:solidFill>
                  <a:srgbClr val="C00000"/>
                </a:solidFill>
              </a:rPr>
              <a:t>Providing Mentoring</a:t>
            </a:r>
          </a:p>
        </p:txBody>
      </p:sp>
      <p:sp>
        <p:nvSpPr>
          <p:cNvPr id="64541" name="Text Box 35">
            <a:extLst>
              <a:ext uri="{FF2B5EF4-FFF2-40B4-BE49-F238E27FC236}">
                <a16:creationId xmlns:a16="http://schemas.microsoft.com/office/drawing/2014/main" id="{8D9CBD05-A12B-01A3-B881-4DCFC09E93B1}"/>
              </a:ext>
            </a:extLst>
          </p:cNvPr>
          <p:cNvSpPr txBox="1">
            <a:spLocks noChangeArrowheads="1"/>
          </p:cNvSpPr>
          <p:nvPr/>
        </p:nvSpPr>
        <p:spPr bwMode="auto">
          <a:xfrm>
            <a:off x="8096250" y="3114675"/>
            <a:ext cx="1609725" cy="708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sz="2000" b="1"/>
              <a:t>Receiving Mentoring</a:t>
            </a:r>
          </a:p>
        </p:txBody>
      </p:sp>
      <p:sp>
        <p:nvSpPr>
          <p:cNvPr id="64542" name="Text Box 35">
            <a:extLst>
              <a:ext uri="{FF2B5EF4-FFF2-40B4-BE49-F238E27FC236}">
                <a16:creationId xmlns:a16="http://schemas.microsoft.com/office/drawing/2014/main" id="{EDA102BE-A732-56F8-B112-1DB828D53033}"/>
              </a:ext>
            </a:extLst>
          </p:cNvPr>
          <p:cNvSpPr txBox="1">
            <a:spLocks noChangeArrowheads="1"/>
          </p:cNvSpPr>
          <p:nvPr/>
        </p:nvSpPr>
        <p:spPr bwMode="auto">
          <a:xfrm>
            <a:off x="-12700" y="5761038"/>
            <a:ext cx="1687513"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600"/>
              <a:t>Stage 3.5</a:t>
            </a:r>
          </a:p>
          <a:p>
            <a:pPr>
              <a:spcBef>
                <a:spcPct val="0"/>
              </a:spcBef>
              <a:buFontTx/>
              <a:buNone/>
            </a:pPr>
            <a:r>
              <a:rPr lang="en-US" altLang="en-US" sz="1600"/>
              <a:t>Strategic Direction</a:t>
            </a:r>
          </a:p>
          <a:p>
            <a:pPr>
              <a:spcBef>
                <a:spcPct val="0"/>
              </a:spcBef>
              <a:buFontTx/>
              <a:buNone/>
            </a:pPr>
            <a:r>
              <a:rPr lang="en-US" altLang="en-US" sz="1600"/>
              <a:t>Expert / Mentor</a:t>
            </a:r>
          </a:p>
        </p:txBody>
      </p:sp>
      <p:cxnSp>
        <p:nvCxnSpPr>
          <p:cNvPr id="64543" name="Straight Connector 9">
            <a:extLst>
              <a:ext uri="{FF2B5EF4-FFF2-40B4-BE49-F238E27FC236}">
                <a16:creationId xmlns:a16="http://schemas.microsoft.com/office/drawing/2014/main" id="{EAFD579C-1711-AF70-88DA-E9E86F5C6B22}"/>
              </a:ext>
            </a:extLst>
          </p:cNvPr>
          <p:cNvCxnSpPr>
            <a:cxnSpLocks noChangeShapeType="1"/>
          </p:cNvCxnSpPr>
          <p:nvPr/>
        </p:nvCxnSpPr>
        <p:spPr bwMode="auto">
          <a:xfrm flipH="1">
            <a:off x="1411288" y="6062663"/>
            <a:ext cx="5980112" cy="0"/>
          </a:xfrm>
          <a:prstGeom prst="line">
            <a:avLst/>
          </a:prstGeom>
          <a:noFill/>
          <a:ln w="9525" algn="ctr">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544" name="Straight Arrow Connector 107">
            <a:extLst>
              <a:ext uri="{FF2B5EF4-FFF2-40B4-BE49-F238E27FC236}">
                <a16:creationId xmlns:a16="http://schemas.microsoft.com/office/drawing/2014/main" id="{77478024-5AB3-46BC-6DE4-CD4425F2AB26}"/>
              </a:ext>
            </a:extLst>
          </p:cNvPr>
          <p:cNvCxnSpPr>
            <a:cxnSpLocks noChangeShapeType="1"/>
          </p:cNvCxnSpPr>
          <p:nvPr/>
        </p:nvCxnSpPr>
        <p:spPr bwMode="auto">
          <a:xfrm>
            <a:off x="8280400" y="1090613"/>
            <a:ext cx="0" cy="5614987"/>
          </a:xfrm>
          <a:prstGeom prst="straightConnector1">
            <a:avLst/>
          </a:prstGeom>
          <a:noFill/>
          <a:ln w="349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545" name="Straight Connector 42">
            <a:extLst>
              <a:ext uri="{FF2B5EF4-FFF2-40B4-BE49-F238E27FC236}">
                <a16:creationId xmlns:a16="http://schemas.microsoft.com/office/drawing/2014/main" id="{EB0D52F0-C7E6-1B0E-0512-B742D800528D}"/>
              </a:ext>
            </a:extLst>
          </p:cNvPr>
          <p:cNvCxnSpPr>
            <a:cxnSpLocks noChangeShapeType="1"/>
          </p:cNvCxnSpPr>
          <p:nvPr/>
        </p:nvCxnSpPr>
        <p:spPr bwMode="auto">
          <a:xfrm>
            <a:off x="76200" y="1358900"/>
            <a:ext cx="7600950" cy="0"/>
          </a:xfrm>
          <a:prstGeom prst="line">
            <a:avLst/>
          </a:prstGeom>
          <a:noFill/>
          <a:ln w="2857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6" name="Text Box 34">
            <a:extLst>
              <a:ext uri="{FF2B5EF4-FFF2-40B4-BE49-F238E27FC236}">
                <a16:creationId xmlns:a16="http://schemas.microsoft.com/office/drawing/2014/main" id="{BF76283D-02DB-6ABA-2E44-16B8C659589A}"/>
              </a:ext>
            </a:extLst>
          </p:cNvPr>
          <p:cNvSpPr txBox="1">
            <a:spLocks noChangeArrowheads="1"/>
          </p:cNvSpPr>
          <p:nvPr/>
        </p:nvSpPr>
        <p:spPr bwMode="auto">
          <a:xfrm>
            <a:off x="3022600" y="681038"/>
            <a:ext cx="5429250" cy="738187"/>
          </a:xfrm>
          <a:prstGeom prst="rect">
            <a:avLst/>
          </a:prstGeom>
          <a:noFill/>
          <a:ln>
            <a:noFill/>
          </a:ln>
          <a:effectLst/>
        </p:spPr>
        <p:txBody>
          <a:bodyPr>
            <a:spAutoFit/>
          </a:bodyPr>
          <a:lstStyle>
            <a:lvl1pPr marL="171450" indent="-171450">
              <a:spcBef>
                <a:spcPct val="20000"/>
              </a:spcBef>
              <a:buChar char="•"/>
              <a:defRPr sz="3200">
                <a:solidFill>
                  <a:schemeClr val="tx1"/>
                </a:solidFill>
                <a:latin typeface="Arial" panose="020B0604020202020204" pitchFamily="34" charset="0"/>
                <a:cs typeface="Arial" panose="020B0604020202020204" pitchFamily="34" charset="0"/>
              </a:defRPr>
            </a:lvl1pPr>
            <a:lvl2pPr marL="914400" indent="-1714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defRPr/>
            </a:pPr>
            <a:r>
              <a:rPr lang="en-US" altLang="en-US" sz="1050" dirty="0"/>
              <a:t>Student (</a:t>
            </a:r>
            <a:r>
              <a:rPr lang="en-US" altLang="en-US" sz="1050" b="1" dirty="0" err="1"/>
              <a:t>mult</a:t>
            </a:r>
            <a:r>
              <a:rPr lang="en-US" altLang="en-US" sz="1050" dirty="0"/>
              <a:t>), </a:t>
            </a:r>
            <a:r>
              <a:rPr lang="en-US" altLang="en-US" sz="1050" dirty="0">
                <a:solidFill>
                  <a:srgbClr val="C00000"/>
                </a:solidFill>
              </a:rPr>
              <a:t>Tutor (Calculus, Prob &amp; Stat)(</a:t>
            </a:r>
            <a:r>
              <a:rPr lang="en-US" altLang="en-US" sz="1050" b="1" dirty="0" err="1">
                <a:solidFill>
                  <a:srgbClr val="C00000"/>
                </a:solidFill>
              </a:rPr>
              <a:t>mult</a:t>
            </a:r>
            <a:r>
              <a:rPr lang="en-US" altLang="en-US" sz="1050" dirty="0">
                <a:solidFill>
                  <a:srgbClr val="C00000"/>
                </a:solidFill>
              </a:rPr>
              <a:t>)</a:t>
            </a:r>
          </a:p>
          <a:p>
            <a:pPr>
              <a:spcBef>
                <a:spcPct val="0"/>
              </a:spcBef>
              <a:defRPr/>
            </a:pPr>
            <a:r>
              <a:rPr lang="en-US" altLang="en-US" sz="1050" dirty="0"/>
              <a:t>Research in Process Modelling and Optimization (</a:t>
            </a:r>
            <a:r>
              <a:rPr lang="en-US" altLang="en-US" sz="1050" b="1" dirty="0"/>
              <a:t>mentored by CG, AC, AC2, JF</a:t>
            </a:r>
            <a:r>
              <a:rPr lang="en-US" altLang="en-US" sz="1050" dirty="0"/>
              <a:t>)</a:t>
            </a:r>
          </a:p>
          <a:p>
            <a:pPr>
              <a:spcBef>
                <a:spcPct val="0"/>
              </a:spcBef>
              <a:defRPr/>
            </a:pPr>
            <a:r>
              <a:rPr lang="en-US" altLang="en-US" sz="1050" dirty="0"/>
              <a:t>Internships (Catalyst Research &amp; Dynamic Simulation)</a:t>
            </a:r>
            <a:r>
              <a:rPr lang="en-US" altLang="en-US" sz="1050" b="1" dirty="0"/>
              <a:t>(mentored by JH,SL,DV,JM</a:t>
            </a:r>
            <a:r>
              <a:rPr lang="en-US" altLang="en-US" sz="1050" dirty="0"/>
              <a:t>)</a:t>
            </a:r>
          </a:p>
          <a:p>
            <a:pPr>
              <a:spcBef>
                <a:spcPct val="0"/>
              </a:spcBef>
              <a:defRPr/>
            </a:pPr>
            <a:r>
              <a:rPr lang="en-US" altLang="en-US" sz="1050" dirty="0"/>
              <a:t>TKD Student </a:t>
            </a:r>
            <a:r>
              <a:rPr lang="en-US" altLang="en-US" sz="1050" b="1" dirty="0"/>
              <a:t>(</a:t>
            </a:r>
            <a:r>
              <a:rPr lang="en-US" altLang="en-US" sz="1050" b="1" dirty="0" err="1"/>
              <a:t>HKK,mult</a:t>
            </a:r>
            <a:r>
              <a:rPr lang="en-US" altLang="en-US" sz="1050" b="1" dirty="0"/>
              <a:t>), </a:t>
            </a:r>
            <a:r>
              <a:rPr lang="en-US" altLang="en-US" sz="1050" dirty="0">
                <a:solidFill>
                  <a:srgbClr val="C00000"/>
                </a:solidFill>
              </a:rPr>
              <a:t>Assistant Instructor</a:t>
            </a:r>
            <a:r>
              <a:rPr lang="en-US" altLang="en-US" sz="1050" b="1" dirty="0"/>
              <a:t> </a:t>
            </a:r>
            <a:r>
              <a:rPr lang="en-US" altLang="en-US" sz="1050" b="1" dirty="0">
                <a:solidFill>
                  <a:srgbClr val="C00000"/>
                </a:solidFill>
              </a:rPr>
              <a:t>(</a:t>
            </a:r>
            <a:r>
              <a:rPr lang="en-US" altLang="en-US" sz="1050" b="1" dirty="0" err="1">
                <a:solidFill>
                  <a:srgbClr val="C00000"/>
                </a:solidFill>
              </a:rPr>
              <a:t>mult</a:t>
            </a:r>
            <a:r>
              <a:rPr lang="en-US" altLang="en-US" sz="1050" b="1" dirty="0">
                <a:solidFill>
                  <a:srgbClr val="C00000"/>
                </a:solidFill>
              </a:rPr>
              <a:t>)</a:t>
            </a:r>
          </a:p>
        </p:txBody>
      </p:sp>
      <p:sp>
        <p:nvSpPr>
          <p:cNvPr id="47" name="Text Box 8">
            <a:extLst>
              <a:ext uri="{FF2B5EF4-FFF2-40B4-BE49-F238E27FC236}">
                <a16:creationId xmlns:a16="http://schemas.microsoft.com/office/drawing/2014/main" id="{7D772087-37D2-532B-4FA3-6A8FF1C9BBC6}"/>
              </a:ext>
            </a:extLst>
          </p:cNvPr>
          <p:cNvSpPr txBox="1">
            <a:spLocks noChangeArrowheads="1"/>
          </p:cNvSpPr>
          <p:nvPr/>
        </p:nvSpPr>
        <p:spPr bwMode="auto">
          <a:xfrm>
            <a:off x="1266825" y="657225"/>
            <a:ext cx="1677988" cy="739775"/>
          </a:xfrm>
          <a:prstGeom prst="rect">
            <a:avLst/>
          </a:prstGeom>
          <a:noFill/>
          <a:ln>
            <a:noFill/>
          </a:ln>
          <a:effectLst/>
        </p:spPr>
        <p:txBody>
          <a:bodyPr wrap="none">
            <a:spAutoFit/>
          </a:bodyPr>
          <a:lstStyle>
            <a:lvl1pPr eaLnBrk="0" hangingPunct="0">
              <a:defRPr sz="3200">
                <a:solidFill>
                  <a:schemeClr val="tx1"/>
                </a:solidFill>
                <a:latin typeface="Times New Roman" pitchFamily="18" charset="0"/>
                <a:cs typeface="Arial" charset="0"/>
              </a:defRPr>
            </a:lvl1pPr>
            <a:lvl2pPr marL="742950" indent="-285750" eaLnBrk="0" hangingPunct="0">
              <a:defRPr sz="3200">
                <a:solidFill>
                  <a:schemeClr val="tx1"/>
                </a:solidFill>
                <a:latin typeface="Times New Roman" pitchFamily="18" charset="0"/>
                <a:cs typeface="Arial" charset="0"/>
              </a:defRPr>
            </a:lvl2pPr>
            <a:lvl3pPr marL="1143000" indent="-228600" eaLnBrk="0" hangingPunct="0">
              <a:defRPr sz="3200">
                <a:solidFill>
                  <a:schemeClr val="tx1"/>
                </a:solidFill>
                <a:latin typeface="Times New Roman" pitchFamily="18" charset="0"/>
                <a:cs typeface="Arial" charset="0"/>
              </a:defRPr>
            </a:lvl3pPr>
            <a:lvl4pPr marL="1600200" indent="-228600" eaLnBrk="0" hangingPunct="0">
              <a:defRPr sz="3200">
                <a:solidFill>
                  <a:schemeClr val="tx1"/>
                </a:solidFill>
                <a:latin typeface="Times New Roman" pitchFamily="18" charset="0"/>
                <a:cs typeface="Arial" charset="0"/>
              </a:defRPr>
            </a:lvl4pPr>
            <a:lvl5pPr marL="2057400" indent="-228600" eaLnBrk="0" hangingPunct="0">
              <a:defRPr sz="3200">
                <a:solidFill>
                  <a:schemeClr val="tx1"/>
                </a:solidFill>
                <a:latin typeface="Times New Roman" pitchFamily="18" charset="0"/>
                <a:cs typeface="Arial" charset="0"/>
              </a:defRPr>
            </a:lvl5pPr>
            <a:lvl6pPr marL="2514600" indent="-228600" eaLnBrk="0" fontAlgn="base" hangingPunct="0">
              <a:spcBef>
                <a:spcPct val="0"/>
              </a:spcBef>
              <a:spcAft>
                <a:spcPct val="0"/>
              </a:spcAft>
              <a:defRPr sz="3200">
                <a:solidFill>
                  <a:schemeClr val="tx1"/>
                </a:solidFill>
                <a:latin typeface="Times New Roman" pitchFamily="18" charset="0"/>
                <a:cs typeface="Arial" charset="0"/>
              </a:defRPr>
            </a:lvl6pPr>
            <a:lvl7pPr marL="2971800" indent="-228600" eaLnBrk="0" fontAlgn="base" hangingPunct="0">
              <a:spcBef>
                <a:spcPct val="0"/>
              </a:spcBef>
              <a:spcAft>
                <a:spcPct val="0"/>
              </a:spcAft>
              <a:defRPr sz="3200">
                <a:solidFill>
                  <a:schemeClr val="tx1"/>
                </a:solidFill>
                <a:latin typeface="Times New Roman" pitchFamily="18" charset="0"/>
                <a:cs typeface="Arial" charset="0"/>
              </a:defRPr>
            </a:lvl7pPr>
            <a:lvl8pPr marL="3429000" indent="-228600" eaLnBrk="0" fontAlgn="base" hangingPunct="0">
              <a:spcBef>
                <a:spcPct val="0"/>
              </a:spcBef>
              <a:spcAft>
                <a:spcPct val="0"/>
              </a:spcAft>
              <a:defRPr sz="3200">
                <a:solidFill>
                  <a:schemeClr val="tx1"/>
                </a:solidFill>
                <a:latin typeface="Times New Roman" pitchFamily="18" charset="0"/>
                <a:cs typeface="Arial" charset="0"/>
              </a:defRPr>
            </a:lvl8pPr>
            <a:lvl9pPr marL="3886200" indent="-228600" eaLnBrk="0" fontAlgn="base" hangingPunct="0">
              <a:spcBef>
                <a:spcPct val="0"/>
              </a:spcBef>
              <a:spcAft>
                <a:spcPct val="0"/>
              </a:spcAft>
              <a:defRPr sz="3200">
                <a:solidFill>
                  <a:schemeClr val="tx1"/>
                </a:solidFill>
                <a:latin typeface="Times New Roman" pitchFamily="18" charset="0"/>
                <a:cs typeface="Arial" charset="0"/>
              </a:defRPr>
            </a:lvl9pPr>
          </a:lstStyle>
          <a:p>
            <a:pPr>
              <a:defRPr/>
            </a:pPr>
            <a:r>
              <a:rPr lang="en-US" sz="1050" b="1" dirty="0">
                <a:latin typeface="Arial" charset="0"/>
              </a:rPr>
              <a:t>-1993 U. Cincinnati</a:t>
            </a:r>
          </a:p>
          <a:p>
            <a:pPr>
              <a:defRPr/>
            </a:pPr>
            <a:r>
              <a:rPr lang="en-US" sz="1050" b="1" dirty="0">
                <a:latin typeface="Arial" charset="0"/>
              </a:rPr>
              <a:t>-1998 Lehigh U.</a:t>
            </a:r>
          </a:p>
          <a:p>
            <a:pPr>
              <a:defRPr/>
            </a:pPr>
            <a:r>
              <a:rPr lang="en-US" sz="1050" b="1" dirty="0">
                <a:latin typeface="Arial" charset="0"/>
              </a:rPr>
              <a:t>Quantum Chem. Intern</a:t>
            </a:r>
          </a:p>
          <a:p>
            <a:pPr>
              <a:defRPr/>
            </a:pPr>
            <a:r>
              <a:rPr lang="en-US" sz="1050" b="1" dirty="0">
                <a:latin typeface="Arial" charset="0"/>
              </a:rPr>
              <a:t>Air Products Intern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807A9BB6-648C-AFEB-210E-186E16E16D9D}"/>
              </a:ext>
            </a:extLst>
          </p:cNvPr>
          <p:cNvSpPr>
            <a:spLocks noGrp="1" noChangeArrowheads="1"/>
          </p:cNvSpPr>
          <p:nvPr>
            <p:ph type="title"/>
          </p:nvPr>
        </p:nvSpPr>
        <p:spPr/>
        <p:txBody>
          <a:bodyPr/>
          <a:lstStyle/>
          <a:p>
            <a:r>
              <a:rPr lang="en-US" altLang="en-US"/>
              <a:t>Technical Career Path, Stage 3+</a:t>
            </a:r>
          </a:p>
        </p:txBody>
      </p:sp>
      <p:graphicFrame>
        <p:nvGraphicFramePr>
          <p:cNvPr id="5" name="Table 5">
            <a:extLst>
              <a:ext uri="{FF2B5EF4-FFF2-40B4-BE49-F238E27FC236}">
                <a16:creationId xmlns:a16="http://schemas.microsoft.com/office/drawing/2014/main" id="{B8F0223D-5451-621A-D096-110E38DC17BC}"/>
              </a:ext>
            </a:extLst>
          </p:cNvPr>
          <p:cNvGraphicFramePr>
            <a:graphicFrameLocks noGrp="1"/>
          </p:cNvGraphicFramePr>
          <p:nvPr>
            <p:ph idx="1"/>
          </p:nvPr>
        </p:nvGraphicFramePr>
        <p:xfrm>
          <a:off x="304800" y="705527"/>
          <a:ext cx="11684000" cy="192024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3124200">
                  <a:extLst>
                    <a:ext uri="{9D8B030D-6E8A-4147-A177-3AD203B41FA5}">
                      <a16:colId xmlns:a16="http://schemas.microsoft.com/office/drawing/2014/main" val="20001"/>
                    </a:ext>
                  </a:extLst>
                </a:gridCol>
                <a:gridCol w="6883400">
                  <a:extLst>
                    <a:ext uri="{9D8B030D-6E8A-4147-A177-3AD203B41FA5}">
                      <a16:colId xmlns:a16="http://schemas.microsoft.com/office/drawing/2014/main" val="20002"/>
                    </a:ext>
                  </a:extLst>
                </a:gridCol>
              </a:tblGrid>
              <a:tr h="251381">
                <a:tc>
                  <a:txBody>
                    <a:bodyPr/>
                    <a:lstStyle/>
                    <a:p>
                      <a:endParaRPr lang="en-US" sz="1600" dirty="0"/>
                    </a:p>
                  </a:txBody>
                  <a:tcPr/>
                </a:tc>
                <a:tc>
                  <a:txBody>
                    <a:bodyPr/>
                    <a:lstStyle/>
                    <a:p>
                      <a:r>
                        <a:rPr lang="en-US" sz="1600" dirty="0"/>
                        <a:t>Location</a:t>
                      </a:r>
                    </a:p>
                  </a:txBody>
                  <a:tcPr/>
                </a:tc>
                <a:tc>
                  <a:txBody>
                    <a:bodyPr/>
                    <a:lstStyle/>
                    <a:p>
                      <a:r>
                        <a:rPr lang="en-US" sz="1600" dirty="0"/>
                        <a:t>Role</a:t>
                      </a:r>
                    </a:p>
                  </a:txBody>
                  <a:tcPr/>
                </a:tc>
                <a:extLst>
                  <a:ext uri="{0D108BD9-81ED-4DB2-BD59-A6C34878D82A}">
                    <a16:rowId xmlns:a16="http://schemas.microsoft.com/office/drawing/2014/main" val="10000"/>
                  </a:ext>
                </a:extLst>
              </a:tr>
              <a:tr h="251381">
                <a:tc>
                  <a:txBody>
                    <a:bodyPr/>
                    <a:lstStyle/>
                    <a:p>
                      <a:r>
                        <a:rPr lang="en-US" sz="1600" dirty="0"/>
                        <a:t>2023+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Beaumont Complex</a:t>
                      </a:r>
                    </a:p>
                  </a:txBody>
                  <a:tcPr/>
                </a:tc>
                <a:tc>
                  <a:txBody>
                    <a:bodyPr/>
                    <a:lstStyle/>
                    <a:p>
                      <a:r>
                        <a:rPr lang="en-US" sz="1600" b="1" dirty="0">
                          <a:highlight>
                            <a:srgbClr val="FFFF00"/>
                          </a:highlight>
                        </a:rPr>
                        <a:t>Principal Process Control Engineer, Beaumont Area</a:t>
                      </a:r>
                    </a:p>
                  </a:txBody>
                  <a:tcPr/>
                </a:tc>
                <a:extLst>
                  <a:ext uri="{0D108BD9-81ED-4DB2-BD59-A6C34878D82A}">
                    <a16:rowId xmlns:a16="http://schemas.microsoft.com/office/drawing/2014/main" val="10001"/>
                  </a:ext>
                </a:extLst>
              </a:tr>
              <a:tr h="251381">
                <a:tc>
                  <a:txBody>
                    <a:bodyPr/>
                    <a:lstStyle/>
                    <a:p>
                      <a:r>
                        <a:rPr lang="en-US" sz="1600" dirty="0"/>
                        <a:t>2020-2022</a:t>
                      </a:r>
                    </a:p>
                  </a:txBody>
                  <a:tcPr/>
                </a:tc>
                <a:tc>
                  <a:txBody>
                    <a:bodyPr/>
                    <a:lstStyle/>
                    <a:p>
                      <a:r>
                        <a:rPr lang="en-US" sz="1600" dirty="0"/>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t>Site RTO Lead (+Olefins, +Hydrocracking)</a:t>
                      </a:r>
                    </a:p>
                  </a:txBody>
                  <a:tcPr/>
                </a:tc>
                <a:extLst>
                  <a:ext uri="{0D108BD9-81ED-4DB2-BD59-A6C34878D82A}">
                    <a16:rowId xmlns:a16="http://schemas.microsoft.com/office/drawing/2014/main" val="10002"/>
                  </a:ext>
                </a:extLst>
              </a:tr>
              <a:tr h="427348">
                <a:tc>
                  <a:txBody>
                    <a:bodyPr/>
                    <a:lstStyle/>
                    <a:p>
                      <a:r>
                        <a:rPr lang="en-US" sz="1600" dirty="0"/>
                        <a:t>2017-2020</a:t>
                      </a:r>
                    </a:p>
                  </a:txBody>
                  <a:tcPr/>
                </a:tc>
                <a:tc>
                  <a:txBody>
                    <a:bodyPr/>
                    <a:lstStyle/>
                    <a:p>
                      <a:r>
                        <a:rPr lang="en-US" sz="1600" dirty="0"/>
                        <a:t>     “</a:t>
                      </a:r>
                    </a:p>
                  </a:txBody>
                  <a:tcPr/>
                </a:tc>
                <a:tc>
                  <a:txBody>
                    <a:bodyPr/>
                    <a:lstStyle/>
                    <a:p>
                      <a:r>
                        <a:rPr lang="en-US" sz="1600" b="1" dirty="0">
                          <a:highlight>
                            <a:srgbClr val="FFFF00"/>
                          </a:highlight>
                        </a:rPr>
                        <a:t>Process Control Group Lead (~First Line Supervisor, FLS)</a:t>
                      </a:r>
                    </a:p>
                    <a:p>
                      <a:r>
                        <a:rPr lang="en-US" sz="1600" b="1" dirty="0">
                          <a:highlight>
                            <a:srgbClr val="FFFF00"/>
                          </a:highlight>
                        </a:rPr>
                        <a:t>Utilities Engineering Lead</a:t>
                      </a:r>
                    </a:p>
                  </a:txBody>
                  <a:tcPr/>
                </a:tc>
                <a:extLst>
                  <a:ext uri="{0D108BD9-81ED-4DB2-BD59-A6C34878D82A}">
                    <a16:rowId xmlns:a16="http://schemas.microsoft.com/office/drawing/2014/main" val="10003"/>
                  </a:ext>
                </a:extLst>
              </a:tr>
              <a:tr h="251381">
                <a:tc>
                  <a:txBody>
                    <a:bodyPr/>
                    <a:lstStyle/>
                    <a:p>
                      <a:r>
                        <a:rPr lang="en-US" sz="1600" dirty="0"/>
                        <a:t>2009-2017</a:t>
                      </a:r>
                    </a:p>
                  </a:txBody>
                  <a:tcPr/>
                </a:tc>
                <a:tc>
                  <a:txBody>
                    <a:bodyPr/>
                    <a:lstStyle/>
                    <a:p>
                      <a:r>
                        <a:rPr lang="en-US" sz="1600" dirty="0"/>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t>Site RTO Lead (+Sat Gas Plants)</a:t>
                      </a:r>
                    </a:p>
                  </a:txBody>
                  <a:tcPr/>
                </a:tc>
                <a:extLst>
                  <a:ext uri="{0D108BD9-81ED-4DB2-BD59-A6C34878D82A}">
                    <a16:rowId xmlns:a16="http://schemas.microsoft.com/office/drawing/2014/main" val="10004"/>
                  </a:ext>
                </a:extLst>
              </a:tr>
            </a:tbl>
          </a:graphicData>
        </a:graphic>
      </p:graphicFrame>
      <p:sp>
        <p:nvSpPr>
          <p:cNvPr id="66564" name="Slide Number Placeholder 3">
            <a:extLst>
              <a:ext uri="{FF2B5EF4-FFF2-40B4-BE49-F238E27FC236}">
                <a16:creationId xmlns:a16="http://schemas.microsoft.com/office/drawing/2014/main" id="{54A6F4D4-803C-0855-D24A-82B9DBC7497D}"/>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F9002292-931D-4FE1-8571-B48C69C027B2}" type="slidenum">
              <a:rPr lang="en-US" altLang="en-US" sz="1400" smtClean="0"/>
              <a:pPr>
                <a:spcBef>
                  <a:spcPct val="0"/>
                </a:spcBef>
                <a:buFontTx/>
                <a:buNone/>
              </a:pPr>
              <a:t>29</a:t>
            </a:fld>
            <a:endParaRPr lang="en-US" altLang="en-US" sz="1400"/>
          </a:p>
        </p:txBody>
      </p:sp>
      <p:sp>
        <p:nvSpPr>
          <p:cNvPr id="6" name="TextBox 5">
            <a:extLst>
              <a:ext uri="{FF2B5EF4-FFF2-40B4-BE49-F238E27FC236}">
                <a16:creationId xmlns:a16="http://schemas.microsoft.com/office/drawing/2014/main" id="{E79432C8-D622-9B5C-2C37-9709D8D1C69F}"/>
              </a:ext>
            </a:extLst>
          </p:cNvPr>
          <p:cNvSpPr txBox="1"/>
          <p:nvPr/>
        </p:nvSpPr>
        <p:spPr>
          <a:xfrm>
            <a:off x="304800" y="2611438"/>
            <a:ext cx="11582400" cy="1630362"/>
          </a:xfrm>
          <a:prstGeom prst="rect">
            <a:avLst/>
          </a:prstGeom>
          <a:noFill/>
        </p:spPr>
        <p:txBody>
          <a:bodyPr>
            <a:spAutoFit/>
          </a:bodyPr>
          <a:lstStyle/>
          <a:p>
            <a:pPr>
              <a:defRPr/>
            </a:pPr>
            <a:r>
              <a:rPr lang="en-US" sz="2000" b="1" dirty="0">
                <a:latin typeface="+mj-lt"/>
              </a:rPr>
              <a:t>Stage 3+ is more about people development and planning/driving strategic vision</a:t>
            </a:r>
          </a:p>
          <a:p>
            <a:pPr marL="800100" lvl="1" indent="-342900">
              <a:buFont typeface="Arial" panose="020B0604020202020204" pitchFamily="34" charset="0"/>
              <a:buChar char="•"/>
              <a:defRPr/>
            </a:pPr>
            <a:r>
              <a:rPr lang="en-US" sz="2000" b="1" dirty="0">
                <a:latin typeface="+mj-lt"/>
              </a:rPr>
              <a:t>Some assignments focus on building competency on those skills (FLS, Unit Engineering Lead, Principal Engineer)</a:t>
            </a:r>
          </a:p>
          <a:p>
            <a:pPr marL="800100" lvl="1" indent="-342900">
              <a:buFont typeface="Arial" panose="020B0604020202020204" pitchFamily="34" charset="0"/>
              <a:buChar char="•"/>
              <a:defRPr/>
            </a:pPr>
            <a:r>
              <a:rPr lang="en-US" sz="2000" b="1" dirty="0">
                <a:latin typeface="+mj-lt"/>
              </a:rPr>
              <a:t>Even on return to subject matter expert role, the R&amp;Rs will skew toward people development &amp; strategic &gt; individual technical contributor</a:t>
            </a:r>
            <a:endParaRPr lang="en-US" sz="2000" dirty="0">
              <a:latin typeface="+mj-lt"/>
            </a:endParaRPr>
          </a:p>
        </p:txBody>
      </p:sp>
      <p:graphicFrame>
        <p:nvGraphicFramePr>
          <p:cNvPr id="3" name="Table 3">
            <a:extLst>
              <a:ext uri="{FF2B5EF4-FFF2-40B4-BE49-F238E27FC236}">
                <a16:creationId xmlns:a16="http://schemas.microsoft.com/office/drawing/2014/main" id="{F72F214E-A023-17CA-5A5E-EC04937F11B6}"/>
              </a:ext>
            </a:extLst>
          </p:cNvPr>
          <p:cNvGraphicFramePr>
            <a:graphicFrameLocks noGrp="1"/>
          </p:cNvGraphicFramePr>
          <p:nvPr/>
        </p:nvGraphicFramePr>
        <p:xfrm>
          <a:off x="177800" y="4186740"/>
          <a:ext cx="11811000" cy="2633160"/>
        </p:xfrm>
        <a:graphic>
          <a:graphicData uri="http://schemas.openxmlformats.org/drawingml/2006/table">
            <a:tbl>
              <a:tblPr firstRow="1" bandRow="1">
                <a:tableStyleId>{5C22544A-7EE6-4342-B048-85BDC9FD1C3A}</a:tableStyleId>
              </a:tblPr>
              <a:tblGrid>
                <a:gridCol w="447387">
                  <a:extLst>
                    <a:ext uri="{9D8B030D-6E8A-4147-A177-3AD203B41FA5}">
                      <a16:colId xmlns:a16="http://schemas.microsoft.com/office/drawing/2014/main" val="20000"/>
                    </a:ext>
                  </a:extLst>
                </a:gridCol>
                <a:gridCol w="1533813">
                  <a:extLst>
                    <a:ext uri="{9D8B030D-6E8A-4147-A177-3AD203B41FA5}">
                      <a16:colId xmlns:a16="http://schemas.microsoft.com/office/drawing/2014/main" val="20001"/>
                    </a:ext>
                  </a:extLst>
                </a:gridCol>
                <a:gridCol w="3124200">
                  <a:extLst>
                    <a:ext uri="{9D8B030D-6E8A-4147-A177-3AD203B41FA5}">
                      <a16:colId xmlns:a16="http://schemas.microsoft.com/office/drawing/2014/main" val="20002"/>
                    </a:ext>
                  </a:extLst>
                </a:gridCol>
                <a:gridCol w="6705600">
                  <a:extLst>
                    <a:ext uri="{9D8B030D-6E8A-4147-A177-3AD203B41FA5}">
                      <a16:colId xmlns:a16="http://schemas.microsoft.com/office/drawing/2014/main" val="20003"/>
                    </a:ext>
                  </a:extLst>
                </a:gridCol>
              </a:tblGrid>
              <a:tr h="306166">
                <a:tc>
                  <a:txBody>
                    <a:bodyPr/>
                    <a:lstStyle/>
                    <a:p>
                      <a:endParaRPr lang="en-US" sz="1400" dirty="0"/>
                    </a:p>
                  </a:txBody>
                  <a:tcPr marT="45708" marB="45708"/>
                </a:tc>
                <a:tc>
                  <a:txBody>
                    <a:bodyPr/>
                    <a:lstStyle/>
                    <a:p>
                      <a:r>
                        <a:rPr lang="en-US" sz="1400" dirty="0"/>
                        <a:t>Stage</a:t>
                      </a:r>
                    </a:p>
                  </a:txBody>
                  <a:tcPr marT="45708" marB="45708"/>
                </a:tc>
                <a:tc>
                  <a:txBody>
                    <a:bodyPr/>
                    <a:lstStyle/>
                    <a:p>
                      <a:r>
                        <a:rPr lang="en-US" sz="1400" dirty="0"/>
                        <a:t>Focus</a:t>
                      </a:r>
                    </a:p>
                  </a:txBody>
                  <a:tcPr marT="45708" marB="45708"/>
                </a:tc>
                <a:tc>
                  <a:txBody>
                    <a:bodyPr/>
                    <a:lstStyle/>
                    <a:p>
                      <a:r>
                        <a:rPr lang="en-US" sz="1400" dirty="0"/>
                        <a:t>Work Scope</a:t>
                      </a:r>
                    </a:p>
                  </a:txBody>
                  <a:tcPr marT="45708" marB="45708"/>
                </a:tc>
                <a:extLst>
                  <a:ext uri="{0D108BD9-81ED-4DB2-BD59-A6C34878D82A}">
                    <a16:rowId xmlns:a16="http://schemas.microsoft.com/office/drawing/2014/main" val="10000"/>
                  </a:ext>
                </a:extLst>
              </a:tr>
              <a:tr h="1377830">
                <a:tc>
                  <a:txBody>
                    <a:bodyPr/>
                    <a:lstStyle/>
                    <a:p>
                      <a:r>
                        <a:rPr lang="en-US" sz="1600" dirty="0"/>
                        <a:t>3</a:t>
                      </a:r>
                    </a:p>
                  </a:txBody>
                  <a:tcPr marT="45708" marB="45708"/>
                </a:tc>
                <a:tc>
                  <a:txBody>
                    <a:bodyPr/>
                    <a:lstStyle/>
                    <a:p>
                      <a:r>
                        <a:rPr lang="en-US" sz="1600" b="1" dirty="0"/>
                        <a:t>Expert</a:t>
                      </a:r>
                    </a:p>
                    <a:p>
                      <a:r>
                        <a:rPr lang="en-US" sz="1600" dirty="0"/>
                        <a:t>   10+ </a:t>
                      </a:r>
                      <a:r>
                        <a:rPr lang="en-US" sz="1600" dirty="0" err="1"/>
                        <a:t>yrs</a:t>
                      </a:r>
                      <a:endParaRPr lang="en-US" sz="1600" dirty="0"/>
                    </a:p>
                  </a:txBody>
                  <a:tcPr marT="45708" marB="4570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latin typeface="+mn-lt"/>
                          <a:ea typeface="+mn-ea"/>
                          <a:cs typeface="+mn-cs"/>
                        </a:rPr>
                        <a:t>Leadership/Mentoring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dk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dk1"/>
                        </a:solidFill>
                        <a:latin typeface="+mn-lt"/>
                        <a:ea typeface="+mn-ea"/>
                        <a:cs typeface="+mn-cs"/>
                      </a:endParaRPr>
                    </a:p>
                  </a:txBody>
                  <a:tcPr marT="45708" marB="45708"/>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highlight>
                            <a:srgbClr val="FFFF00"/>
                          </a:highlight>
                        </a:rPr>
                        <a:t>Defining Projects and Initiatives (Scope, Benefit, Cost, Time)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t>Advanced Application &amp; Troubleshooting </a:t>
                      </a:r>
                    </a:p>
                    <a:p>
                      <a:pPr marL="342900" indent="-342900">
                        <a:buFont typeface="Arial" panose="020B0604020202020204" pitchFamily="34" charset="0"/>
                        <a:buChar char="•"/>
                      </a:pPr>
                      <a:r>
                        <a:rPr lang="en-US" sz="1400" dirty="0"/>
                        <a:t>Leading Novel use of Technology – Pilots</a:t>
                      </a:r>
                    </a:p>
                    <a:p>
                      <a:pPr marL="342900" indent="-342900">
                        <a:buFont typeface="Arial" panose="020B0604020202020204" pitchFamily="34" charset="0"/>
                        <a:buChar char="•"/>
                      </a:pPr>
                      <a:r>
                        <a:rPr lang="en-US" sz="1400" dirty="0">
                          <a:highlight>
                            <a:srgbClr val="FFFF00"/>
                          </a:highlight>
                        </a:rPr>
                        <a:t>Mentoring Stage 1-2</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highlight>
                            <a:srgbClr val="FFFF00"/>
                          </a:highlight>
                        </a:rPr>
                        <a:t>Coaching, 1-on-1s, Shadowing/Delegating</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highlight>
                            <a:srgbClr val="FFFF00"/>
                          </a:highlight>
                        </a:rPr>
                        <a:t>Responsible/</a:t>
                      </a:r>
                      <a:r>
                        <a:rPr lang="en-US" sz="1400" dirty="0" err="1">
                          <a:highlight>
                            <a:srgbClr val="FFFF00"/>
                          </a:highlight>
                        </a:rPr>
                        <a:t>Accountabe</a:t>
                      </a:r>
                      <a:r>
                        <a:rPr lang="en-US" sz="1400" dirty="0">
                          <a:highlight>
                            <a:srgbClr val="FFFF00"/>
                          </a:highlight>
                        </a:rPr>
                        <a:t> on “Individual Development Plans” of others</a:t>
                      </a:r>
                    </a:p>
                  </a:txBody>
                  <a:tcPr marT="45708" marB="45708"/>
                </a:tc>
                <a:extLst>
                  <a:ext uri="{0D108BD9-81ED-4DB2-BD59-A6C34878D82A}">
                    <a16:rowId xmlns:a16="http://schemas.microsoft.com/office/drawing/2014/main" val="10001"/>
                  </a:ext>
                </a:extLst>
              </a:tr>
              <a:tr h="949164">
                <a:tc>
                  <a:txBody>
                    <a:bodyPr/>
                    <a:lstStyle/>
                    <a:p>
                      <a:r>
                        <a:rPr lang="en-US" sz="1600" dirty="0"/>
                        <a:t>4</a:t>
                      </a:r>
                    </a:p>
                  </a:txBody>
                  <a:tcPr marT="45708" marB="45708"/>
                </a:tc>
                <a:tc>
                  <a:txBody>
                    <a:bodyPr/>
                    <a:lstStyle/>
                    <a:p>
                      <a:r>
                        <a:rPr lang="en-US" sz="1600" b="1" dirty="0"/>
                        <a:t>Sponsor</a:t>
                      </a:r>
                    </a:p>
                  </a:txBody>
                  <a:tcPr marT="45708" marB="45708"/>
                </a:tc>
                <a:tc>
                  <a:txBody>
                    <a:bodyPr/>
                    <a:lstStyle/>
                    <a:p>
                      <a:r>
                        <a:rPr lang="en-US" sz="1600" dirty="0"/>
                        <a:t>Strategic Vision</a:t>
                      </a:r>
                    </a:p>
                    <a:p>
                      <a:r>
                        <a:rPr lang="en-US" sz="1600" dirty="0"/>
                        <a:t>Regional/Global Influence</a:t>
                      </a:r>
                    </a:p>
                  </a:txBody>
                  <a:tcPr marT="45708" marB="45708"/>
                </a:tc>
                <a:tc>
                  <a:txBody>
                    <a:bodyPr/>
                    <a:lstStyle/>
                    <a:p>
                      <a:pPr marL="342900" indent="-342900">
                        <a:buFont typeface="Arial" panose="020B0604020202020204" pitchFamily="34" charset="0"/>
                        <a:buChar char="•"/>
                      </a:pPr>
                      <a:r>
                        <a:rPr lang="en-US" sz="1400" dirty="0">
                          <a:highlight>
                            <a:srgbClr val="FFFF00"/>
                          </a:highlight>
                        </a:rPr>
                        <a:t>Developing the Strategic Plan (1 &amp; 5 year)</a:t>
                      </a:r>
                    </a:p>
                    <a:p>
                      <a:pPr marL="342900" indent="-342900">
                        <a:buFont typeface="Arial" panose="020B0604020202020204" pitchFamily="34" charset="0"/>
                        <a:buChar char="•"/>
                      </a:pPr>
                      <a:r>
                        <a:rPr lang="en-US" sz="1400" dirty="0">
                          <a:highlight>
                            <a:srgbClr val="FFFF00"/>
                          </a:highlight>
                        </a:rPr>
                        <a:t>Promoting the Strategic plan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t>Driving Emerging Technologies to Commercialization</a:t>
                      </a:r>
                    </a:p>
                    <a:p>
                      <a:pPr marL="342900" indent="-342900">
                        <a:buFont typeface="Arial" panose="020B0604020202020204" pitchFamily="34" charset="0"/>
                        <a:buChar char="•"/>
                      </a:pPr>
                      <a:r>
                        <a:rPr lang="en-US" sz="1400" dirty="0">
                          <a:highlight>
                            <a:srgbClr val="FFFF00"/>
                          </a:highlight>
                        </a:rPr>
                        <a:t>Regional/Global Discipline Health/Succession Plan</a:t>
                      </a:r>
                    </a:p>
                  </a:txBody>
                  <a:tcPr marT="45708" marB="45708"/>
                </a:tc>
                <a:extLst>
                  <a:ext uri="{0D108BD9-81ED-4DB2-BD59-A6C34878D82A}">
                    <a16:rowId xmlns:a16="http://schemas.microsoft.com/office/drawing/2014/main" val="10002"/>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9">
            <a:extLst>
              <a:ext uri="{FF2B5EF4-FFF2-40B4-BE49-F238E27FC236}">
                <a16:creationId xmlns:a16="http://schemas.microsoft.com/office/drawing/2014/main" id="{89072521-9123-4782-1F8B-0A10A098B4AE}"/>
              </a:ext>
            </a:extLst>
          </p:cNvPr>
          <p:cNvSpPr>
            <a:spLocks noGrp="1" noChangeArrowheads="1"/>
          </p:cNvSpPr>
          <p:nvPr>
            <p:ph type="title"/>
          </p:nvPr>
        </p:nvSpPr>
        <p:spPr>
          <a:xfrm>
            <a:off x="1066800" y="76200"/>
            <a:ext cx="5156200" cy="681038"/>
          </a:xfrm>
        </p:spPr>
        <p:txBody>
          <a:bodyPr/>
          <a:lstStyle/>
          <a:p>
            <a:r>
              <a:rPr lang="en-US" altLang="en-US"/>
              <a:t>“Sliced Bread”</a:t>
            </a:r>
          </a:p>
        </p:txBody>
      </p:sp>
      <p:sp>
        <p:nvSpPr>
          <p:cNvPr id="67587" name="Content Placeholder 10">
            <a:extLst>
              <a:ext uri="{FF2B5EF4-FFF2-40B4-BE49-F238E27FC236}">
                <a16:creationId xmlns:a16="http://schemas.microsoft.com/office/drawing/2014/main" id="{08ADA202-DEF9-C7E4-AB21-B15C0E7D0464}"/>
              </a:ext>
            </a:extLst>
          </p:cNvPr>
          <p:cNvSpPr>
            <a:spLocks noGrp="1" noChangeArrowheads="1"/>
          </p:cNvSpPr>
          <p:nvPr>
            <p:ph idx="1"/>
          </p:nvPr>
        </p:nvSpPr>
        <p:spPr>
          <a:xfrm>
            <a:off x="152400" y="3886200"/>
            <a:ext cx="11658600" cy="2476500"/>
          </a:xfrm>
        </p:spPr>
        <p:txBody>
          <a:bodyPr/>
          <a:lstStyle/>
          <a:p>
            <a:r>
              <a:rPr lang="en-US" altLang="en-US" sz="1600"/>
              <a:t>JD mentored BD (Bill Docter) on “Sliced Bread Technology” during BD’s Central Engineering Assignment (EMRE)</a:t>
            </a:r>
          </a:p>
          <a:p>
            <a:pPr lvl="1"/>
            <a:r>
              <a:rPr lang="en-US" altLang="en-US" sz="1200"/>
              <a:t>JD was having difficulty getting business owner interest.  Value delivery potential not clear or quantified</a:t>
            </a:r>
          </a:p>
          <a:p>
            <a:pPr lvl="1"/>
            <a:r>
              <a:rPr lang="en-US" altLang="en-US" sz="1200"/>
              <a:t>BD was new engineer assigned to work on Sliced Bread tool code and testing.  No clear end user need &amp; use case</a:t>
            </a:r>
          </a:p>
          <a:p>
            <a:r>
              <a:rPr lang="en-US" altLang="en-US" sz="1600"/>
              <a:t>BD took manufacturing assignment at Antwerp</a:t>
            </a:r>
          </a:p>
          <a:p>
            <a:pPr lvl="1"/>
            <a:r>
              <a:rPr lang="en-US" altLang="en-US" sz="1200"/>
              <a:t>End user need became visible.  Other mentors at site provided work process guidance and helped quantify potential business value.  (Others </a:t>
            </a:r>
            <a:r>
              <a:rPr lang="en-US" altLang="en-US" sz="1200">
                <a:sym typeface="Wingdings" panose="05000000000000000000" pitchFamily="2" charset="2"/>
              </a:rPr>
              <a:t> BD  JD)</a:t>
            </a:r>
            <a:endParaRPr lang="en-US" altLang="en-US" sz="1200"/>
          </a:p>
          <a:p>
            <a:pPr lvl="1"/>
            <a:r>
              <a:rPr lang="en-US" altLang="en-US" sz="1200"/>
              <a:t>BD in position to be Site Champion for Pilot.  Access to local resources to implement pilot, and access to JD for tech expertise.</a:t>
            </a:r>
          </a:p>
          <a:p>
            <a:pPr lvl="1"/>
            <a:r>
              <a:rPr lang="en-US" altLang="en-US" sz="1200"/>
              <a:t>JD/BD present pilot value delivery results to tech community and management.  Tech Leadership push for global rollout</a:t>
            </a:r>
          </a:p>
          <a:p>
            <a:r>
              <a:rPr lang="en-US" altLang="en-US" sz="1600"/>
              <a:t>BD &amp; JD continue Collaboration for Years</a:t>
            </a:r>
            <a:endParaRPr lang="en-US" altLang="en-US" sz="1200"/>
          </a:p>
          <a:p>
            <a:pPr lvl="1"/>
            <a:r>
              <a:rPr lang="en-US" altLang="en-US" sz="1200"/>
              <a:t>Mentoring rest of Global Community</a:t>
            </a:r>
          </a:p>
          <a:p>
            <a:pPr lvl="1"/>
            <a:r>
              <a:rPr lang="en-US" altLang="en-US" sz="1200"/>
              <a:t>Refinement of Technology and Integration into Work Processes</a:t>
            </a:r>
          </a:p>
        </p:txBody>
      </p:sp>
      <p:sp>
        <p:nvSpPr>
          <p:cNvPr id="67588" name="Slide Number Placeholder 4">
            <a:extLst>
              <a:ext uri="{FF2B5EF4-FFF2-40B4-BE49-F238E27FC236}">
                <a16:creationId xmlns:a16="http://schemas.microsoft.com/office/drawing/2014/main" id="{77D70D72-35B5-F356-5D39-9C6962CE71FB}"/>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AD2534D4-C5E3-40AF-9581-29CD2E242B21}" type="slidenum">
              <a:rPr lang="en-US" altLang="en-US" sz="1400" smtClean="0"/>
              <a:pPr>
                <a:spcBef>
                  <a:spcPct val="0"/>
                </a:spcBef>
                <a:buFontTx/>
                <a:buNone/>
              </a:pPr>
              <a:t>30</a:t>
            </a:fld>
            <a:endParaRPr lang="en-US" altLang="en-US" sz="1400"/>
          </a:p>
        </p:txBody>
      </p:sp>
      <p:sp>
        <p:nvSpPr>
          <p:cNvPr id="12" name="Text Box 35">
            <a:extLst>
              <a:ext uri="{FF2B5EF4-FFF2-40B4-BE49-F238E27FC236}">
                <a16:creationId xmlns:a16="http://schemas.microsoft.com/office/drawing/2014/main" id="{7EC969B0-A46B-5515-0F25-A0674FDAFB87}"/>
              </a:ext>
            </a:extLst>
          </p:cNvPr>
          <p:cNvSpPr txBox="1">
            <a:spLocks noChangeArrowheads="1"/>
          </p:cNvSpPr>
          <p:nvPr/>
        </p:nvSpPr>
        <p:spPr bwMode="auto">
          <a:xfrm>
            <a:off x="7086600" y="2287588"/>
            <a:ext cx="3581400" cy="1200150"/>
          </a:xfrm>
          <a:prstGeom prst="rect">
            <a:avLst/>
          </a:prstGeom>
          <a:noFill/>
          <a:ln>
            <a:noFill/>
          </a:ln>
          <a:effec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defRPr/>
            </a:pPr>
            <a:r>
              <a:rPr lang="en-US" altLang="en-US" sz="2400" dirty="0">
                <a:solidFill>
                  <a:schemeClr val="accent1">
                    <a:lumMod val="50000"/>
                  </a:schemeClr>
                </a:solidFill>
              </a:rPr>
              <a:t>Mentoring relationships benefit both the Mentees and the Mentors.</a:t>
            </a:r>
          </a:p>
        </p:txBody>
      </p:sp>
      <p:pic>
        <p:nvPicPr>
          <p:cNvPr id="67590" name="Picture 13">
            <a:extLst>
              <a:ext uri="{FF2B5EF4-FFF2-40B4-BE49-F238E27FC236}">
                <a16:creationId xmlns:a16="http://schemas.microsoft.com/office/drawing/2014/main" id="{0B4A45BD-DCF9-E0CA-F4A0-A4148D9270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013" y="838200"/>
            <a:ext cx="6811962" cy="289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4">
            <a:extLst>
              <a:ext uri="{FF2B5EF4-FFF2-40B4-BE49-F238E27FC236}">
                <a16:creationId xmlns:a16="http://schemas.microsoft.com/office/drawing/2014/main" id="{AB766338-1EC0-F23B-FDFC-921A959984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5430838"/>
            <a:ext cx="9458325" cy="87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1" name="Title 1">
            <a:extLst>
              <a:ext uri="{FF2B5EF4-FFF2-40B4-BE49-F238E27FC236}">
                <a16:creationId xmlns:a16="http://schemas.microsoft.com/office/drawing/2014/main" id="{96F33E3F-673E-8158-12A0-948FE519CD04}"/>
              </a:ext>
            </a:extLst>
          </p:cNvPr>
          <p:cNvSpPr>
            <a:spLocks noGrp="1" noChangeArrowheads="1"/>
          </p:cNvSpPr>
          <p:nvPr>
            <p:ph type="title"/>
          </p:nvPr>
        </p:nvSpPr>
        <p:spPr>
          <a:xfrm>
            <a:off x="1295400" y="0"/>
            <a:ext cx="8763000" cy="681038"/>
          </a:xfrm>
        </p:spPr>
        <p:txBody>
          <a:bodyPr/>
          <a:lstStyle/>
          <a:p>
            <a:r>
              <a:rPr lang="en-US" altLang="en-US"/>
              <a:t>Building Strong Mentor Culture &amp; Network</a:t>
            </a:r>
          </a:p>
        </p:txBody>
      </p:sp>
      <p:sp>
        <p:nvSpPr>
          <p:cNvPr id="68612" name="Content Placeholder 2">
            <a:extLst>
              <a:ext uri="{FF2B5EF4-FFF2-40B4-BE49-F238E27FC236}">
                <a16:creationId xmlns:a16="http://schemas.microsoft.com/office/drawing/2014/main" id="{B398B801-2068-5BD2-0288-CE7C37BCD264}"/>
              </a:ext>
            </a:extLst>
          </p:cNvPr>
          <p:cNvSpPr>
            <a:spLocks noGrp="1" noChangeArrowheads="1"/>
          </p:cNvSpPr>
          <p:nvPr>
            <p:ph idx="1"/>
          </p:nvPr>
        </p:nvSpPr>
        <p:spPr>
          <a:xfrm>
            <a:off x="381000" y="3265488"/>
            <a:ext cx="11174413" cy="2895600"/>
          </a:xfrm>
        </p:spPr>
        <p:txBody>
          <a:bodyPr/>
          <a:lstStyle/>
          <a:p>
            <a:r>
              <a:rPr lang="en-US" altLang="en-US" sz="2400"/>
              <a:t>Pay it Forward</a:t>
            </a:r>
          </a:p>
          <a:p>
            <a:pPr lvl="1"/>
            <a:r>
              <a:rPr lang="en-US" altLang="en-US" sz="2400"/>
              <a:t>Others will invest in you if you invest in others</a:t>
            </a:r>
          </a:p>
          <a:p>
            <a:r>
              <a:rPr lang="en-US" altLang="en-US" sz="2400"/>
              <a:t>It is never too early to start </a:t>
            </a:r>
          </a:p>
          <a:p>
            <a:pPr lvl="1"/>
            <a:r>
              <a:rPr lang="en-US" altLang="en-US" sz="2400"/>
              <a:t>High school and college students are capable of tutoring other students in academics, extracurriculars, &amp; outreach </a:t>
            </a:r>
          </a:p>
          <a:p>
            <a:pPr lvl="1"/>
            <a:endParaRPr lang="en-US" altLang="en-US" sz="2400"/>
          </a:p>
          <a:p>
            <a:pPr lvl="1"/>
            <a:endParaRPr lang="en-US" altLang="en-US" sz="2400"/>
          </a:p>
          <a:p>
            <a:r>
              <a:rPr lang="en-US" altLang="en-US" sz="2400"/>
              <a:t>Mentoring Proficiency builds with Practice</a:t>
            </a:r>
          </a:p>
          <a:p>
            <a:pPr marL="1371600" lvl="3" indent="0">
              <a:buFontTx/>
              <a:buNone/>
            </a:pPr>
            <a:endParaRPr lang="en-US" altLang="en-US" sz="1200"/>
          </a:p>
        </p:txBody>
      </p:sp>
      <p:sp>
        <p:nvSpPr>
          <p:cNvPr id="68613" name="Slide Number Placeholder 3">
            <a:extLst>
              <a:ext uri="{FF2B5EF4-FFF2-40B4-BE49-F238E27FC236}">
                <a16:creationId xmlns:a16="http://schemas.microsoft.com/office/drawing/2014/main" id="{3A3F5F48-2F8F-ACF7-8FF0-496BDB37DC00}"/>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B07AA326-3BCF-45F0-9E66-2964CE59233B}" type="slidenum">
              <a:rPr lang="en-US" altLang="en-US" sz="1400" smtClean="0"/>
              <a:pPr>
                <a:spcBef>
                  <a:spcPct val="0"/>
                </a:spcBef>
                <a:buFontTx/>
                <a:buNone/>
              </a:pPr>
              <a:t>31</a:t>
            </a:fld>
            <a:endParaRPr lang="en-US" altLang="en-US" sz="1400"/>
          </a:p>
        </p:txBody>
      </p:sp>
      <p:sp>
        <p:nvSpPr>
          <p:cNvPr id="6" name="Content Placeholder 2">
            <a:extLst>
              <a:ext uri="{FF2B5EF4-FFF2-40B4-BE49-F238E27FC236}">
                <a16:creationId xmlns:a16="http://schemas.microsoft.com/office/drawing/2014/main" id="{F4D9E125-8F12-09B4-EE0A-09677B962DF1}"/>
              </a:ext>
            </a:extLst>
          </p:cNvPr>
          <p:cNvSpPr txBox="1">
            <a:spLocks noChangeArrowheads="1"/>
          </p:cNvSpPr>
          <p:nvPr/>
        </p:nvSpPr>
        <p:spPr bwMode="auto">
          <a:xfrm>
            <a:off x="381000" y="649288"/>
            <a:ext cx="9144000" cy="5257800"/>
          </a:xfrm>
          <a:prstGeom prst="rect">
            <a:avLst/>
          </a:prstGeom>
          <a:noFill/>
          <a:ln>
            <a:noFill/>
          </a:ln>
          <a:effec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a:defRPr/>
            </a:pPr>
            <a:r>
              <a:rPr lang="en-US" altLang="en-US" sz="2400" kern="0" dirty="0"/>
              <a:t>In early career, mentors may be assigned by management</a:t>
            </a:r>
          </a:p>
          <a:p>
            <a:pPr lvl="1">
              <a:defRPr/>
            </a:pPr>
            <a:r>
              <a:rPr lang="en-US" altLang="en-US" sz="2000" kern="0" dirty="0"/>
              <a:t>They are held accountable to onboard you as a new employee</a:t>
            </a:r>
          </a:p>
          <a:p>
            <a:pPr>
              <a:defRPr/>
            </a:pPr>
            <a:r>
              <a:rPr lang="en-US" altLang="en-US" sz="2400" kern="0" dirty="0"/>
              <a:t>As your career progresses you need to proactively seek mentors</a:t>
            </a:r>
          </a:p>
          <a:p>
            <a:pPr lvl="1">
              <a:defRPr/>
            </a:pPr>
            <a:r>
              <a:rPr lang="en-US" altLang="en-US" sz="2000" kern="0" dirty="0"/>
              <a:t>Identify who knows their stuff, build a strong relationship, and collaborate with them throughout your career</a:t>
            </a:r>
          </a:p>
          <a:p>
            <a:pPr marL="1371600" lvl="3" indent="0">
              <a:buFontTx/>
              <a:buNone/>
              <a:defRPr/>
            </a:pPr>
            <a:endParaRPr lang="en-US" altLang="en-US" sz="1200" kern="0" dirty="0"/>
          </a:p>
        </p:txBody>
      </p:sp>
      <p:sp>
        <p:nvSpPr>
          <p:cNvPr id="68615" name="Rectangle: Rounded Corners 3">
            <a:extLst>
              <a:ext uri="{FF2B5EF4-FFF2-40B4-BE49-F238E27FC236}">
                <a16:creationId xmlns:a16="http://schemas.microsoft.com/office/drawing/2014/main" id="{9BBB726C-513E-0C0A-6777-6AD9DACF5C9E}"/>
              </a:ext>
            </a:extLst>
          </p:cNvPr>
          <p:cNvSpPr>
            <a:spLocks noChangeArrowheads="1"/>
          </p:cNvSpPr>
          <p:nvPr/>
        </p:nvSpPr>
        <p:spPr bwMode="auto">
          <a:xfrm>
            <a:off x="5427663" y="5475288"/>
            <a:ext cx="2971800" cy="20637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68616" name="Rectangle: Rounded Corners 8">
            <a:extLst>
              <a:ext uri="{FF2B5EF4-FFF2-40B4-BE49-F238E27FC236}">
                <a16:creationId xmlns:a16="http://schemas.microsoft.com/office/drawing/2014/main" id="{AD7719A5-1F61-3927-6F22-11AF82911B67}"/>
              </a:ext>
            </a:extLst>
          </p:cNvPr>
          <p:cNvSpPr>
            <a:spLocks noChangeArrowheads="1"/>
          </p:cNvSpPr>
          <p:nvPr/>
        </p:nvSpPr>
        <p:spPr bwMode="auto">
          <a:xfrm>
            <a:off x="6253163" y="6135688"/>
            <a:ext cx="2205037" cy="230187"/>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a:extLst>
              <a:ext uri="{FF2B5EF4-FFF2-40B4-BE49-F238E27FC236}">
                <a16:creationId xmlns:a16="http://schemas.microsoft.com/office/drawing/2014/main" id="{98C69E1B-628B-42C9-CE51-2FD1DCA81F01}"/>
              </a:ext>
            </a:extLst>
          </p:cNvPr>
          <p:cNvSpPr>
            <a:spLocks noGrp="1" noChangeArrowheads="1"/>
          </p:cNvSpPr>
          <p:nvPr>
            <p:ph type="title"/>
          </p:nvPr>
        </p:nvSpPr>
        <p:spPr>
          <a:xfrm>
            <a:off x="1447800" y="0"/>
            <a:ext cx="11684000" cy="681038"/>
          </a:xfrm>
        </p:spPr>
        <p:txBody>
          <a:bodyPr/>
          <a:lstStyle/>
          <a:p>
            <a:r>
              <a:rPr lang="en-US" altLang="en-US"/>
              <a:t>Avoiding “What You See is All There Is”</a:t>
            </a:r>
          </a:p>
        </p:txBody>
      </p:sp>
      <p:sp>
        <p:nvSpPr>
          <p:cNvPr id="69635" name="Content Placeholder 2">
            <a:extLst>
              <a:ext uri="{FF2B5EF4-FFF2-40B4-BE49-F238E27FC236}">
                <a16:creationId xmlns:a16="http://schemas.microsoft.com/office/drawing/2014/main" id="{0D4D30B2-5196-73B0-E15F-95195ABC5170}"/>
              </a:ext>
            </a:extLst>
          </p:cNvPr>
          <p:cNvSpPr>
            <a:spLocks noGrp="1" noChangeArrowheads="1"/>
          </p:cNvSpPr>
          <p:nvPr>
            <p:ph idx="1"/>
          </p:nvPr>
        </p:nvSpPr>
        <p:spPr>
          <a:xfrm>
            <a:off x="203200" y="1066800"/>
            <a:ext cx="9017000" cy="5257800"/>
          </a:xfrm>
        </p:spPr>
        <p:txBody>
          <a:bodyPr/>
          <a:lstStyle/>
          <a:p>
            <a:r>
              <a:rPr lang="en-US" altLang="en-US" sz="2800"/>
              <a:t>You can’t teach yourself if you don’t know what you don’t know</a:t>
            </a:r>
          </a:p>
          <a:p>
            <a:endParaRPr lang="en-US" altLang="en-US" sz="2800"/>
          </a:p>
          <a:p>
            <a:r>
              <a:rPr lang="en-US" altLang="en-US" sz="2800"/>
              <a:t>Locate yourself where the action is</a:t>
            </a:r>
          </a:p>
          <a:p>
            <a:pPr lvl="1"/>
            <a:r>
              <a:rPr lang="en-US" altLang="en-US" sz="2400"/>
              <a:t>Sitting by yourself in a closed office makes it difficult to leverage more experience team members.</a:t>
            </a:r>
          </a:p>
          <a:p>
            <a:pPr lvl="2"/>
            <a:r>
              <a:rPr lang="en-US" altLang="en-US" sz="2000">
                <a:solidFill>
                  <a:srgbClr val="C00000"/>
                </a:solidFill>
              </a:rPr>
              <a:t>Introverts will need to balance their preference to work alone </a:t>
            </a:r>
          </a:p>
          <a:p>
            <a:pPr lvl="1"/>
            <a:r>
              <a:rPr lang="en-US" altLang="en-US" sz="2400"/>
              <a:t>Other team members can suffer from out-of-sight out-of-mind  (OOSOOM). </a:t>
            </a:r>
          </a:p>
          <a:p>
            <a:pPr lvl="1"/>
            <a:r>
              <a:rPr lang="en-US" altLang="en-US" sz="2400"/>
              <a:t>If you are present and something interesting comes up, you’ll get included.</a:t>
            </a:r>
          </a:p>
        </p:txBody>
      </p:sp>
      <p:sp>
        <p:nvSpPr>
          <p:cNvPr id="69636" name="Slide Number Placeholder 3">
            <a:extLst>
              <a:ext uri="{FF2B5EF4-FFF2-40B4-BE49-F238E27FC236}">
                <a16:creationId xmlns:a16="http://schemas.microsoft.com/office/drawing/2014/main" id="{73598B51-B28F-417D-B201-EE239A0B5854}"/>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D483D07-89D4-43C9-8567-1598A1864B56}" type="slidenum">
              <a:rPr lang="en-US" altLang="en-US" sz="1400" smtClean="0"/>
              <a:pPr>
                <a:spcBef>
                  <a:spcPct val="0"/>
                </a:spcBef>
                <a:buFontTx/>
                <a:buNone/>
              </a:pPr>
              <a:t>32</a:t>
            </a:fld>
            <a:endParaRPr lang="en-US" altLang="en-US" sz="14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56AE305-7DFF-EA93-CE98-BA07233126E1}"/>
              </a:ext>
            </a:extLst>
          </p:cNvPr>
          <p:cNvSpPr>
            <a:spLocks noGrp="1"/>
          </p:cNvSpPr>
          <p:nvPr>
            <p:ph type="title"/>
          </p:nvPr>
        </p:nvSpPr>
        <p:spPr>
          <a:xfrm>
            <a:off x="963613" y="4406900"/>
            <a:ext cx="10363200" cy="1362075"/>
          </a:xfrm>
        </p:spPr>
        <p:txBody>
          <a:bodyPr/>
          <a:lstStyle/>
          <a:p>
            <a:pPr>
              <a:defRPr/>
            </a:pPr>
            <a:r>
              <a:rPr lang="en-US" dirty="0" err="1"/>
              <a:t>GRad</a:t>
            </a:r>
            <a:r>
              <a:rPr lang="en-US" dirty="0"/>
              <a:t> School Anyone ?</a:t>
            </a:r>
          </a:p>
        </p:txBody>
      </p:sp>
      <p:sp>
        <p:nvSpPr>
          <p:cNvPr id="70659" name="Text Placeholder 5">
            <a:extLst>
              <a:ext uri="{FF2B5EF4-FFF2-40B4-BE49-F238E27FC236}">
                <a16:creationId xmlns:a16="http://schemas.microsoft.com/office/drawing/2014/main" id="{60FA626F-278E-E171-3C86-B476A7511B9A}"/>
              </a:ext>
            </a:extLst>
          </p:cNvPr>
          <p:cNvSpPr>
            <a:spLocks noGrp="1" noChangeArrowheads="1"/>
          </p:cNvSpPr>
          <p:nvPr>
            <p:ph type="body" idx="1"/>
          </p:nvPr>
        </p:nvSpPr>
        <p:spPr>
          <a:xfrm>
            <a:off x="963613" y="2906713"/>
            <a:ext cx="10363200" cy="1500187"/>
          </a:xfrm>
        </p:spPr>
        <p:txBody>
          <a:bodyPr/>
          <a:lstStyle/>
          <a:p>
            <a:endParaRPr lang="en-US" altLang="en-US"/>
          </a:p>
        </p:txBody>
      </p:sp>
      <p:sp>
        <p:nvSpPr>
          <p:cNvPr id="70660" name="Slide Number Placeholder 3">
            <a:extLst>
              <a:ext uri="{FF2B5EF4-FFF2-40B4-BE49-F238E27FC236}">
                <a16:creationId xmlns:a16="http://schemas.microsoft.com/office/drawing/2014/main" id="{4AF3672C-4497-0A78-CCFF-37BF474207D0}"/>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5135098-C9EC-44EC-82E8-84D3E085B0BC}" type="slidenum">
              <a:rPr lang="en-US" altLang="en-US" sz="1400" smtClean="0"/>
              <a:pPr>
                <a:spcBef>
                  <a:spcPct val="0"/>
                </a:spcBef>
                <a:buFontTx/>
                <a:buNone/>
              </a:pPr>
              <a:t>33</a:t>
            </a:fld>
            <a:endParaRPr lang="en-US" altLang="en-US" sz="14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a:extLst>
              <a:ext uri="{FF2B5EF4-FFF2-40B4-BE49-F238E27FC236}">
                <a16:creationId xmlns:a16="http://schemas.microsoft.com/office/drawing/2014/main" id="{20642EBC-3B3E-683D-1FA3-3F97FF6F2C0A}"/>
              </a:ext>
            </a:extLst>
          </p:cNvPr>
          <p:cNvSpPr>
            <a:spLocks noGrp="1" noChangeArrowheads="1"/>
          </p:cNvSpPr>
          <p:nvPr>
            <p:ph type="title"/>
          </p:nvPr>
        </p:nvSpPr>
        <p:spPr/>
        <p:txBody>
          <a:bodyPr/>
          <a:lstStyle/>
          <a:p>
            <a:r>
              <a:rPr lang="en-US" altLang="en-US"/>
              <a:t>Grad School Tips</a:t>
            </a:r>
          </a:p>
        </p:txBody>
      </p:sp>
      <p:sp>
        <p:nvSpPr>
          <p:cNvPr id="71683" name="Content Placeholder 2">
            <a:extLst>
              <a:ext uri="{FF2B5EF4-FFF2-40B4-BE49-F238E27FC236}">
                <a16:creationId xmlns:a16="http://schemas.microsoft.com/office/drawing/2014/main" id="{33F7177D-77D7-3D46-2D99-5B293A70F86B}"/>
              </a:ext>
            </a:extLst>
          </p:cNvPr>
          <p:cNvSpPr>
            <a:spLocks noGrp="1" noChangeArrowheads="1"/>
          </p:cNvSpPr>
          <p:nvPr>
            <p:ph idx="1"/>
          </p:nvPr>
        </p:nvSpPr>
        <p:spPr>
          <a:xfrm>
            <a:off x="203200" y="685800"/>
            <a:ext cx="11684000" cy="5257800"/>
          </a:xfrm>
        </p:spPr>
        <p:txBody>
          <a:bodyPr/>
          <a:lstStyle/>
          <a:p>
            <a:r>
              <a:rPr lang="en-US" altLang="en-US" sz="2800"/>
              <a:t>Commit to a doctoral program from the start</a:t>
            </a:r>
          </a:p>
          <a:p>
            <a:pPr lvl="1"/>
            <a:r>
              <a:rPr lang="en-US" altLang="en-US" sz="2400"/>
              <a:t>Easier to get funding if committed to a doctoral program than it is to get funding for a master’s.</a:t>
            </a:r>
          </a:p>
          <a:p>
            <a:r>
              <a:rPr lang="en-US" altLang="en-US" sz="2800"/>
              <a:t>Know who funds your professor’s research</a:t>
            </a:r>
          </a:p>
          <a:p>
            <a:pPr lvl="1"/>
            <a:r>
              <a:rPr lang="en-US" altLang="en-US" sz="2400"/>
              <a:t>Contributors will be most likely employment prospects</a:t>
            </a:r>
          </a:p>
          <a:p>
            <a:pPr lvl="1"/>
            <a:r>
              <a:rPr lang="en-US" altLang="en-US" sz="2400"/>
              <a:t>Talk/present to them every chance you get</a:t>
            </a:r>
          </a:p>
          <a:p>
            <a:r>
              <a:rPr lang="en-US" altLang="en-US" sz="2800"/>
              <a:t>Recognize the universal skills that graduate work develops</a:t>
            </a:r>
          </a:p>
          <a:p>
            <a:pPr lvl="1"/>
            <a:r>
              <a:rPr lang="en-US" altLang="en-US" sz="2400"/>
              <a:t>Innovation</a:t>
            </a:r>
          </a:p>
          <a:p>
            <a:pPr lvl="1"/>
            <a:r>
              <a:rPr lang="en-US" altLang="en-US" sz="2400"/>
              <a:t>Communication skills</a:t>
            </a:r>
          </a:p>
          <a:p>
            <a:pPr lvl="2"/>
            <a:r>
              <a:rPr lang="en-US" altLang="en-US" sz="2000"/>
              <a:t>“Publish or Perish”, “Present or Perish”, Marketing</a:t>
            </a:r>
          </a:p>
          <a:p>
            <a:pPr lvl="1"/>
            <a:r>
              <a:rPr lang="en-US" altLang="en-US" sz="2400"/>
              <a:t>Analytical skills</a:t>
            </a:r>
          </a:p>
        </p:txBody>
      </p:sp>
      <p:sp>
        <p:nvSpPr>
          <p:cNvPr id="71684" name="Slide Number Placeholder 3">
            <a:extLst>
              <a:ext uri="{FF2B5EF4-FFF2-40B4-BE49-F238E27FC236}">
                <a16:creationId xmlns:a16="http://schemas.microsoft.com/office/drawing/2014/main" id="{100404A8-A8C0-F8C5-C445-47B24495E309}"/>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50F317C6-D07C-48D7-ACEC-567C7FD280DD}" type="slidenum">
              <a:rPr lang="en-US" altLang="en-US" sz="1400" smtClean="0"/>
              <a:pPr>
                <a:spcBef>
                  <a:spcPct val="0"/>
                </a:spcBef>
                <a:buFontTx/>
                <a:buNone/>
              </a:pPr>
              <a:t>34</a:t>
            </a:fld>
            <a:endParaRPr lang="en-US" altLang="en-US" sz="1400"/>
          </a:p>
        </p:txBody>
      </p:sp>
      <p:sp>
        <p:nvSpPr>
          <p:cNvPr id="71685" name="Rectangle: Rounded Corners 1">
            <a:extLst>
              <a:ext uri="{FF2B5EF4-FFF2-40B4-BE49-F238E27FC236}">
                <a16:creationId xmlns:a16="http://schemas.microsoft.com/office/drawing/2014/main" id="{92E42D2A-D84C-EBB1-EB34-F852831F8C89}"/>
              </a:ext>
            </a:extLst>
          </p:cNvPr>
          <p:cNvSpPr>
            <a:spLocks noChangeArrowheads="1"/>
          </p:cNvSpPr>
          <p:nvPr/>
        </p:nvSpPr>
        <p:spPr bwMode="auto">
          <a:xfrm>
            <a:off x="176213" y="3429000"/>
            <a:ext cx="10034587" cy="2247900"/>
          </a:xfrm>
          <a:prstGeom prst="roundRect">
            <a:avLst>
              <a:gd name="adj" fmla="val 16667"/>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a:latin typeface="Times New Roman" panose="02020603050405020304" pitchFamily="18" charset="0"/>
            </a:endParaRPr>
          </a:p>
        </p:txBody>
      </p:sp>
      <p:sp>
        <p:nvSpPr>
          <p:cNvPr id="3" name="TextBox 2">
            <a:extLst>
              <a:ext uri="{FF2B5EF4-FFF2-40B4-BE49-F238E27FC236}">
                <a16:creationId xmlns:a16="http://schemas.microsoft.com/office/drawing/2014/main" id="{87BB2ED2-18B6-D2B6-16CB-9618F3134424}"/>
              </a:ext>
            </a:extLst>
          </p:cNvPr>
          <p:cNvSpPr txBox="1"/>
          <p:nvPr/>
        </p:nvSpPr>
        <p:spPr>
          <a:xfrm>
            <a:off x="381000" y="5713413"/>
            <a:ext cx="11506200" cy="1200150"/>
          </a:xfrm>
          <a:prstGeom prst="rect">
            <a:avLst/>
          </a:prstGeom>
          <a:noFill/>
        </p:spPr>
        <p:txBody>
          <a:bodyPr>
            <a:spAutoFit/>
          </a:bodyPr>
          <a:lstStyle/>
          <a:p>
            <a:pPr marL="342900" indent="-342900">
              <a:buFont typeface="Arial" panose="020B0604020202020204" pitchFamily="34" charset="0"/>
              <a:buChar char="•"/>
              <a:defRPr/>
            </a:pPr>
            <a:r>
              <a:rPr lang="en-US" sz="2400" dirty="0">
                <a:latin typeface="+mj-lt"/>
              </a:rPr>
              <a:t>It is a  myth that a doctoral degree pigeon-holes your career</a:t>
            </a:r>
          </a:p>
          <a:p>
            <a:pPr marL="342900" indent="-342900">
              <a:buFont typeface="Arial" panose="020B0604020202020204" pitchFamily="34" charset="0"/>
              <a:buChar char="•"/>
              <a:defRPr/>
            </a:pPr>
            <a:r>
              <a:rPr lang="en-US" sz="2400" dirty="0">
                <a:latin typeface="+mj-lt"/>
              </a:rPr>
              <a:t>Demand for data analytic skills is increasing across all levels of research and manufacturing.  Increasing trend of Ph.D. now located at manufacturing sites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3CC46B5-786E-6470-2DAA-2961FE55FD1C}"/>
              </a:ext>
            </a:extLst>
          </p:cNvPr>
          <p:cNvSpPr>
            <a:spLocks noGrp="1"/>
          </p:cNvSpPr>
          <p:nvPr>
            <p:ph type="title"/>
          </p:nvPr>
        </p:nvSpPr>
        <p:spPr>
          <a:xfrm>
            <a:off x="963613" y="4406900"/>
            <a:ext cx="10363200" cy="1362075"/>
          </a:xfrm>
        </p:spPr>
        <p:txBody>
          <a:bodyPr/>
          <a:lstStyle/>
          <a:p>
            <a:pPr>
              <a:defRPr/>
            </a:pPr>
            <a:r>
              <a:rPr lang="en-US" dirty="0"/>
              <a:t>Stress Management</a:t>
            </a:r>
          </a:p>
        </p:txBody>
      </p:sp>
      <p:sp>
        <p:nvSpPr>
          <p:cNvPr id="72707" name="Text Placeholder 5">
            <a:extLst>
              <a:ext uri="{FF2B5EF4-FFF2-40B4-BE49-F238E27FC236}">
                <a16:creationId xmlns:a16="http://schemas.microsoft.com/office/drawing/2014/main" id="{1A12DFE5-22DA-78AD-7742-303094527436}"/>
              </a:ext>
            </a:extLst>
          </p:cNvPr>
          <p:cNvSpPr>
            <a:spLocks noGrp="1" noChangeArrowheads="1"/>
          </p:cNvSpPr>
          <p:nvPr>
            <p:ph type="body" idx="1"/>
          </p:nvPr>
        </p:nvSpPr>
        <p:spPr>
          <a:xfrm>
            <a:off x="963613" y="2906713"/>
            <a:ext cx="10363200" cy="1500187"/>
          </a:xfrm>
        </p:spPr>
        <p:txBody>
          <a:bodyPr/>
          <a:lstStyle/>
          <a:p>
            <a:endParaRPr lang="en-US" altLang="en-US"/>
          </a:p>
        </p:txBody>
      </p:sp>
      <p:sp>
        <p:nvSpPr>
          <p:cNvPr id="72708" name="Slide Number Placeholder 3">
            <a:extLst>
              <a:ext uri="{FF2B5EF4-FFF2-40B4-BE49-F238E27FC236}">
                <a16:creationId xmlns:a16="http://schemas.microsoft.com/office/drawing/2014/main" id="{39A34057-948B-0DF9-7469-3CC422FBB94A}"/>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FCFE44AC-FF2A-4BAB-A879-F335F2726A91}" type="slidenum">
              <a:rPr lang="en-US" altLang="en-US" sz="1400" smtClean="0"/>
              <a:pPr>
                <a:spcBef>
                  <a:spcPct val="0"/>
                </a:spcBef>
                <a:buFontTx/>
                <a:buNone/>
              </a:pPr>
              <a:t>35</a:t>
            </a:fld>
            <a:endParaRPr lang="en-US" altLang="en-US" sz="14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a:extLst>
              <a:ext uri="{FF2B5EF4-FFF2-40B4-BE49-F238E27FC236}">
                <a16:creationId xmlns:a16="http://schemas.microsoft.com/office/drawing/2014/main" id="{EB665AF5-9C6C-4904-9515-74B32A33678E}"/>
              </a:ext>
            </a:extLst>
          </p:cNvPr>
          <p:cNvSpPr>
            <a:spLocks noGrp="1" noChangeArrowheads="1"/>
          </p:cNvSpPr>
          <p:nvPr>
            <p:ph type="title"/>
          </p:nvPr>
        </p:nvSpPr>
        <p:spPr/>
        <p:txBody>
          <a:bodyPr/>
          <a:lstStyle/>
          <a:p>
            <a:r>
              <a:rPr lang="en-US" altLang="en-US"/>
              <a:t>What I was like before I learned Resilience</a:t>
            </a:r>
          </a:p>
        </p:txBody>
      </p:sp>
      <p:sp>
        <p:nvSpPr>
          <p:cNvPr id="73731" name="Slide Number Placeholder 3">
            <a:extLst>
              <a:ext uri="{FF2B5EF4-FFF2-40B4-BE49-F238E27FC236}">
                <a16:creationId xmlns:a16="http://schemas.microsoft.com/office/drawing/2014/main" id="{FFB0D037-5DC0-1B50-9231-BB312DD1A0F0}"/>
              </a:ext>
            </a:extLst>
          </p:cNvPr>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1D579442-ADDB-4006-9B9D-DEA039858FC5}" type="slidenum">
              <a:rPr lang="en-US" altLang="en-US" sz="1400" smtClean="0"/>
              <a:pPr>
                <a:spcBef>
                  <a:spcPct val="0"/>
                </a:spcBef>
                <a:buFontTx/>
                <a:buNone/>
              </a:pPr>
              <a:t>36</a:t>
            </a:fld>
            <a:endParaRPr lang="en-US" altLang="en-US" sz="1400"/>
          </a:p>
        </p:txBody>
      </p:sp>
      <p:sp>
        <p:nvSpPr>
          <p:cNvPr id="11" name="TextBox 10">
            <a:extLst>
              <a:ext uri="{FF2B5EF4-FFF2-40B4-BE49-F238E27FC236}">
                <a16:creationId xmlns:a16="http://schemas.microsoft.com/office/drawing/2014/main" id="{7727C7CE-954E-78A7-399C-28D6D5D5C321}"/>
              </a:ext>
            </a:extLst>
          </p:cNvPr>
          <p:cNvSpPr txBox="1"/>
          <p:nvPr/>
        </p:nvSpPr>
        <p:spPr>
          <a:xfrm>
            <a:off x="609600" y="1143000"/>
            <a:ext cx="6096000" cy="5632450"/>
          </a:xfrm>
          <a:prstGeom prst="rect">
            <a:avLst/>
          </a:prstGeom>
          <a:noFill/>
        </p:spPr>
        <p:txBody>
          <a:bodyPr>
            <a:spAutoFit/>
          </a:bodyPr>
          <a:lstStyle/>
          <a:p>
            <a:pPr>
              <a:defRPr/>
            </a:pPr>
            <a:r>
              <a:rPr lang="en-US" sz="2000" dirty="0">
                <a:latin typeface="+mn-lt"/>
              </a:rPr>
              <a:t>Stress Management is a large component of “Resilience”, and something that I struggled with greatly in early in my career.  </a:t>
            </a:r>
          </a:p>
          <a:p>
            <a:pPr>
              <a:defRPr/>
            </a:pPr>
            <a:endParaRPr lang="en-US" sz="2000" dirty="0">
              <a:latin typeface="+mn-lt"/>
            </a:endParaRPr>
          </a:p>
          <a:p>
            <a:pPr marL="342900" indent="-342900">
              <a:buFont typeface="Arial" panose="020B0604020202020204" pitchFamily="34" charset="0"/>
              <a:buChar char="•"/>
              <a:defRPr/>
            </a:pPr>
            <a:r>
              <a:rPr lang="en-US" sz="2000" dirty="0">
                <a:latin typeface="+mn-lt"/>
              </a:rPr>
              <a:t>During my first coop job in 1990, I collapsed at work from an anxiety attack. My boss told me I needed to calm down or I was going to have a heart attack before I was 30.  </a:t>
            </a:r>
          </a:p>
          <a:p>
            <a:pPr marL="342900" indent="-342900">
              <a:buFont typeface="Arial" panose="020B0604020202020204" pitchFamily="34" charset="0"/>
              <a:buChar char="•"/>
              <a:defRPr/>
            </a:pPr>
            <a:endParaRPr lang="en-US" sz="2000" dirty="0">
              <a:latin typeface="+mn-lt"/>
            </a:endParaRPr>
          </a:p>
          <a:p>
            <a:pPr marL="342900" indent="-342900">
              <a:buFont typeface="Arial" panose="020B0604020202020204" pitchFamily="34" charset="0"/>
              <a:buChar char="•"/>
              <a:defRPr/>
            </a:pPr>
            <a:r>
              <a:rPr lang="en-US" sz="2000" dirty="0">
                <a:latin typeface="+mn-lt"/>
              </a:rPr>
              <a:t>With coaching and practice, I landed on coping strategies that worked for me, and I have not had health related issues since I finished grad school in 1998.  </a:t>
            </a:r>
          </a:p>
          <a:p>
            <a:pPr marL="342900" indent="-342900">
              <a:buFont typeface="Arial" panose="020B0604020202020204" pitchFamily="34" charset="0"/>
              <a:buChar char="•"/>
              <a:defRPr/>
            </a:pPr>
            <a:endParaRPr lang="en-US" sz="2000" dirty="0">
              <a:latin typeface="+mn-lt"/>
            </a:endParaRPr>
          </a:p>
          <a:p>
            <a:pPr marL="342900" indent="-342900">
              <a:buFont typeface="Arial" panose="020B0604020202020204" pitchFamily="34" charset="0"/>
              <a:buChar char="•"/>
              <a:defRPr/>
            </a:pPr>
            <a:r>
              <a:rPr lang="en-US" sz="2000" dirty="0">
                <a:latin typeface="+mn-lt"/>
              </a:rPr>
              <a:t>I still feel the pull toward the dark side, and it is with discipline of leveraging the learned strategies that I keep things in balance.</a:t>
            </a:r>
          </a:p>
          <a:p>
            <a:pPr>
              <a:defRPr/>
            </a:pPr>
            <a:endParaRPr lang="en-US" sz="2000" dirty="0">
              <a:latin typeface="+mn-lt"/>
            </a:endParaRPr>
          </a:p>
        </p:txBody>
      </p:sp>
      <p:pic>
        <p:nvPicPr>
          <p:cNvPr id="73733" name="Picture 4" descr="426020955_10231634476428951_6157652797454111536_n.jpg">
            <a:extLst>
              <a:ext uri="{FF2B5EF4-FFF2-40B4-BE49-F238E27FC236}">
                <a16:creationId xmlns:a16="http://schemas.microsoft.com/office/drawing/2014/main" id="{BAF2689F-3A21-AE72-BEA8-4B8CA52C48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1000" y="777875"/>
            <a:ext cx="3200400" cy="596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B9DE7384-C8E1-698C-4392-4E21038EDDA4}"/>
              </a:ext>
            </a:extLst>
          </p:cNvPr>
          <p:cNvSpPr txBox="1"/>
          <p:nvPr/>
        </p:nvSpPr>
        <p:spPr>
          <a:xfrm>
            <a:off x="7924800" y="4114800"/>
            <a:ext cx="3325813" cy="584200"/>
          </a:xfrm>
          <a:prstGeom prst="rect">
            <a:avLst/>
          </a:prstGeom>
          <a:solidFill>
            <a:schemeClr val="accent3"/>
          </a:solidFill>
        </p:spPr>
        <p:txBody>
          <a:bodyPr wrap="none">
            <a:spAutoFit/>
          </a:bodyPr>
          <a:lstStyle/>
          <a:p>
            <a:pPr>
              <a:defRPr/>
            </a:pPr>
            <a:r>
              <a:rPr lang="en-US" dirty="0">
                <a:latin typeface="+mn-lt"/>
                <a:ea typeface="EMprint" panose="020B0503020204020204" pitchFamily="34" charset="0"/>
              </a:rPr>
              <a:t>Me,1990 &amp; 97-98</a:t>
            </a:r>
          </a:p>
        </p:txBody>
      </p:sp>
      <p:sp>
        <p:nvSpPr>
          <p:cNvPr id="8" name="TextBox 7">
            <a:extLst>
              <a:ext uri="{FF2B5EF4-FFF2-40B4-BE49-F238E27FC236}">
                <a16:creationId xmlns:a16="http://schemas.microsoft.com/office/drawing/2014/main" id="{C7B6207D-7143-103C-4A79-7072149FAFC4}"/>
              </a:ext>
            </a:extLst>
          </p:cNvPr>
          <p:cNvSpPr txBox="1"/>
          <p:nvPr/>
        </p:nvSpPr>
        <p:spPr>
          <a:xfrm>
            <a:off x="7458075" y="777875"/>
            <a:ext cx="4260850" cy="1076325"/>
          </a:xfrm>
          <a:prstGeom prst="rect">
            <a:avLst/>
          </a:prstGeom>
          <a:solidFill>
            <a:schemeClr val="accent3"/>
          </a:solidFill>
        </p:spPr>
        <p:txBody>
          <a:bodyPr wrap="none">
            <a:spAutoFit/>
          </a:bodyPr>
          <a:lstStyle/>
          <a:p>
            <a:pPr algn="ctr">
              <a:defRPr/>
            </a:pPr>
            <a:r>
              <a:rPr lang="en-US" dirty="0">
                <a:latin typeface="+mn-lt"/>
                <a:ea typeface="EMprint" panose="020B0503020204020204" pitchFamily="34" charset="0"/>
              </a:rPr>
              <a:t>Bracelet that converts </a:t>
            </a:r>
          </a:p>
          <a:p>
            <a:pPr algn="ctr">
              <a:defRPr/>
            </a:pPr>
            <a:r>
              <a:rPr lang="en-US" dirty="0">
                <a:latin typeface="+mn-lt"/>
                <a:ea typeface="EMprint" panose="020B0503020204020204" pitchFamily="34" charset="0"/>
              </a:rPr>
              <a:t>Stress to Electricity</a:t>
            </a: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9237CD33-1591-A1C8-14EA-741FD001FA5A}"/>
              </a:ext>
            </a:extLst>
          </p:cNvPr>
          <p:cNvSpPr>
            <a:spLocks noGrp="1" noChangeArrowheads="1"/>
          </p:cNvSpPr>
          <p:nvPr>
            <p:ph type="title"/>
          </p:nvPr>
        </p:nvSpPr>
        <p:spPr/>
        <p:txBody>
          <a:bodyPr/>
          <a:lstStyle/>
          <a:p>
            <a:r>
              <a:rPr lang="en-US" altLang="en-US"/>
              <a:t>Exercise and Meditation</a:t>
            </a:r>
          </a:p>
        </p:txBody>
      </p:sp>
      <p:sp>
        <p:nvSpPr>
          <p:cNvPr id="74755" name="Slide Number Placeholder 3">
            <a:extLst>
              <a:ext uri="{FF2B5EF4-FFF2-40B4-BE49-F238E27FC236}">
                <a16:creationId xmlns:a16="http://schemas.microsoft.com/office/drawing/2014/main" id="{42234B17-F0D6-8273-936D-1D6A9B50F4CA}"/>
              </a:ext>
            </a:extLst>
          </p:cNvPr>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946766BF-013C-4B71-BE81-F45FF3632EBA}" type="slidenum">
              <a:rPr lang="en-US" altLang="en-US" sz="1400" smtClean="0"/>
              <a:pPr>
                <a:spcBef>
                  <a:spcPct val="0"/>
                </a:spcBef>
                <a:buFontTx/>
                <a:buNone/>
              </a:pPr>
              <a:t>37</a:t>
            </a:fld>
            <a:endParaRPr lang="en-US" altLang="en-US" sz="1400"/>
          </a:p>
        </p:txBody>
      </p:sp>
      <p:pic>
        <p:nvPicPr>
          <p:cNvPr id="74756" name="Picture 2" descr="image004">
            <a:extLst>
              <a:ext uri="{FF2B5EF4-FFF2-40B4-BE49-F238E27FC236}">
                <a16:creationId xmlns:a16="http://schemas.microsoft.com/office/drawing/2014/main" id="{4E264247-D572-C926-DA64-16DEDBE2C1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4988" y="831850"/>
            <a:ext cx="5029200" cy="236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7" name="Picture 5">
            <a:extLst>
              <a:ext uri="{FF2B5EF4-FFF2-40B4-BE49-F238E27FC236}">
                <a16:creationId xmlns:a16="http://schemas.microsoft.com/office/drawing/2014/main" id="{32088B83-DB68-05E0-7572-D1790417003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32513" y="812800"/>
            <a:ext cx="4651375" cy="238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5">
            <a:extLst>
              <a:ext uri="{FF2B5EF4-FFF2-40B4-BE49-F238E27FC236}">
                <a16:creationId xmlns:a16="http://schemas.microsoft.com/office/drawing/2014/main" id="{0136F2D5-B080-63F5-BF81-E38F155F5B61}"/>
              </a:ext>
            </a:extLst>
          </p:cNvPr>
          <p:cNvSpPr txBox="1"/>
          <p:nvPr/>
        </p:nvSpPr>
        <p:spPr>
          <a:xfrm>
            <a:off x="649288" y="4324350"/>
            <a:ext cx="9829800" cy="1939925"/>
          </a:xfrm>
          <a:prstGeom prst="rect">
            <a:avLst/>
          </a:prstGeom>
          <a:noFill/>
        </p:spPr>
        <p:txBody>
          <a:bodyPr>
            <a:spAutoFit/>
          </a:bodyPr>
          <a:lstStyle/>
          <a:p>
            <a:pPr>
              <a:defRPr/>
            </a:pPr>
            <a:r>
              <a:rPr lang="en-US" sz="2000" dirty="0">
                <a:latin typeface="+mn-lt"/>
              </a:rPr>
              <a:t>Both exercise and meditation work by forcing one to let go of day-to-day stress items stuck in short term memory by pushing them out with non-stress items</a:t>
            </a:r>
          </a:p>
          <a:p>
            <a:pPr marL="800100" lvl="1" indent="-342900">
              <a:buFont typeface="Arial" panose="020B0604020202020204" pitchFamily="34" charset="0"/>
              <a:buChar char="•"/>
              <a:defRPr/>
            </a:pPr>
            <a:r>
              <a:rPr lang="en-US" sz="2000" dirty="0">
                <a:latin typeface="+mn-lt"/>
              </a:rPr>
              <a:t>Short term memory is limited to juggling &lt;7 things simultaneously</a:t>
            </a:r>
          </a:p>
          <a:p>
            <a:pPr marL="342900" indent="-342900">
              <a:buFont typeface="Arial" panose="020B0604020202020204" pitchFamily="34" charset="0"/>
              <a:buChar char="•"/>
              <a:defRPr/>
            </a:pPr>
            <a:endParaRPr lang="en-US" sz="2000" dirty="0">
              <a:latin typeface="+mn-lt"/>
            </a:endParaRPr>
          </a:p>
          <a:p>
            <a:pPr marL="342900" indent="-342900">
              <a:buFont typeface="Arial" panose="020B0604020202020204" pitchFamily="34" charset="0"/>
              <a:buChar char="•"/>
              <a:defRPr/>
            </a:pPr>
            <a:r>
              <a:rPr lang="en-US" sz="2000" dirty="0">
                <a:latin typeface="+mn-lt"/>
              </a:rPr>
              <a:t>Exercise has additional physical health benefits, but not accessible every minute</a:t>
            </a:r>
          </a:p>
          <a:p>
            <a:pPr marL="342900" indent="-342900">
              <a:buFont typeface="Arial" panose="020B0604020202020204" pitchFamily="34" charset="0"/>
              <a:buChar char="•"/>
              <a:defRPr/>
            </a:pPr>
            <a:r>
              <a:rPr lang="en-US" sz="2000" dirty="0">
                <a:latin typeface="+mn-lt"/>
              </a:rPr>
              <a:t>Meditation can be done anywhere and does not need to take long</a:t>
            </a:r>
          </a:p>
        </p:txBody>
      </p:sp>
      <p:sp>
        <p:nvSpPr>
          <p:cNvPr id="19" name="TextBox 18">
            <a:extLst>
              <a:ext uri="{FF2B5EF4-FFF2-40B4-BE49-F238E27FC236}">
                <a16:creationId xmlns:a16="http://schemas.microsoft.com/office/drawing/2014/main" id="{A8738238-31E8-2E53-E195-96C2D35EC71B}"/>
              </a:ext>
            </a:extLst>
          </p:cNvPr>
          <p:cNvSpPr txBox="1"/>
          <p:nvPr/>
        </p:nvSpPr>
        <p:spPr>
          <a:xfrm>
            <a:off x="6021388" y="3189288"/>
            <a:ext cx="2435225" cy="708025"/>
          </a:xfrm>
          <a:prstGeom prst="rect">
            <a:avLst/>
          </a:prstGeom>
          <a:noFill/>
          <a:ln>
            <a:solidFill>
              <a:schemeClr val="tx1"/>
            </a:solidFill>
          </a:ln>
        </p:spPr>
        <p:txBody>
          <a:bodyPr>
            <a:spAutoFit/>
          </a:bodyPr>
          <a:lstStyle/>
          <a:p>
            <a:pPr algn="ctr">
              <a:defRPr/>
            </a:pPr>
            <a:r>
              <a:rPr lang="en-US" sz="2000" dirty="0">
                <a:latin typeface="+mn-lt"/>
              </a:rPr>
              <a:t>What I think I sound like on this topic</a:t>
            </a:r>
          </a:p>
        </p:txBody>
      </p:sp>
      <p:sp>
        <p:nvSpPr>
          <p:cNvPr id="20" name="TextBox 19">
            <a:extLst>
              <a:ext uri="{FF2B5EF4-FFF2-40B4-BE49-F238E27FC236}">
                <a16:creationId xmlns:a16="http://schemas.microsoft.com/office/drawing/2014/main" id="{1375B17A-2F76-37FC-2E1E-FAFC55CB87FA}"/>
              </a:ext>
            </a:extLst>
          </p:cNvPr>
          <p:cNvSpPr txBox="1"/>
          <p:nvPr/>
        </p:nvSpPr>
        <p:spPr>
          <a:xfrm>
            <a:off x="8456613" y="3194050"/>
            <a:ext cx="2386012" cy="708025"/>
          </a:xfrm>
          <a:prstGeom prst="rect">
            <a:avLst/>
          </a:prstGeom>
          <a:noFill/>
          <a:ln>
            <a:solidFill>
              <a:schemeClr val="tx1"/>
            </a:solidFill>
          </a:ln>
        </p:spPr>
        <p:txBody>
          <a:bodyPr>
            <a:spAutoFit/>
          </a:bodyPr>
          <a:lstStyle/>
          <a:p>
            <a:pPr algn="ctr">
              <a:defRPr/>
            </a:pPr>
            <a:r>
              <a:rPr lang="en-US" sz="2000" dirty="0">
                <a:latin typeface="+mn-lt"/>
              </a:rPr>
              <a:t>What I look like to others on this topic</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a:extLst>
              <a:ext uri="{FF2B5EF4-FFF2-40B4-BE49-F238E27FC236}">
                <a16:creationId xmlns:a16="http://schemas.microsoft.com/office/drawing/2014/main" id="{3B2ACB48-11B7-AFFD-3E84-E506BE61F0FF}"/>
              </a:ext>
            </a:extLst>
          </p:cNvPr>
          <p:cNvSpPr>
            <a:spLocks noGrp="1" noChangeArrowheads="1"/>
          </p:cNvSpPr>
          <p:nvPr>
            <p:ph type="title"/>
          </p:nvPr>
        </p:nvSpPr>
        <p:spPr>
          <a:xfrm>
            <a:off x="230188" y="98425"/>
            <a:ext cx="11684000" cy="681038"/>
          </a:xfrm>
        </p:spPr>
        <p:txBody>
          <a:bodyPr/>
          <a:lstStyle/>
          <a:p>
            <a:r>
              <a:rPr lang="en-US" altLang="en-US" sz="3600">
                <a:ea typeface="EMprint" panose="020B0503020204020204" pitchFamily="34" charset="0"/>
                <a:cs typeface="EMprint" panose="020B0503020204020204" pitchFamily="34" charset="0"/>
              </a:rPr>
              <a:t>Work Management and Prioritization </a:t>
            </a:r>
            <a:endParaRPr lang="en-US" altLang="en-US" sz="4000"/>
          </a:p>
        </p:txBody>
      </p:sp>
      <p:sp>
        <p:nvSpPr>
          <p:cNvPr id="75779" name="Slide Number Placeholder 3">
            <a:extLst>
              <a:ext uri="{FF2B5EF4-FFF2-40B4-BE49-F238E27FC236}">
                <a16:creationId xmlns:a16="http://schemas.microsoft.com/office/drawing/2014/main" id="{96A87955-DE84-A52E-4B95-BD36F87AA79E}"/>
              </a:ext>
            </a:extLst>
          </p:cNvPr>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FDC3A2E-5879-4927-BEC2-13CEBF0F0280}" type="slidenum">
              <a:rPr lang="en-US" altLang="en-US" sz="1400" smtClean="0"/>
              <a:pPr>
                <a:spcBef>
                  <a:spcPct val="0"/>
                </a:spcBef>
                <a:buFontTx/>
                <a:buNone/>
              </a:pPr>
              <a:t>38</a:t>
            </a:fld>
            <a:endParaRPr lang="en-US" altLang="en-US" sz="1400"/>
          </a:p>
        </p:txBody>
      </p:sp>
      <p:pic>
        <p:nvPicPr>
          <p:cNvPr id="75780" name="Picture 2" descr="374562428_709260867911050_1736869354879718476_n.jpg">
            <a:extLst>
              <a:ext uri="{FF2B5EF4-FFF2-40B4-BE49-F238E27FC236}">
                <a16:creationId xmlns:a16="http://schemas.microsoft.com/office/drawing/2014/main" id="{C18B2E06-99A9-A314-56BA-51991DCE16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94700" y="841375"/>
            <a:ext cx="3551238" cy="298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CB1A078D-0C13-17E4-FDF3-36EF118BB905}"/>
              </a:ext>
            </a:extLst>
          </p:cNvPr>
          <p:cNvSpPr txBox="1"/>
          <p:nvPr/>
        </p:nvSpPr>
        <p:spPr>
          <a:xfrm>
            <a:off x="3713163" y="841375"/>
            <a:ext cx="4419600" cy="6248400"/>
          </a:xfrm>
          <a:prstGeom prst="rect">
            <a:avLst/>
          </a:prstGeom>
          <a:noFill/>
        </p:spPr>
        <p:txBody>
          <a:bodyPr>
            <a:spAutoFit/>
          </a:bodyPr>
          <a:lstStyle/>
          <a:p>
            <a:pPr>
              <a:defRPr/>
            </a:pPr>
            <a:r>
              <a:rPr lang="en-US" sz="2000" dirty="0">
                <a:latin typeface="+mn-lt"/>
                <a:ea typeface="EMprint" panose="020B0503020204020204" pitchFamily="34" charset="0"/>
              </a:rPr>
              <a:t>Be realistic about what can be accomplished and what is above/below the line in tactical plan</a:t>
            </a:r>
          </a:p>
          <a:p>
            <a:pPr marL="342900" indent="-342900">
              <a:buFont typeface="Arial" panose="020B0604020202020204" pitchFamily="34" charset="0"/>
              <a:buChar char="•"/>
              <a:defRPr/>
            </a:pPr>
            <a:r>
              <a:rPr lang="en-US" sz="2000" dirty="0">
                <a:latin typeface="+mn-lt"/>
                <a:ea typeface="EMprint" panose="020B0503020204020204" pitchFamily="34" charset="0"/>
              </a:rPr>
              <a:t>Under-promise, Over-deliver </a:t>
            </a:r>
          </a:p>
          <a:p>
            <a:pPr marL="342900" indent="-342900">
              <a:buFont typeface="Arial" panose="020B0604020202020204" pitchFamily="34" charset="0"/>
              <a:buChar char="•"/>
              <a:defRPr/>
            </a:pPr>
            <a:r>
              <a:rPr lang="en-US" sz="2000" dirty="0">
                <a:latin typeface="+mn-lt"/>
                <a:ea typeface="EMprint" panose="020B0503020204020204" pitchFamily="34" charset="0"/>
              </a:rPr>
              <a:t>Knowing when to say “No” is the balancing of courage of conviction and making sound business decisions</a:t>
            </a:r>
          </a:p>
          <a:p>
            <a:pPr>
              <a:defRPr/>
            </a:pPr>
            <a:endParaRPr lang="en-US" sz="2000" dirty="0">
              <a:latin typeface="+mn-lt"/>
              <a:ea typeface="EMprint" panose="020B0503020204020204" pitchFamily="34" charset="0"/>
            </a:endParaRPr>
          </a:p>
          <a:p>
            <a:pPr>
              <a:defRPr/>
            </a:pPr>
            <a:r>
              <a:rPr lang="en-US" sz="2000" dirty="0">
                <a:latin typeface="+mn-lt"/>
                <a:ea typeface="EMprint" panose="020B0503020204020204" pitchFamily="34" charset="0"/>
              </a:rPr>
              <a:t>Project manpower days does not equal calendar days</a:t>
            </a:r>
          </a:p>
          <a:p>
            <a:pPr marL="342900" indent="-342900">
              <a:buFont typeface="Arial" panose="020B0604020202020204" pitchFamily="34" charset="0"/>
              <a:buChar char="•"/>
              <a:defRPr/>
            </a:pPr>
            <a:r>
              <a:rPr lang="en-US" sz="2000" dirty="0">
                <a:latin typeface="+mn-lt"/>
                <a:ea typeface="EMprint" panose="020B0503020204020204" pitchFamily="34" charset="0"/>
              </a:rPr>
              <a:t>Assume reasonable day-to-day break-in rate in timelines</a:t>
            </a:r>
          </a:p>
          <a:p>
            <a:pPr marL="342900" indent="-342900">
              <a:buFont typeface="Arial" panose="020B0604020202020204" pitchFamily="34" charset="0"/>
              <a:buChar char="•"/>
              <a:defRPr/>
            </a:pPr>
            <a:r>
              <a:rPr lang="en-US" sz="2000" dirty="0">
                <a:latin typeface="+mn-lt"/>
                <a:ea typeface="EMprint" panose="020B0503020204020204" pitchFamily="34" charset="0"/>
              </a:rPr>
              <a:t>On mature technologies, there are rules of thumb for base sustainment.  0.2 FTE per DMC, 0.25 FTE per RTO, etc… Once base is set, the remainder is what is left for new initiatives</a:t>
            </a:r>
          </a:p>
          <a:p>
            <a:pPr>
              <a:defRPr/>
            </a:pPr>
            <a:endParaRPr lang="en-US" sz="2000" dirty="0">
              <a:latin typeface="+mn-lt"/>
              <a:ea typeface="EMprint" panose="020B0503020204020204" pitchFamily="34" charset="0"/>
            </a:endParaRPr>
          </a:p>
        </p:txBody>
      </p:sp>
      <p:pic>
        <p:nvPicPr>
          <p:cNvPr id="75782" name="Picture 3" descr="neo-2.jpg">
            <a:extLst>
              <a:ext uri="{FF2B5EF4-FFF2-40B4-BE49-F238E27FC236}">
                <a16:creationId xmlns:a16="http://schemas.microsoft.com/office/drawing/2014/main" id="{15CE824C-8E4C-49F2-46A3-E1E938DA6F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188" y="841375"/>
            <a:ext cx="3275012" cy="587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469BA368-F571-9007-F4A5-D41A241C46A2}"/>
              </a:ext>
            </a:extLst>
          </p:cNvPr>
          <p:cNvSpPr txBox="1"/>
          <p:nvPr/>
        </p:nvSpPr>
        <p:spPr>
          <a:xfrm>
            <a:off x="8383588" y="3827463"/>
            <a:ext cx="3543300" cy="523875"/>
          </a:xfrm>
          <a:prstGeom prst="rect">
            <a:avLst/>
          </a:prstGeom>
          <a:noFill/>
        </p:spPr>
        <p:txBody>
          <a:bodyPr wrap="none">
            <a:spAutoFit/>
          </a:bodyPr>
          <a:lstStyle/>
          <a:p>
            <a:pPr>
              <a:defRPr/>
            </a:pPr>
            <a:r>
              <a:rPr lang="en-US" sz="2800" dirty="0">
                <a:latin typeface="+mn-lt"/>
              </a:rPr>
              <a:t>Day-to-Day Happens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a:extLst>
              <a:ext uri="{FF2B5EF4-FFF2-40B4-BE49-F238E27FC236}">
                <a16:creationId xmlns:a16="http://schemas.microsoft.com/office/drawing/2014/main" id="{DB17D1D7-F9A3-30CA-C12A-46A8E01E955A}"/>
              </a:ext>
            </a:extLst>
          </p:cNvPr>
          <p:cNvSpPr>
            <a:spLocks noGrp="1" noChangeArrowheads="1"/>
          </p:cNvSpPr>
          <p:nvPr>
            <p:ph type="title"/>
          </p:nvPr>
        </p:nvSpPr>
        <p:spPr>
          <a:xfrm>
            <a:off x="230188" y="98425"/>
            <a:ext cx="11684000" cy="681038"/>
          </a:xfrm>
        </p:spPr>
        <p:txBody>
          <a:bodyPr/>
          <a:lstStyle/>
          <a:p>
            <a:r>
              <a:rPr lang="en-US" altLang="en-US" sz="3600">
                <a:ea typeface="EMprint" panose="020B0503020204020204" pitchFamily="34" charset="0"/>
                <a:cs typeface="EMprint" panose="020B0503020204020204" pitchFamily="34" charset="0"/>
              </a:rPr>
              <a:t>Downtime</a:t>
            </a:r>
            <a:endParaRPr lang="en-US" altLang="en-US" sz="4000"/>
          </a:p>
        </p:txBody>
      </p:sp>
      <p:sp>
        <p:nvSpPr>
          <p:cNvPr id="76803" name="Slide Number Placeholder 3">
            <a:extLst>
              <a:ext uri="{FF2B5EF4-FFF2-40B4-BE49-F238E27FC236}">
                <a16:creationId xmlns:a16="http://schemas.microsoft.com/office/drawing/2014/main" id="{FF89F5B7-40C9-6902-F03B-8A7CA72090CA}"/>
              </a:ext>
            </a:extLst>
          </p:cNvPr>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F0A7112-88A5-4248-82D0-E43C53A14FDC}" type="slidenum">
              <a:rPr lang="en-US" altLang="en-US" sz="1400" smtClean="0"/>
              <a:pPr>
                <a:spcBef>
                  <a:spcPct val="0"/>
                </a:spcBef>
                <a:buFontTx/>
                <a:buNone/>
              </a:pPr>
              <a:t>39</a:t>
            </a:fld>
            <a:endParaRPr lang="en-US" altLang="en-US" sz="1400"/>
          </a:p>
        </p:txBody>
      </p:sp>
      <p:sp>
        <p:nvSpPr>
          <p:cNvPr id="5" name="TextBox 4">
            <a:extLst>
              <a:ext uri="{FF2B5EF4-FFF2-40B4-BE49-F238E27FC236}">
                <a16:creationId xmlns:a16="http://schemas.microsoft.com/office/drawing/2014/main" id="{40F731B1-F883-33A2-EE86-F1E0C176B4AD}"/>
              </a:ext>
            </a:extLst>
          </p:cNvPr>
          <p:cNvSpPr txBox="1"/>
          <p:nvPr/>
        </p:nvSpPr>
        <p:spPr>
          <a:xfrm>
            <a:off x="381000" y="3976688"/>
            <a:ext cx="7010400" cy="2555875"/>
          </a:xfrm>
          <a:prstGeom prst="rect">
            <a:avLst/>
          </a:prstGeom>
          <a:noFill/>
        </p:spPr>
        <p:txBody>
          <a:bodyPr>
            <a:spAutoFit/>
          </a:bodyPr>
          <a:lstStyle/>
          <a:p>
            <a:pPr>
              <a:defRPr/>
            </a:pPr>
            <a:r>
              <a:rPr lang="en-US" sz="1600" dirty="0">
                <a:latin typeface="+mn-lt"/>
              </a:rPr>
              <a:t>Truly getting away from work to recharge batteries fully</a:t>
            </a:r>
          </a:p>
          <a:p>
            <a:pPr marL="742950" lvl="1" indent="-285750">
              <a:buFont typeface="Arial" panose="020B0604020202020204" pitchFamily="34" charset="0"/>
              <a:buChar char="•"/>
              <a:defRPr/>
            </a:pPr>
            <a:r>
              <a:rPr lang="en-US" sz="1600" dirty="0">
                <a:latin typeface="+mn-lt"/>
              </a:rPr>
              <a:t>It is vital to have down time for peak performance.  If you are still on call, checking emails, and attending meetings on vacation, it is NOT a vacation</a:t>
            </a:r>
          </a:p>
          <a:p>
            <a:pPr marL="742950" lvl="1" indent="-285750">
              <a:buFont typeface="Arial" panose="020B0604020202020204" pitchFamily="34" charset="0"/>
              <a:buChar char="•"/>
              <a:defRPr/>
            </a:pPr>
            <a:r>
              <a:rPr lang="en-US" sz="1600" dirty="0">
                <a:latin typeface="+mn-lt"/>
              </a:rPr>
              <a:t>From corporate point of view, Vacation is a part of our compensation package meant to retain employees and reduce burnout related job performance drops </a:t>
            </a:r>
          </a:p>
          <a:p>
            <a:pPr marL="285750" indent="-285750">
              <a:buFont typeface="Arial" panose="020B0604020202020204" pitchFamily="34" charset="0"/>
              <a:buChar char="•"/>
              <a:defRPr/>
            </a:pPr>
            <a:r>
              <a:rPr lang="en-US" sz="1600" dirty="0">
                <a:latin typeface="+mn-lt"/>
              </a:rPr>
              <a:t>Your vacation is an opportunity for the backfill to develop.  If there are no backfills capable of handling the assignment, it is a succession plan vulnerability that needs to be addressed by line management.</a:t>
            </a:r>
            <a:endParaRPr lang="en-US" sz="1600" dirty="0">
              <a:latin typeface="+mn-lt"/>
              <a:ea typeface="EMprint" panose="020B0503020204020204" pitchFamily="34" charset="0"/>
            </a:endParaRPr>
          </a:p>
        </p:txBody>
      </p:sp>
      <p:pic>
        <p:nvPicPr>
          <p:cNvPr id="76805" name="Picture 2" descr="image006">
            <a:extLst>
              <a:ext uri="{FF2B5EF4-FFF2-40B4-BE49-F238E27FC236}">
                <a16:creationId xmlns:a16="http://schemas.microsoft.com/office/drawing/2014/main" id="{4B9B5CDA-7F6F-D8E9-EB87-64A50785DD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0" y="3505200"/>
            <a:ext cx="4094163" cy="318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F186372D-BB60-4844-6E90-6F1D126CDD6C}"/>
              </a:ext>
            </a:extLst>
          </p:cNvPr>
          <p:cNvSpPr txBox="1"/>
          <p:nvPr/>
        </p:nvSpPr>
        <p:spPr>
          <a:xfrm>
            <a:off x="152400" y="3392488"/>
            <a:ext cx="1749425" cy="584200"/>
          </a:xfrm>
          <a:prstGeom prst="rect">
            <a:avLst/>
          </a:prstGeom>
          <a:noFill/>
        </p:spPr>
        <p:txBody>
          <a:bodyPr wrap="none">
            <a:spAutoFit/>
          </a:bodyPr>
          <a:lstStyle/>
          <a:p>
            <a:pPr>
              <a:defRPr/>
            </a:pPr>
            <a:r>
              <a:rPr lang="en-US" dirty="0">
                <a:latin typeface="+mn-lt"/>
              </a:rPr>
              <a:t>Vacation</a:t>
            </a:r>
          </a:p>
        </p:txBody>
      </p:sp>
      <p:cxnSp>
        <p:nvCxnSpPr>
          <p:cNvPr id="76807" name="Straight Connector 9">
            <a:extLst>
              <a:ext uri="{FF2B5EF4-FFF2-40B4-BE49-F238E27FC236}">
                <a16:creationId xmlns:a16="http://schemas.microsoft.com/office/drawing/2014/main" id="{EDF81E56-D2AF-B731-DE3E-23621BA4D137}"/>
              </a:ext>
            </a:extLst>
          </p:cNvPr>
          <p:cNvCxnSpPr>
            <a:cxnSpLocks noChangeShapeType="1"/>
          </p:cNvCxnSpPr>
          <p:nvPr/>
        </p:nvCxnSpPr>
        <p:spPr bwMode="auto">
          <a:xfrm>
            <a:off x="152400" y="3392488"/>
            <a:ext cx="11684000" cy="0"/>
          </a:xfrm>
          <a:prstGeom prst="line">
            <a:avLst/>
          </a:prstGeom>
          <a:noFill/>
          <a:ln w="2540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TextBox 13">
            <a:extLst>
              <a:ext uri="{FF2B5EF4-FFF2-40B4-BE49-F238E27FC236}">
                <a16:creationId xmlns:a16="http://schemas.microsoft.com/office/drawing/2014/main" id="{264D6FC4-A869-33A6-DEFA-EEFA7A817435}"/>
              </a:ext>
            </a:extLst>
          </p:cNvPr>
          <p:cNvSpPr txBox="1"/>
          <p:nvPr/>
        </p:nvSpPr>
        <p:spPr>
          <a:xfrm>
            <a:off x="9575800" y="1524000"/>
            <a:ext cx="1693863" cy="1076325"/>
          </a:xfrm>
          <a:prstGeom prst="rect">
            <a:avLst/>
          </a:prstGeom>
          <a:noFill/>
        </p:spPr>
        <p:txBody>
          <a:bodyPr>
            <a:spAutoFit/>
          </a:bodyPr>
          <a:lstStyle/>
          <a:p>
            <a:pPr>
              <a:defRPr/>
            </a:pPr>
            <a:r>
              <a:rPr lang="en-US" dirty="0">
                <a:latin typeface="+mn-lt"/>
              </a:rPr>
              <a:t>Vacation</a:t>
            </a:r>
          </a:p>
        </p:txBody>
      </p:sp>
      <p:pic>
        <p:nvPicPr>
          <p:cNvPr id="76809" name="Picture 3" descr="image010">
            <a:extLst>
              <a:ext uri="{FF2B5EF4-FFF2-40B4-BE49-F238E27FC236}">
                <a16:creationId xmlns:a16="http://schemas.microsoft.com/office/drawing/2014/main" id="{75611AEC-F354-7559-8789-5013D4DAF4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48800" y="839788"/>
            <a:ext cx="2265363" cy="249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5">
            <a:extLst>
              <a:ext uri="{FF2B5EF4-FFF2-40B4-BE49-F238E27FC236}">
                <a16:creationId xmlns:a16="http://schemas.microsoft.com/office/drawing/2014/main" id="{6D1F9731-5B9A-DA2E-8C8A-F12EC0AC32BF}"/>
              </a:ext>
            </a:extLst>
          </p:cNvPr>
          <p:cNvSpPr txBox="1"/>
          <p:nvPr/>
        </p:nvSpPr>
        <p:spPr>
          <a:xfrm>
            <a:off x="152400" y="760413"/>
            <a:ext cx="2165350" cy="585787"/>
          </a:xfrm>
          <a:prstGeom prst="rect">
            <a:avLst/>
          </a:prstGeom>
          <a:noFill/>
        </p:spPr>
        <p:txBody>
          <a:bodyPr wrap="none">
            <a:spAutoFit/>
          </a:bodyPr>
          <a:lstStyle/>
          <a:p>
            <a:pPr>
              <a:defRPr/>
            </a:pPr>
            <a:r>
              <a:rPr lang="en-US" dirty="0">
                <a:latin typeface="+mn-lt"/>
              </a:rPr>
              <a:t>Recreation</a:t>
            </a:r>
          </a:p>
        </p:txBody>
      </p:sp>
      <p:pic>
        <p:nvPicPr>
          <p:cNvPr id="76811" name="Picture 4" descr="image020">
            <a:extLst>
              <a:ext uri="{FF2B5EF4-FFF2-40B4-BE49-F238E27FC236}">
                <a16:creationId xmlns:a16="http://schemas.microsoft.com/office/drawing/2014/main" id="{CDDF4BBD-3DD5-05C1-9F4F-7DA8A7FDF8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4600" y="835025"/>
            <a:ext cx="3022600" cy="2509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Box 17">
            <a:extLst>
              <a:ext uri="{FF2B5EF4-FFF2-40B4-BE49-F238E27FC236}">
                <a16:creationId xmlns:a16="http://schemas.microsoft.com/office/drawing/2014/main" id="{E80C6F0F-E193-2F19-B123-4AFEA509B857}"/>
              </a:ext>
            </a:extLst>
          </p:cNvPr>
          <p:cNvSpPr txBox="1"/>
          <p:nvPr/>
        </p:nvSpPr>
        <p:spPr>
          <a:xfrm>
            <a:off x="255588" y="1346200"/>
            <a:ext cx="5842000" cy="1816100"/>
          </a:xfrm>
          <a:prstGeom prst="rect">
            <a:avLst/>
          </a:prstGeom>
          <a:noFill/>
        </p:spPr>
        <p:txBody>
          <a:bodyPr>
            <a:spAutoFit/>
          </a:bodyPr>
          <a:lstStyle/>
          <a:p>
            <a:pPr>
              <a:defRPr/>
            </a:pPr>
            <a:r>
              <a:rPr lang="en-US" sz="1600" dirty="0">
                <a:latin typeface="+mn-lt"/>
              </a:rPr>
              <a:t>Work-life balance is critical for maintaining peak performance and being recharged to hit the next day running.</a:t>
            </a:r>
          </a:p>
          <a:p>
            <a:pPr marL="742950" lvl="1" indent="-285750">
              <a:buFont typeface="Arial" panose="020B0604020202020204" pitchFamily="34" charset="0"/>
              <a:buChar char="•"/>
              <a:defRPr/>
            </a:pPr>
            <a:r>
              <a:rPr lang="en-US" sz="1600" dirty="0">
                <a:latin typeface="+mn-lt"/>
              </a:rPr>
              <a:t>Fun time with friends and family </a:t>
            </a:r>
          </a:p>
          <a:p>
            <a:pPr marL="742950" lvl="1" indent="-285750">
              <a:buFont typeface="Arial" panose="020B0604020202020204" pitchFamily="34" charset="0"/>
              <a:buChar char="•"/>
              <a:defRPr/>
            </a:pPr>
            <a:r>
              <a:rPr lang="en-US" sz="1600" dirty="0">
                <a:latin typeface="+mn-lt"/>
              </a:rPr>
              <a:t>Hobbies</a:t>
            </a:r>
          </a:p>
          <a:p>
            <a:pPr marL="742950" lvl="1" indent="-285750">
              <a:buFont typeface="Arial" panose="020B0604020202020204" pitchFamily="34" charset="0"/>
              <a:buChar char="•"/>
              <a:defRPr/>
            </a:pPr>
            <a:endParaRPr lang="en-US" sz="1600" dirty="0">
              <a:latin typeface="+mn-lt"/>
            </a:endParaRPr>
          </a:p>
          <a:p>
            <a:pPr>
              <a:defRPr/>
            </a:pPr>
            <a:endParaRPr lang="en-US" sz="1600" dirty="0">
              <a:latin typeface="+mn-lt"/>
              <a:ea typeface="EMprint" panose="020B0503020204020204" pitchFamily="34" charset="0"/>
            </a:endParaRPr>
          </a:p>
          <a:p>
            <a:pPr>
              <a:defRPr/>
            </a:pPr>
            <a:endParaRPr lang="en-US" sz="1600" dirty="0">
              <a:latin typeface="+mn-lt"/>
              <a:ea typeface="EMprint" panose="020B050302020402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2EC667D-CF7A-26B0-0FF8-C052C6BFEF75}"/>
              </a:ext>
            </a:extLst>
          </p:cNvPr>
          <p:cNvSpPr>
            <a:spLocks noGrp="1"/>
          </p:cNvSpPr>
          <p:nvPr>
            <p:ph type="title"/>
          </p:nvPr>
        </p:nvSpPr>
        <p:spPr>
          <a:xfrm>
            <a:off x="963613" y="4406900"/>
            <a:ext cx="10363200" cy="1362075"/>
          </a:xfrm>
        </p:spPr>
        <p:txBody>
          <a:bodyPr/>
          <a:lstStyle/>
          <a:p>
            <a:pPr>
              <a:defRPr/>
            </a:pPr>
            <a:r>
              <a:rPr lang="en-US" dirty="0"/>
              <a:t>WRAPUP</a:t>
            </a:r>
          </a:p>
        </p:txBody>
      </p:sp>
      <p:sp>
        <p:nvSpPr>
          <p:cNvPr id="77827" name="Text Placeholder 6">
            <a:extLst>
              <a:ext uri="{FF2B5EF4-FFF2-40B4-BE49-F238E27FC236}">
                <a16:creationId xmlns:a16="http://schemas.microsoft.com/office/drawing/2014/main" id="{27E3E795-1C4C-CFED-31DA-6AEA67B9A341}"/>
              </a:ext>
            </a:extLst>
          </p:cNvPr>
          <p:cNvSpPr>
            <a:spLocks noGrp="1" noChangeArrowheads="1"/>
          </p:cNvSpPr>
          <p:nvPr>
            <p:ph type="body" idx="1"/>
          </p:nvPr>
        </p:nvSpPr>
        <p:spPr>
          <a:xfrm>
            <a:off x="963613" y="2906713"/>
            <a:ext cx="10363200" cy="1500187"/>
          </a:xfrm>
        </p:spPr>
        <p:txBody>
          <a:bodyPr/>
          <a:lstStyle/>
          <a:p>
            <a:endParaRPr lang="en-US" altLang="en-US"/>
          </a:p>
        </p:txBody>
      </p:sp>
      <p:sp>
        <p:nvSpPr>
          <p:cNvPr id="77828" name="Slide Number Placeholder 3">
            <a:extLst>
              <a:ext uri="{FF2B5EF4-FFF2-40B4-BE49-F238E27FC236}">
                <a16:creationId xmlns:a16="http://schemas.microsoft.com/office/drawing/2014/main" id="{FF3757D8-8D41-988F-0C4C-5522AF973D9E}"/>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8C490A5-163C-4ACD-BAAE-24C4F7BB8D03}" type="slidenum">
              <a:rPr lang="en-US" altLang="en-US" sz="1400" smtClean="0"/>
              <a:pPr>
                <a:spcBef>
                  <a:spcPct val="0"/>
                </a:spcBef>
                <a:buFontTx/>
                <a:buNone/>
              </a:pPr>
              <a:t>40</a:t>
            </a:fld>
            <a:endParaRPr lang="en-US" altLang="en-US" sz="14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a:extLst>
              <a:ext uri="{FF2B5EF4-FFF2-40B4-BE49-F238E27FC236}">
                <a16:creationId xmlns:a16="http://schemas.microsoft.com/office/drawing/2014/main" id="{FA449869-2805-EF36-D2E0-EA387770E33E}"/>
              </a:ext>
            </a:extLst>
          </p:cNvPr>
          <p:cNvSpPr>
            <a:spLocks noGrp="1" noChangeArrowheads="1"/>
          </p:cNvSpPr>
          <p:nvPr>
            <p:ph type="title"/>
          </p:nvPr>
        </p:nvSpPr>
        <p:spPr>
          <a:xfrm>
            <a:off x="1066800" y="-4763"/>
            <a:ext cx="7161213" cy="681038"/>
          </a:xfrm>
        </p:spPr>
        <p:txBody>
          <a:bodyPr/>
          <a:lstStyle/>
          <a:p>
            <a:r>
              <a:rPr lang="en-US" altLang="en-US"/>
              <a:t>Summary</a:t>
            </a:r>
          </a:p>
        </p:txBody>
      </p:sp>
      <p:sp>
        <p:nvSpPr>
          <p:cNvPr id="50179" name="Content Placeholder 2">
            <a:extLst>
              <a:ext uri="{FF2B5EF4-FFF2-40B4-BE49-F238E27FC236}">
                <a16:creationId xmlns:a16="http://schemas.microsoft.com/office/drawing/2014/main" id="{5DC3B3BD-461D-4C3D-4B6F-CC75265B4819}"/>
              </a:ext>
            </a:extLst>
          </p:cNvPr>
          <p:cNvSpPr>
            <a:spLocks noGrp="1" noChangeArrowheads="1"/>
          </p:cNvSpPr>
          <p:nvPr>
            <p:ph idx="1"/>
          </p:nvPr>
        </p:nvSpPr>
        <p:spPr>
          <a:xfrm>
            <a:off x="381000" y="457200"/>
            <a:ext cx="10439400" cy="3668713"/>
          </a:xfrm>
        </p:spPr>
        <p:txBody>
          <a:bodyPr/>
          <a:lstStyle/>
          <a:p>
            <a:pPr>
              <a:defRPr/>
            </a:pPr>
            <a:endParaRPr lang="en-US" altLang="en-US" sz="2800" dirty="0"/>
          </a:p>
          <a:p>
            <a:pPr>
              <a:defRPr/>
            </a:pPr>
            <a:r>
              <a:rPr lang="en-US" altLang="en-US" sz="2400" dirty="0"/>
              <a:t>Technical Career Stages</a:t>
            </a:r>
          </a:p>
          <a:p>
            <a:pPr lvl="1">
              <a:defRPr/>
            </a:pPr>
            <a:r>
              <a:rPr lang="en-US" altLang="en-US" sz="2400" dirty="0"/>
              <a:t>Apprentice </a:t>
            </a:r>
            <a:r>
              <a:rPr lang="en-US" altLang="en-US" sz="2400" dirty="0">
                <a:sym typeface="Wingdings" panose="05000000000000000000" pitchFamily="2" charset="2"/>
              </a:rPr>
              <a:t> Colleague  Expert  Sponsor</a:t>
            </a:r>
          </a:p>
          <a:p>
            <a:pPr lvl="1">
              <a:defRPr/>
            </a:pPr>
            <a:endParaRPr lang="en-US" altLang="en-US" dirty="0"/>
          </a:p>
          <a:p>
            <a:pPr>
              <a:defRPr/>
            </a:pPr>
            <a:r>
              <a:rPr lang="en-US" altLang="en-US" sz="2400" dirty="0"/>
              <a:t>Career Growth through Stages Rely on Experiences &amp; Mentoring</a:t>
            </a:r>
          </a:p>
          <a:p>
            <a:pPr lvl="1">
              <a:defRPr/>
            </a:pPr>
            <a:r>
              <a:rPr lang="en-US" altLang="en-US" sz="2400" dirty="0"/>
              <a:t>Mentors provide guidance coaching in Development Plan process, and assist navigating the Blind Spots</a:t>
            </a:r>
          </a:p>
          <a:p>
            <a:pPr marL="0" indent="0">
              <a:buFontTx/>
              <a:buNone/>
              <a:defRPr/>
            </a:pPr>
            <a:endParaRPr lang="en-US" altLang="en-US" sz="2800" dirty="0"/>
          </a:p>
          <a:p>
            <a:pPr>
              <a:defRPr/>
            </a:pPr>
            <a:r>
              <a:rPr lang="en-US" altLang="en-US" sz="2400" dirty="0"/>
              <a:t>Individual must take ownership of Setting and Accomplishing Development Goals and building their Support Network.</a:t>
            </a:r>
          </a:p>
          <a:p>
            <a:pPr>
              <a:defRPr/>
            </a:pPr>
            <a:endParaRPr lang="en-US" altLang="en-US" sz="2400" dirty="0"/>
          </a:p>
          <a:p>
            <a:pPr>
              <a:defRPr/>
            </a:pPr>
            <a:r>
              <a:rPr lang="en-US" altLang="en-US" sz="2400" dirty="0"/>
              <a:t>Communication and Networking are key enablers for driving technical progress and innovation.  Ideas do not sell themselves regardless of their value potential.</a:t>
            </a:r>
          </a:p>
        </p:txBody>
      </p:sp>
      <p:sp>
        <p:nvSpPr>
          <p:cNvPr id="78852" name="Slide Number Placeholder 3">
            <a:extLst>
              <a:ext uri="{FF2B5EF4-FFF2-40B4-BE49-F238E27FC236}">
                <a16:creationId xmlns:a16="http://schemas.microsoft.com/office/drawing/2014/main" id="{A45E5CD4-0FA8-ADEE-1054-B5F5638418E4}"/>
              </a:ext>
            </a:extLst>
          </p:cNvPr>
          <p:cNvSpPr>
            <a:spLocks noGrp="1"/>
          </p:cNvSpPr>
          <p:nvPr>
            <p:ph type="sldNum" sz="quarter" idx="11"/>
          </p:nvPr>
        </p:nvSpPr>
        <p:spPr>
          <a:xfrm>
            <a:off x="9753600" y="6400800"/>
            <a:ext cx="2540000" cy="4572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D87B048B-46D3-4148-BCA6-2A99FCC5796F}" type="slidenum">
              <a:rPr lang="en-US" altLang="en-US" sz="1400" smtClean="0">
                <a:solidFill>
                  <a:srgbClr val="000000"/>
                </a:solidFill>
              </a:rPr>
              <a:pPr>
                <a:spcBef>
                  <a:spcPct val="0"/>
                </a:spcBef>
                <a:buFontTx/>
                <a:buNone/>
              </a:pPr>
              <a:t>41</a:t>
            </a:fld>
            <a:endParaRPr lang="en-US" altLang="en-US" sz="1400">
              <a:solidFill>
                <a:srgbClr val="00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a:extLst>
              <a:ext uri="{FF2B5EF4-FFF2-40B4-BE49-F238E27FC236}">
                <a16:creationId xmlns:a16="http://schemas.microsoft.com/office/drawing/2014/main" id="{A8BCDCBB-3760-C1AF-9611-1E78CDD7F199}"/>
              </a:ext>
            </a:extLst>
          </p:cNvPr>
          <p:cNvSpPr>
            <a:spLocks noGrp="1" noChangeArrowheads="1"/>
          </p:cNvSpPr>
          <p:nvPr>
            <p:ph type="title"/>
          </p:nvPr>
        </p:nvSpPr>
        <p:spPr/>
        <p:txBody>
          <a:bodyPr/>
          <a:lstStyle/>
          <a:p>
            <a:r>
              <a:rPr lang="en-US" altLang="en-US"/>
              <a:t>Dr.Dr’s Suggested Reading</a:t>
            </a:r>
          </a:p>
        </p:txBody>
      </p:sp>
      <p:sp>
        <p:nvSpPr>
          <p:cNvPr id="79875" name="Content Placeholder 2">
            <a:extLst>
              <a:ext uri="{FF2B5EF4-FFF2-40B4-BE49-F238E27FC236}">
                <a16:creationId xmlns:a16="http://schemas.microsoft.com/office/drawing/2014/main" id="{DE8F1DF6-691E-03CE-E463-698897CF461C}"/>
              </a:ext>
            </a:extLst>
          </p:cNvPr>
          <p:cNvSpPr>
            <a:spLocks noGrp="1" noChangeArrowheads="1"/>
          </p:cNvSpPr>
          <p:nvPr>
            <p:ph idx="1"/>
          </p:nvPr>
        </p:nvSpPr>
        <p:spPr>
          <a:xfrm>
            <a:off x="457200" y="762000"/>
            <a:ext cx="11277600" cy="3581400"/>
          </a:xfrm>
        </p:spPr>
        <p:txBody>
          <a:bodyPr/>
          <a:lstStyle/>
          <a:p>
            <a:pPr marL="0" indent="0">
              <a:buFontTx/>
              <a:buNone/>
            </a:pPr>
            <a:r>
              <a:rPr lang="en-US" altLang="en-US" sz="2400"/>
              <a:t>Keirsey, David, “Please Understand Me II”, Prometheus Nemesis Book Co., 1998.</a:t>
            </a:r>
          </a:p>
          <a:p>
            <a:pPr lvl="1"/>
            <a:r>
              <a:rPr lang="en-US" altLang="en-US" sz="2000"/>
              <a:t>Detailed work on the KTI (similar to MBTI)</a:t>
            </a:r>
          </a:p>
          <a:p>
            <a:pPr lvl="1"/>
            <a:r>
              <a:rPr lang="en-US" altLang="en-US" sz="2000"/>
              <a:t>Know your type, strengths and weaknesses, and how to approach style preferences of others.</a:t>
            </a:r>
          </a:p>
          <a:p>
            <a:pPr lvl="1"/>
            <a:endParaRPr lang="en-US" altLang="en-US" sz="2000"/>
          </a:p>
          <a:p>
            <a:pPr marL="0" indent="0">
              <a:buFontTx/>
              <a:buNone/>
            </a:pPr>
            <a:r>
              <a:rPr lang="en-US" altLang="en-US" sz="2400"/>
              <a:t>Kahneman, Daniel, “Thinking, Fast &amp; Slow”, 2011.</a:t>
            </a:r>
          </a:p>
          <a:p>
            <a:pPr lvl="1"/>
            <a:r>
              <a:rPr lang="en-US" altLang="en-US" sz="2000"/>
              <a:t>WYSIATI, cognitive biases, framing choices, prospect theory, halo effect</a:t>
            </a:r>
          </a:p>
          <a:p>
            <a:pPr lvl="1"/>
            <a:endParaRPr lang="en-US" altLang="en-US" sz="2000"/>
          </a:p>
          <a:p>
            <a:pPr marL="0" indent="0">
              <a:buFontTx/>
              <a:buNone/>
            </a:pPr>
            <a:r>
              <a:rPr lang="en-US" altLang="en-US" sz="2400"/>
              <a:t>Kotter, John, “Leading Change”, Harvard Business Review, Jan  2007</a:t>
            </a:r>
          </a:p>
          <a:p>
            <a:pPr marL="0" indent="0">
              <a:buFontTx/>
              <a:buNone/>
            </a:pPr>
            <a:endParaRPr lang="en-US" altLang="en-US" sz="2400"/>
          </a:p>
          <a:p>
            <a:pPr marL="0" indent="0">
              <a:buFontTx/>
              <a:buNone/>
            </a:pPr>
            <a:r>
              <a:rPr lang="en-US" altLang="en-US" sz="2400"/>
              <a:t>Newport, Cal, “A World Without Email”,2021</a:t>
            </a:r>
          </a:p>
          <a:p>
            <a:pPr lvl="1"/>
            <a:r>
              <a:rPr lang="en-US" altLang="en-US" sz="2000"/>
              <a:t>Time spent on email has to be managed and balanced. Can spend 100% of your day on just email without generating value.</a:t>
            </a:r>
          </a:p>
          <a:p>
            <a:pPr lvl="1"/>
            <a:r>
              <a:rPr lang="en-US" altLang="en-US" sz="2000"/>
              <a:t>Email is used for many things that are more effectively done on other tools, such as task boards (Dr.Dr. is a GitHub Project Boards fan since RTO application work has many similarities to software engineering)</a:t>
            </a:r>
            <a:endParaRPr lang="en-US" altLang="en-US" sz="1600"/>
          </a:p>
        </p:txBody>
      </p:sp>
      <p:sp>
        <p:nvSpPr>
          <p:cNvPr id="79876" name="Slide Number Placeholder 3">
            <a:extLst>
              <a:ext uri="{FF2B5EF4-FFF2-40B4-BE49-F238E27FC236}">
                <a16:creationId xmlns:a16="http://schemas.microsoft.com/office/drawing/2014/main" id="{5F975DEA-C9DF-1417-8B8B-8F0D9B9BE6D3}"/>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34B1B7E2-9101-415B-8C22-B7DC328E8682}" type="slidenum">
              <a:rPr lang="en-US" altLang="en-US" sz="1400" smtClean="0"/>
              <a:pPr>
                <a:spcBef>
                  <a:spcPct val="0"/>
                </a:spcBef>
                <a:buFontTx/>
                <a:buNone/>
              </a:pPr>
              <a:t>42</a:t>
            </a:fld>
            <a:endParaRPr lang="en-US" altLang="en-US" sz="14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5">
            <a:extLst>
              <a:ext uri="{FF2B5EF4-FFF2-40B4-BE49-F238E27FC236}">
                <a16:creationId xmlns:a16="http://schemas.microsoft.com/office/drawing/2014/main" id="{BBCD94F9-5D0B-A5BB-5795-A604A0180752}"/>
              </a:ext>
            </a:extLst>
          </p:cNvPr>
          <p:cNvSpPr>
            <a:spLocks noGrp="1" noChangeArrowheads="1"/>
          </p:cNvSpPr>
          <p:nvPr>
            <p:ph type="title"/>
          </p:nvPr>
        </p:nvSpPr>
        <p:spPr/>
        <p:txBody>
          <a:bodyPr/>
          <a:lstStyle/>
          <a:p>
            <a:r>
              <a:rPr lang="en-US" altLang="en-US"/>
              <a:t>Dr.Dr’s Tips and Tricks to Expert Development</a:t>
            </a:r>
          </a:p>
        </p:txBody>
      </p:sp>
      <p:sp>
        <p:nvSpPr>
          <p:cNvPr id="34819" name="Content Placeholder 6">
            <a:extLst>
              <a:ext uri="{FF2B5EF4-FFF2-40B4-BE49-F238E27FC236}">
                <a16:creationId xmlns:a16="http://schemas.microsoft.com/office/drawing/2014/main" id="{228D8A4D-8B4D-697A-5FD0-93D6FD8C3D32}"/>
              </a:ext>
            </a:extLst>
          </p:cNvPr>
          <p:cNvSpPr>
            <a:spLocks noGrp="1"/>
          </p:cNvSpPr>
          <p:nvPr>
            <p:ph idx="1"/>
          </p:nvPr>
        </p:nvSpPr>
        <p:spPr>
          <a:xfrm>
            <a:off x="152400" y="914400"/>
            <a:ext cx="8915400" cy="5257800"/>
          </a:xfrm>
        </p:spPr>
        <p:txBody>
          <a:bodyPr/>
          <a:lstStyle/>
          <a:p>
            <a:pPr>
              <a:defRPr/>
            </a:pPr>
            <a:r>
              <a:rPr lang="en-US" sz="1800" b="1" dirty="0"/>
              <a:t>Do your best in your current role</a:t>
            </a:r>
          </a:p>
          <a:p>
            <a:pPr lvl="1">
              <a:defRPr/>
            </a:pPr>
            <a:r>
              <a:rPr lang="en-US" sz="1400" dirty="0"/>
              <a:t>Enhance your team’s value if you expect others to want you on their teams</a:t>
            </a:r>
          </a:p>
          <a:p>
            <a:pPr>
              <a:defRPr/>
            </a:pPr>
            <a:r>
              <a:rPr lang="en-US" sz="1800" b="1" dirty="0"/>
              <a:t>Approach tough assignments with a “can do” attitude</a:t>
            </a:r>
          </a:p>
          <a:p>
            <a:pPr lvl="1">
              <a:defRPr/>
            </a:pPr>
            <a:r>
              <a:rPr lang="en-US" sz="1400" dirty="0"/>
              <a:t>Can’t become an expert or gain reputation by doing only easy problems</a:t>
            </a:r>
          </a:p>
          <a:p>
            <a:pPr lvl="1">
              <a:defRPr/>
            </a:pPr>
            <a:r>
              <a:rPr lang="en-US" sz="1400" dirty="0"/>
              <a:t>If you don’t have all of the skills, leverage mentors and literature to acquire them </a:t>
            </a:r>
          </a:p>
          <a:p>
            <a:pPr lvl="1">
              <a:defRPr/>
            </a:pPr>
            <a:r>
              <a:rPr lang="en-US" sz="1400" dirty="0"/>
              <a:t>When asked if you would be willing to do a tough assignment, recognize the question itself is a test.  </a:t>
            </a:r>
            <a:endParaRPr lang="en-US" sz="1800" b="1" dirty="0"/>
          </a:p>
          <a:p>
            <a:pPr>
              <a:defRPr/>
            </a:pPr>
            <a:r>
              <a:rPr lang="en-US" sz="1800" b="1" dirty="0"/>
              <a:t>Present every chance you get</a:t>
            </a:r>
          </a:p>
          <a:p>
            <a:pPr lvl="1">
              <a:defRPr/>
            </a:pPr>
            <a:r>
              <a:rPr lang="en-US" sz="1600" dirty="0"/>
              <a:t>Recognize part of the job is sales of ideas and yourself</a:t>
            </a:r>
          </a:p>
          <a:p>
            <a:pPr lvl="1">
              <a:defRPr/>
            </a:pPr>
            <a:r>
              <a:rPr lang="en-US" sz="1600" dirty="0"/>
              <a:t>Your next presentation could be setup for your next assignment</a:t>
            </a:r>
          </a:p>
          <a:p>
            <a:pPr lvl="1">
              <a:defRPr/>
            </a:pPr>
            <a:r>
              <a:rPr lang="en-US" sz="1600" dirty="0"/>
              <a:t>Be active in network meetings for your technology area</a:t>
            </a:r>
          </a:p>
          <a:p>
            <a:pPr>
              <a:defRPr/>
            </a:pPr>
            <a:r>
              <a:rPr lang="en-US" sz="1800" b="1" dirty="0"/>
              <a:t>Keep the learning curve steep</a:t>
            </a:r>
          </a:p>
          <a:p>
            <a:pPr lvl="1">
              <a:defRPr/>
            </a:pPr>
            <a:r>
              <a:rPr lang="en-US" sz="1600" dirty="0"/>
              <a:t>Creating an expert requires diverse work experiences </a:t>
            </a:r>
          </a:p>
          <a:p>
            <a:pPr lvl="2">
              <a:defRPr/>
            </a:pPr>
            <a:r>
              <a:rPr lang="en-US" sz="1400" dirty="0"/>
              <a:t>Even within a single tech area there are many </a:t>
            </a:r>
          </a:p>
          <a:p>
            <a:pPr marL="914400" lvl="2" indent="0">
              <a:buFontTx/>
              <a:buNone/>
              <a:defRPr/>
            </a:pPr>
            <a:r>
              <a:rPr lang="en-US" sz="1400" dirty="0"/>
              <a:t>         possible work experiences</a:t>
            </a:r>
            <a:endParaRPr lang="en-US" sz="1600" dirty="0"/>
          </a:p>
          <a:p>
            <a:pPr>
              <a:defRPr/>
            </a:pPr>
            <a:r>
              <a:rPr lang="en-US" sz="1800" b="1" dirty="0"/>
              <a:t>Set Balanced Developmental Goals</a:t>
            </a:r>
          </a:p>
          <a:p>
            <a:pPr lvl="1">
              <a:defRPr/>
            </a:pPr>
            <a:r>
              <a:rPr lang="en-US" sz="1400" dirty="0"/>
              <a:t>Seek mentor’s guidance on goals</a:t>
            </a:r>
          </a:p>
          <a:p>
            <a:pPr lvl="1">
              <a:defRPr/>
            </a:pPr>
            <a:r>
              <a:rPr lang="en-US" sz="1400" dirty="0"/>
              <a:t>Monitor your progress</a:t>
            </a:r>
          </a:p>
          <a:p>
            <a:pPr>
              <a:defRPr/>
            </a:pPr>
            <a:r>
              <a:rPr lang="en-US" sz="1800" b="1" dirty="0"/>
              <a:t>Grow your mentor network</a:t>
            </a:r>
          </a:p>
          <a:p>
            <a:pPr lvl="1">
              <a:defRPr/>
            </a:pPr>
            <a:r>
              <a:rPr lang="en-US" sz="1400" dirty="0"/>
              <a:t>Experts are forged, not born.</a:t>
            </a:r>
          </a:p>
          <a:p>
            <a:pPr lvl="1">
              <a:defRPr/>
            </a:pPr>
            <a:r>
              <a:rPr lang="en-US" sz="1400" dirty="0"/>
              <a:t>Identify who knows their stuff and leverage them throughout your career.</a:t>
            </a:r>
          </a:p>
        </p:txBody>
      </p:sp>
      <p:sp>
        <p:nvSpPr>
          <p:cNvPr id="80900" name="Slide Number Placeholder 4">
            <a:extLst>
              <a:ext uri="{FF2B5EF4-FFF2-40B4-BE49-F238E27FC236}">
                <a16:creationId xmlns:a16="http://schemas.microsoft.com/office/drawing/2014/main" id="{95216CB3-003C-34FE-907D-DAA21C26376A}"/>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BA2DBA55-BF8B-403D-B5AE-B82BA7D4172C}" type="slidenum">
              <a:rPr lang="en-US" altLang="en-US" sz="1400" smtClean="0"/>
              <a:pPr>
                <a:spcBef>
                  <a:spcPct val="0"/>
                </a:spcBef>
                <a:buFontTx/>
                <a:buNone/>
              </a:pPr>
              <a:t>43</a:t>
            </a:fld>
            <a:endParaRPr lang="en-US" altLang="en-US" sz="1400"/>
          </a:p>
        </p:txBody>
      </p:sp>
      <p:grpSp>
        <p:nvGrpSpPr>
          <p:cNvPr id="80901" name="Group 1">
            <a:extLst>
              <a:ext uri="{FF2B5EF4-FFF2-40B4-BE49-F238E27FC236}">
                <a16:creationId xmlns:a16="http://schemas.microsoft.com/office/drawing/2014/main" id="{168F73BA-06BB-173C-DC51-ADFABBFAA310}"/>
              </a:ext>
            </a:extLst>
          </p:cNvPr>
          <p:cNvGrpSpPr>
            <a:grpSpLocks/>
          </p:cNvGrpSpPr>
          <p:nvPr/>
        </p:nvGrpSpPr>
        <p:grpSpPr bwMode="auto">
          <a:xfrm>
            <a:off x="6097588" y="3805238"/>
            <a:ext cx="2655887" cy="1452562"/>
            <a:chOff x="2362200" y="1290915"/>
            <a:chExt cx="4267200" cy="1604685"/>
          </a:xfrm>
        </p:grpSpPr>
        <p:sp>
          <p:nvSpPr>
            <p:cNvPr id="17" name="Freeform 16">
              <a:extLst>
                <a:ext uri="{FF2B5EF4-FFF2-40B4-BE49-F238E27FC236}">
                  <a16:creationId xmlns:a16="http://schemas.microsoft.com/office/drawing/2014/main" id="{5D057870-5672-638C-2603-B2827A3CBE5F}"/>
                </a:ext>
              </a:extLst>
            </p:cNvPr>
            <p:cNvSpPr/>
            <p:nvPr/>
          </p:nvSpPr>
          <p:spPr bwMode="auto">
            <a:xfrm>
              <a:off x="2438719" y="2216897"/>
              <a:ext cx="1333978" cy="678703"/>
            </a:xfrm>
            <a:custGeom>
              <a:avLst/>
              <a:gdLst>
                <a:gd name="connsiteX0" fmla="*/ 0 w 982414"/>
                <a:gd name="connsiteY0" fmla="*/ 906843 h 906843"/>
                <a:gd name="connsiteX1" fmla="*/ 385409 w 982414"/>
                <a:gd name="connsiteY1" fmla="*/ 347623 h 906843"/>
                <a:gd name="connsiteX2" fmla="*/ 672576 w 982414"/>
                <a:gd name="connsiteY2" fmla="*/ 75570 h 906843"/>
                <a:gd name="connsiteX3" fmla="*/ 982414 w 982414"/>
                <a:gd name="connsiteY3" fmla="*/ 0 h 906843"/>
              </a:gdLst>
              <a:ahLst/>
              <a:cxnLst>
                <a:cxn ang="0">
                  <a:pos x="connsiteX0" y="connsiteY0"/>
                </a:cxn>
                <a:cxn ang="0">
                  <a:pos x="connsiteX1" y="connsiteY1"/>
                </a:cxn>
                <a:cxn ang="0">
                  <a:pos x="connsiteX2" y="connsiteY2"/>
                </a:cxn>
                <a:cxn ang="0">
                  <a:pos x="connsiteX3" y="connsiteY3"/>
                </a:cxn>
              </a:cxnLst>
              <a:rect l="l" t="t" r="r" b="b"/>
              <a:pathLst>
                <a:path w="982414" h="906843">
                  <a:moveTo>
                    <a:pt x="0" y="906843"/>
                  </a:moveTo>
                  <a:cubicBezTo>
                    <a:pt x="136656" y="696505"/>
                    <a:pt x="273313" y="486168"/>
                    <a:pt x="385409" y="347623"/>
                  </a:cubicBezTo>
                  <a:cubicBezTo>
                    <a:pt x="497505" y="209077"/>
                    <a:pt x="573075" y="133507"/>
                    <a:pt x="672576" y="75570"/>
                  </a:cubicBezTo>
                  <a:cubicBezTo>
                    <a:pt x="772077" y="17633"/>
                    <a:pt x="877245" y="8816"/>
                    <a:pt x="982414" y="0"/>
                  </a:cubicBezTo>
                </a:path>
              </a:pathLst>
            </a:custGeom>
            <a:noFill/>
            <a:ln w="22225" cap="flat" cmpd="sng" algn="ctr">
              <a:solidFill>
                <a:schemeClr val="accent6"/>
              </a:solidFill>
              <a:prstDash val="solid"/>
              <a:round/>
              <a:headEnd type="none" w="med" len="med"/>
              <a:tailEnd type="none" w="med" len="med"/>
            </a:ln>
            <a:effectLst/>
          </p:spPr>
          <p:txBody>
            <a:bodyPr/>
            <a:lstStyle/>
            <a:p>
              <a:pPr>
                <a:defRPr/>
              </a:pPr>
              <a:endParaRPr lang="en-US">
                <a:cs typeface="Arial" charset="0"/>
              </a:endParaRPr>
            </a:p>
          </p:txBody>
        </p:sp>
        <p:sp>
          <p:nvSpPr>
            <p:cNvPr id="20" name="Freeform 19">
              <a:extLst>
                <a:ext uri="{FF2B5EF4-FFF2-40B4-BE49-F238E27FC236}">
                  <a16:creationId xmlns:a16="http://schemas.microsoft.com/office/drawing/2014/main" id="{BAE7BD74-2641-FB18-D978-DA77F8AB7A71}"/>
                </a:ext>
              </a:extLst>
            </p:cNvPr>
            <p:cNvSpPr/>
            <p:nvPr/>
          </p:nvSpPr>
          <p:spPr bwMode="auto">
            <a:xfrm>
              <a:off x="3759944" y="1934542"/>
              <a:ext cx="913125" cy="448961"/>
            </a:xfrm>
            <a:custGeom>
              <a:avLst/>
              <a:gdLst>
                <a:gd name="connsiteX0" fmla="*/ 0 w 672576"/>
                <a:gd name="connsiteY0" fmla="*/ 396644 h 396644"/>
                <a:gd name="connsiteX1" fmla="*/ 45343 w 672576"/>
                <a:gd name="connsiteY1" fmla="*/ 260618 h 396644"/>
                <a:gd name="connsiteX2" fmla="*/ 105799 w 672576"/>
                <a:gd name="connsiteY2" fmla="*/ 200162 h 396644"/>
                <a:gd name="connsiteX3" fmla="*/ 415637 w 672576"/>
                <a:gd name="connsiteY3" fmla="*/ 26350 h 396644"/>
                <a:gd name="connsiteX4" fmla="*/ 672576 w 672576"/>
                <a:gd name="connsiteY4" fmla="*/ 3679 h 3966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576" h="396644">
                  <a:moveTo>
                    <a:pt x="0" y="396644"/>
                  </a:moveTo>
                  <a:cubicBezTo>
                    <a:pt x="13855" y="345004"/>
                    <a:pt x="27710" y="293365"/>
                    <a:pt x="45343" y="260618"/>
                  </a:cubicBezTo>
                  <a:cubicBezTo>
                    <a:pt x="62976" y="227871"/>
                    <a:pt x="44083" y="239207"/>
                    <a:pt x="105799" y="200162"/>
                  </a:cubicBezTo>
                  <a:cubicBezTo>
                    <a:pt x="167515" y="161117"/>
                    <a:pt x="321174" y="59097"/>
                    <a:pt x="415637" y="26350"/>
                  </a:cubicBezTo>
                  <a:cubicBezTo>
                    <a:pt x="510100" y="-6397"/>
                    <a:pt x="591338" y="-1359"/>
                    <a:pt x="672576" y="3679"/>
                  </a:cubicBezTo>
                </a:path>
              </a:pathLst>
            </a:custGeom>
            <a:noFill/>
            <a:ln w="22225" cap="flat" cmpd="sng" algn="ctr">
              <a:solidFill>
                <a:schemeClr val="accent6"/>
              </a:solidFill>
              <a:prstDash val="solid"/>
              <a:round/>
              <a:headEnd type="none" w="med" len="med"/>
              <a:tailEnd type="none" w="med" len="med"/>
            </a:ln>
            <a:effectLst/>
          </p:spPr>
          <p:txBody>
            <a:bodyPr/>
            <a:lstStyle/>
            <a:p>
              <a:pPr>
                <a:defRPr/>
              </a:pPr>
              <a:endParaRPr lang="en-US">
                <a:cs typeface="Arial" charset="0"/>
              </a:endParaRPr>
            </a:p>
          </p:txBody>
        </p:sp>
        <p:sp>
          <p:nvSpPr>
            <p:cNvPr id="21" name="Freeform 20">
              <a:extLst>
                <a:ext uri="{FF2B5EF4-FFF2-40B4-BE49-F238E27FC236}">
                  <a16:creationId xmlns:a16="http://schemas.microsoft.com/office/drawing/2014/main" id="{77E1D66D-1DDB-C6A3-00D4-B370F998976A}"/>
                </a:ext>
              </a:extLst>
            </p:cNvPr>
            <p:cNvSpPr/>
            <p:nvPr/>
          </p:nvSpPr>
          <p:spPr bwMode="auto">
            <a:xfrm>
              <a:off x="4678170" y="1618867"/>
              <a:ext cx="913125" cy="447208"/>
            </a:xfrm>
            <a:custGeom>
              <a:avLst/>
              <a:gdLst>
                <a:gd name="connsiteX0" fmla="*/ 0 w 672576"/>
                <a:gd name="connsiteY0" fmla="*/ 396644 h 396644"/>
                <a:gd name="connsiteX1" fmla="*/ 45343 w 672576"/>
                <a:gd name="connsiteY1" fmla="*/ 260618 h 396644"/>
                <a:gd name="connsiteX2" fmla="*/ 105799 w 672576"/>
                <a:gd name="connsiteY2" fmla="*/ 200162 h 396644"/>
                <a:gd name="connsiteX3" fmla="*/ 415637 w 672576"/>
                <a:gd name="connsiteY3" fmla="*/ 26350 h 396644"/>
                <a:gd name="connsiteX4" fmla="*/ 672576 w 672576"/>
                <a:gd name="connsiteY4" fmla="*/ 3679 h 3966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576" h="396644">
                  <a:moveTo>
                    <a:pt x="0" y="396644"/>
                  </a:moveTo>
                  <a:cubicBezTo>
                    <a:pt x="13855" y="345004"/>
                    <a:pt x="27710" y="293365"/>
                    <a:pt x="45343" y="260618"/>
                  </a:cubicBezTo>
                  <a:cubicBezTo>
                    <a:pt x="62976" y="227871"/>
                    <a:pt x="44083" y="239207"/>
                    <a:pt x="105799" y="200162"/>
                  </a:cubicBezTo>
                  <a:cubicBezTo>
                    <a:pt x="167515" y="161117"/>
                    <a:pt x="321174" y="59097"/>
                    <a:pt x="415637" y="26350"/>
                  </a:cubicBezTo>
                  <a:cubicBezTo>
                    <a:pt x="510100" y="-6397"/>
                    <a:pt x="591338" y="-1359"/>
                    <a:pt x="672576" y="3679"/>
                  </a:cubicBezTo>
                </a:path>
              </a:pathLst>
            </a:custGeom>
            <a:noFill/>
            <a:ln w="22225" cap="flat" cmpd="sng" algn="ctr">
              <a:solidFill>
                <a:schemeClr val="accent6"/>
              </a:solidFill>
              <a:prstDash val="solid"/>
              <a:round/>
              <a:headEnd type="none" w="med" len="med"/>
              <a:tailEnd type="none" w="med" len="med"/>
            </a:ln>
            <a:effectLst/>
          </p:spPr>
          <p:txBody>
            <a:bodyPr/>
            <a:lstStyle/>
            <a:p>
              <a:pPr>
                <a:defRPr/>
              </a:pPr>
              <a:endParaRPr lang="en-US">
                <a:cs typeface="Arial" charset="0"/>
              </a:endParaRPr>
            </a:p>
          </p:txBody>
        </p:sp>
        <p:sp>
          <p:nvSpPr>
            <p:cNvPr id="22" name="Freeform 21">
              <a:extLst>
                <a:ext uri="{FF2B5EF4-FFF2-40B4-BE49-F238E27FC236}">
                  <a16:creationId xmlns:a16="http://schemas.microsoft.com/office/drawing/2014/main" id="{4A3D3903-4D89-4E90-F158-CEC33142F9D7}"/>
                </a:ext>
              </a:extLst>
            </p:cNvPr>
            <p:cNvSpPr/>
            <p:nvPr/>
          </p:nvSpPr>
          <p:spPr bwMode="auto">
            <a:xfrm>
              <a:off x="5598946" y="1290915"/>
              <a:ext cx="913125" cy="447207"/>
            </a:xfrm>
            <a:custGeom>
              <a:avLst/>
              <a:gdLst>
                <a:gd name="connsiteX0" fmla="*/ 0 w 672576"/>
                <a:gd name="connsiteY0" fmla="*/ 396644 h 396644"/>
                <a:gd name="connsiteX1" fmla="*/ 45343 w 672576"/>
                <a:gd name="connsiteY1" fmla="*/ 260618 h 396644"/>
                <a:gd name="connsiteX2" fmla="*/ 105799 w 672576"/>
                <a:gd name="connsiteY2" fmla="*/ 200162 h 396644"/>
                <a:gd name="connsiteX3" fmla="*/ 415637 w 672576"/>
                <a:gd name="connsiteY3" fmla="*/ 26350 h 396644"/>
                <a:gd name="connsiteX4" fmla="*/ 672576 w 672576"/>
                <a:gd name="connsiteY4" fmla="*/ 3679 h 3966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576" h="396644">
                  <a:moveTo>
                    <a:pt x="0" y="396644"/>
                  </a:moveTo>
                  <a:cubicBezTo>
                    <a:pt x="13855" y="345004"/>
                    <a:pt x="27710" y="293365"/>
                    <a:pt x="45343" y="260618"/>
                  </a:cubicBezTo>
                  <a:cubicBezTo>
                    <a:pt x="62976" y="227871"/>
                    <a:pt x="44083" y="239207"/>
                    <a:pt x="105799" y="200162"/>
                  </a:cubicBezTo>
                  <a:cubicBezTo>
                    <a:pt x="167515" y="161117"/>
                    <a:pt x="321174" y="59097"/>
                    <a:pt x="415637" y="26350"/>
                  </a:cubicBezTo>
                  <a:cubicBezTo>
                    <a:pt x="510100" y="-6397"/>
                    <a:pt x="591338" y="-1359"/>
                    <a:pt x="672576" y="3679"/>
                  </a:cubicBezTo>
                </a:path>
              </a:pathLst>
            </a:custGeom>
            <a:noFill/>
            <a:ln w="22225" cap="flat" cmpd="sng" algn="ctr">
              <a:solidFill>
                <a:schemeClr val="accent6"/>
              </a:solidFill>
              <a:prstDash val="solid"/>
              <a:round/>
              <a:headEnd type="none" w="med" len="med"/>
              <a:tailEnd type="none" w="med" len="med"/>
            </a:ln>
            <a:effectLst/>
          </p:spPr>
          <p:txBody>
            <a:bodyPr/>
            <a:lstStyle/>
            <a:p>
              <a:pPr>
                <a:defRPr/>
              </a:pPr>
              <a:endParaRPr lang="en-US">
                <a:cs typeface="Arial" charset="0"/>
              </a:endParaRPr>
            </a:p>
          </p:txBody>
        </p:sp>
        <p:cxnSp>
          <p:nvCxnSpPr>
            <p:cNvPr id="24" name="Straight Connector 23">
              <a:extLst>
                <a:ext uri="{FF2B5EF4-FFF2-40B4-BE49-F238E27FC236}">
                  <a16:creationId xmlns:a16="http://schemas.microsoft.com/office/drawing/2014/main" id="{6D214E35-760C-C46F-B214-C23CA2F40192}"/>
                </a:ext>
              </a:extLst>
            </p:cNvPr>
            <p:cNvCxnSpPr/>
            <p:nvPr/>
          </p:nvCxnSpPr>
          <p:spPr bwMode="auto">
            <a:xfrm flipV="1">
              <a:off x="3782786" y="2187623"/>
              <a:ext cx="2541814" cy="28066"/>
            </a:xfrm>
            <a:prstGeom prst="line">
              <a:avLst/>
            </a:prstGeom>
            <a:solidFill>
              <a:schemeClr val="accent1"/>
            </a:solidFill>
            <a:ln w="22225" cap="flat" cmpd="sng" algn="ctr">
              <a:gradFill>
                <a:gsLst>
                  <a:gs pos="0">
                    <a:srgbClr val="C00000"/>
                  </a:gs>
                  <a:gs pos="43000">
                    <a:srgbClr val="FFB7B7"/>
                  </a:gs>
                  <a:gs pos="19000">
                    <a:srgbClr val="FF0000"/>
                  </a:gs>
                  <a:gs pos="100000">
                    <a:schemeClr val="bg1"/>
                  </a:gs>
                </a:gsLst>
                <a:lin ang="5400000" scaled="0"/>
              </a:gradFill>
              <a:prstDash val="dash"/>
              <a:round/>
              <a:headEnd type="none" w="med" len="med"/>
              <a:tailEnd type="none" w="med" len="med"/>
            </a:ln>
            <a:effectLst/>
          </p:spPr>
        </p:cxnSp>
        <p:cxnSp>
          <p:nvCxnSpPr>
            <p:cNvPr id="28" name="Straight Connector 27">
              <a:extLst>
                <a:ext uri="{FF2B5EF4-FFF2-40B4-BE49-F238E27FC236}">
                  <a16:creationId xmlns:a16="http://schemas.microsoft.com/office/drawing/2014/main" id="{4231A00B-3FB4-CC96-A1A7-B05BCAC48207}"/>
                </a:ext>
              </a:extLst>
            </p:cNvPr>
            <p:cNvCxnSpPr>
              <a:stCxn id="22" idx="0"/>
              <a:endCxn id="21" idx="4"/>
            </p:cNvCxnSpPr>
            <p:nvPr/>
          </p:nvCxnSpPr>
          <p:spPr bwMode="auto">
            <a:xfrm flipH="1" flipV="1">
              <a:off x="5591295" y="1622374"/>
              <a:ext cx="7651" cy="115748"/>
            </a:xfrm>
            <a:prstGeom prst="line">
              <a:avLst/>
            </a:prstGeom>
            <a:solidFill>
              <a:schemeClr val="accent1"/>
            </a:solidFill>
            <a:ln w="22225" cap="flat" cmpd="sng" algn="ctr">
              <a:solidFill>
                <a:schemeClr val="accent6"/>
              </a:solidFill>
              <a:prstDash val="solid"/>
              <a:round/>
              <a:headEnd type="none" w="med" len="med"/>
              <a:tailEnd type="none" w="med" len="med"/>
            </a:ln>
            <a:effectLst/>
          </p:spPr>
        </p:cxnSp>
        <p:cxnSp>
          <p:nvCxnSpPr>
            <p:cNvPr id="31" name="Straight Connector 30">
              <a:extLst>
                <a:ext uri="{FF2B5EF4-FFF2-40B4-BE49-F238E27FC236}">
                  <a16:creationId xmlns:a16="http://schemas.microsoft.com/office/drawing/2014/main" id="{205704C7-52BF-7849-436F-403CE9F1B066}"/>
                </a:ext>
              </a:extLst>
            </p:cNvPr>
            <p:cNvCxnSpPr/>
            <p:nvPr/>
          </p:nvCxnSpPr>
          <p:spPr bwMode="auto">
            <a:xfrm flipH="1" flipV="1">
              <a:off x="4678170" y="1934542"/>
              <a:ext cx="0" cy="131532"/>
            </a:xfrm>
            <a:prstGeom prst="line">
              <a:avLst/>
            </a:prstGeom>
            <a:solidFill>
              <a:schemeClr val="accent1"/>
            </a:solidFill>
            <a:ln w="22225" cap="flat" cmpd="sng" algn="ctr">
              <a:solidFill>
                <a:schemeClr val="accent6"/>
              </a:solidFill>
              <a:prstDash val="solid"/>
              <a:round/>
              <a:headEnd type="none" w="med" len="med"/>
              <a:tailEnd type="none" w="med" len="med"/>
            </a:ln>
            <a:effectLst/>
          </p:spPr>
        </p:cxnSp>
        <p:cxnSp>
          <p:nvCxnSpPr>
            <p:cNvPr id="32" name="Straight Connector 31">
              <a:extLst>
                <a:ext uri="{FF2B5EF4-FFF2-40B4-BE49-F238E27FC236}">
                  <a16:creationId xmlns:a16="http://schemas.microsoft.com/office/drawing/2014/main" id="{2A590A92-8C6A-2879-B6C5-FC0ABADFA6F0}"/>
                </a:ext>
              </a:extLst>
            </p:cNvPr>
            <p:cNvCxnSpPr/>
            <p:nvPr/>
          </p:nvCxnSpPr>
          <p:spPr bwMode="auto">
            <a:xfrm flipV="1">
              <a:off x="3757393" y="2211636"/>
              <a:ext cx="10203" cy="198175"/>
            </a:xfrm>
            <a:prstGeom prst="line">
              <a:avLst/>
            </a:prstGeom>
            <a:solidFill>
              <a:schemeClr val="accent1"/>
            </a:solidFill>
            <a:ln w="22225" cap="flat" cmpd="sng" algn="ctr">
              <a:solidFill>
                <a:schemeClr val="accent6"/>
              </a:solidFill>
              <a:prstDash val="solid"/>
              <a:round/>
              <a:headEnd type="none" w="med" len="med"/>
              <a:tailEnd type="none" w="med" len="med"/>
            </a:ln>
            <a:effectLst/>
          </p:spPr>
        </p:cxnSp>
        <p:sp>
          <p:nvSpPr>
            <p:cNvPr id="80910" name="TextBox 33">
              <a:extLst>
                <a:ext uri="{FF2B5EF4-FFF2-40B4-BE49-F238E27FC236}">
                  <a16:creationId xmlns:a16="http://schemas.microsoft.com/office/drawing/2014/main" id="{CE569C21-4D39-092B-0B23-116135DC6D2B}"/>
                </a:ext>
              </a:extLst>
            </p:cNvPr>
            <p:cNvSpPr txBox="1">
              <a:spLocks noChangeArrowheads="1"/>
            </p:cNvSpPr>
            <p:nvPr/>
          </p:nvSpPr>
          <p:spPr bwMode="auto">
            <a:xfrm>
              <a:off x="4903787" y="1944688"/>
              <a:ext cx="737119" cy="646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a:t>X</a:t>
              </a:r>
            </a:p>
          </p:txBody>
        </p:sp>
        <p:cxnSp>
          <p:nvCxnSpPr>
            <p:cNvPr id="80911" name="Straight Connector 35">
              <a:extLst>
                <a:ext uri="{FF2B5EF4-FFF2-40B4-BE49-F238E27FC236}">
                  <a16:creationId xmlns:a16="http://schemas.microsoft.com/office/drawing/2014/main" id="{F6870F7C-1C63-BD4A-E8D1-C3A880EAD487}"/>
                </a:ext>
              </a:extLst>
            </p:cNvPr>
            <p:cNvCxnSpPr>
              <a:cxnSpLocks noChangeShapeType="1"/>
            </p:cNvCxnSpPr>
            <p:nvPr/>
          </p:nvCxnSpPr>
          <p:spPr bwMode="auto">
            <a:xfrm>
              <a:off x="2362200" y="1371600"/>
              <a:ext cx="0" cy="152400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12" name="Straight Connector 36">
              <a:extLst>
                <a:ext uri="{FF2B5EF4-FFF2-40B4-BE49-F238E27FC236}">
                  <a16:creationId xmlns:a16="http://schemas.microsoft.com/office/drawing/2014/main" id="{C3CC9D80-D64D-C496-BAF2-C6F6BF8DF643}"/>
                </a:ext>
              </a:extLst>
            </p:cNvPr>
            <p:cNvCxnSpPr>
              <a:cxnSpLocks noChangeShapeType="1"/>
            </p:cNvCxnSpPr>
            <p:nvPr/>
          </p:nvCxnSpPr>
          <p:spPr bwMode="auto">
            <a:xfrm flipH="1">
              <a:off x="2362200" y="2892425"/>
              <a:ext cx="4267200"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A6DF5DB-0CE3-353B-4B00-49E27304BCA1}"/>
              </a:ext>
            </a:extLst>
          </p:cNvPr>
          <p:cNvSpPr>
            <a:spLocks noGrp="1"/>
          </p:cNvSpPr>
          <p:nvPr>
            <p:ph type="title"/>
          </p:nvPr>
        </p:nvSpPr>
        <p:spPr>
          <a:xfrm>
            <a:off x="963613" y="4406900"/>
            <a:ext cx="10363200" cy="1362075"/>
          </a:xfrm>
        </p:spPr>
        <p:txBody>
          <a:bodyPr/>
          <a:lstStyle/>
          <a:p>
            <a:pPr>
              <a:defRPr/>
            </a:pPr>
            <a:r>
              <a:rPr lang="en-US" dirty="0"/>
              <a:t>Thank YOU !</a:t>
            </a:r>
          </a:p>
        </p:txBody>
      </p:sp>
      <p:sp>
        <p:nvSpPr>
          <p:cNvPr id="81923" name="Text Placeholder 5">
            <a:extLst>
              <a:ext uri="{FF2B5EF4-FFF2-40B4-BE49-F238E27FC236}">
                <a16:creationId xmlns:a16="http://schemas.microsoft.com/office/drawing/2014/main" id="{F7A9755C-CB94-9E5C-DC5E-0F81488EFCFE}"/>
              </a:ext>
            </a:extLst>
          </p:cNvPr>
          <p:cNvSpPr>
            <a:spLocks noGrp="1" noChangeArrowheads="1"/>
          </p:cNvSpPr>
          <p:nvPr>
            <p:ph type="body" idx="1"/>
          </p:nvPr>
        </p:nvSpPr>
        <p:spPr>
          <a:xfrm>
            <a:off x="963613" y="2906713"/>
            <a:ext cx="10363200" cy="1500187"/>
          </a:xfrm>
        </p:spPr>
        <p:txBody>
          <a:bodyPr/>
          <a:lstStyle/>
          <a:p>
            <a:endParaRPr lang="en-US" altLang="en-US"/>
          </a:p>
        </p:txBody>
      </p:sp>
      <p:sp>
        <p:nvSpPr>
          <p:cNvPr id="81924" name="Slide Number Placeholder 3">
            <a:extLst>
              <a:ext uri="{FF2B5EF4-FFF2-40B4-BE49-F238E27FC236}">
                <a16:creationId xmlns:a16="http://schemas.microsoft.com/office/drawing/2014/main" id="{3CA20F70-5F56-5BCF-1189-C4335F4DD6FE}"/>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A3BB5AC-358B-4A94-80A3-1982F7564769}" type="slidenum">
              <a:rPr lang="en-US" altLang="en-US" sz="1400" smtClean="0"/>
              <a:pPr>
                <a:spcBef>
                  <a:spcPct val="0"/>
                </a:spcBef>
                <a:buFontTx/>
                <a:buNone/>
              </a:pPr>
              <a:t>44</a:t>
            </a:fld>
            <a:endParaRPr lang="en-US" altLang="en-US" sz="14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a:extLst>
              <a:ext uri="{FF2B5EF4-FFF2-40B4-BE49-F238E27FC236}">
                <a16:creationId xmlns:a16="http://schemas.microsoft.com/office/drawing/2014/main" id="{B35953E9-4C41-E2BC-2984-F8326304E8E4}"/>
              </a:ext>
            </a:extLst>
          </p:cNvPr>
          <p:cNvSpPr>
            <a:spLocks noGrp="1" noChangeArrowheads="1"/>
          </p:cNvSpPr>
          <p:nvPr>
            <p:ph type="title"/>
          </p:nvPr>
        </p:nvSpPr>
        <p:spPr/>
        <p:txBody>
          <a:bodyPr/>
          <a:lstStyle/>
          <a:p>
            <a:r>
              <a:rPr lang="en-US" altLang="en-US"/>
              <a:t>Abstract</a:t>
            </a:r>
          </a:p>
        </p:txBody>
      </p:sp>
      <p:sp>
        <p:nvSpPr>
          <p:cNvPr id="82947" name="Content Placeholder 2">
            <a:extLst>
              <a:ext uri="{FF2B5EF4-FFF2-40B4-BE49-F238E27FC236}">
                <a16:creationId xmlns:a16="http://schemas.microsoft.com/office/drawing/2014/main" id="{4E1FBEE8-48D9-DDCB-E8A5-0479DD75B175}"/>
              </a:ext>
            </a:extLst>
          </p:cNvPr>
          <p:cNvSpPr>
            <a:spLocks noGrp="1" noChangeArrowheads="1"/>
          </p:cNvSpPr>
          <p:nvPr>
            <p:ph idx="1"/>
          </p:nvPr>
        </p:nvSpPr>
        <p:spPr/>
        <p:txBody>
          <a:bodyPr/>
          <a:lstStyle/>
          <a:p>
            <a:r>
              <a:rPr lang="en-US" altLang="en-US" sz="1600">
                <a:solidFill>
                  <a:srgbClr val="1F497D"/>
                </a:solidFill>
                <a:latin typeface="Calibri Light" panose="020F0302020204030204" pitchFamily="34" charset="0"/>
              </a:rPr>
              <a:t>In multigenerational industries, institutionalizing learnings and developing the next-up technology leaders and experts are key to continued corporate stability and growth.  Succession planning and mentoring are needed across all career stages for employees to reach their full value delivery capability, regardless of whether the path pursued is technical or managerial.   Likewise, leveraging one’s own capabilities to the fullest requires leveraging those capabilities through others, making steady development of mentoring competency a priority during all career stages.  This presentation will cover Bill Docter’s career track at ExxonMobil, how mentoring has been integrated throughout his career, and driving group mentoring culture as a senior technical lead in process control and optimization.</a:t>
            </a:r>
            <a:endParaRPr lang="en-US" altLang="en-US" sz="1600"/>
          </a:p>
        </p:txBody>
      </p:sp>
      <p:sp>
        <p:nvSpPr>
          <p:cNvPr id="82948" name="Slide Number Placeholder 3">
            <a:extLst>
              <a:ext uri="{FF2B5EF4-FFF2-40B4-BE49-F238E27FC236}">
                <a16:creationId xmlns:a16="http://schemas.microsoft.com/office/drawing/2014/main" id="{F6A8182D-EB28-CDB6-4DE5-AAAA662F0176}"/>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F778DF5C-BBEA-4004-B069-ACC62A5CD578}" type="slidenum">
              <a:rPr lang="en-US" altLang="en-US" sz="1400" smtClean="0"/>
              <a:pPr>
                <a:spcBef>
                  <a:spcPct val="0"/>
                </a:spcBef>
                <a:buFontTx/>
                <a:buNone/>
              </a:pPr>
              <a:t>45</a:t>
            </a:fld>
            <a:endParaRPr lang="en-US" altLang="en-US" sz="1400"/>
          </a:p>
        </p:txBody>
      </p:sp>
    </p:spTree>
  </p:cSld>
  <p:clrMapOvr>
    <a:masterClrMapping/>
  </p:clrMapOvr>
</p:sld>
</file>

<file path=ppt/theme/theme1.xml><?xml version="1.0" encoding="utf-8"?>
<a:theme xmlns:a="http://schemas.openxmlformats.org/drawingml/2006/main" name="1_BLANK PRESENTATION">
  <a:themeElements>
    <a:clrScheme name="1_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BLANK PRESENTATION">
      <a:majorFont>
        <a:latin typeface="Arial"/>
        <a:ea typeface=""/>
        <a:cs typeface=""/>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1_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XOM Blank Presentation">
  <a:themeElements>
    <a:clrScheme name="XOM Blank Presentation 9">
      <a:dk1>
        <a:srgbClr val="000000"/>
      </a:dk1>
      <a:lt1>
        <a:srgbClr val="FFFFFF"/>
      </a:lt1>
      <a:dk2>
        <a:srgbClr val="000000"/>
      </a:dk2>
      <a:lt2>
        <a:srgbClr val="969696"/>
      </a:lt2>
      <a:accent1>
        <a:srgbClr val="99CCFF"/>
      </a:accent1>
      <a:accent2>
        <a:srgbClr val="FFFF99"/>
      </a:accent2>
      <a:accent3>
        <a:srgbClr val="FFFFFF"/>
      </a:accent3>
      <a:accent4>
        <a:srgbClr val="000000"/>
      </a:accent4>
      <a:accent5>
        <a:srgbClr val="CAE2FF"/>
      </a:accent5>
      <a:accent6>
        <a:srgbClr val="E7E78A"/>
      </a:accent6>
      <a:hlink>
        <a:srgbClr val="00CC99"/>
      </a:hlink>
      <a:folHlink>
        <a:srgbClr val="FF0000"/>
      </a:folHlink>
    </a:clrScheme>
    <a:fontScheme name="XOM Blank Presentation">
      <a:majorFont>
        <a:latin typeface="Arial"/>
        <a:ea typeface="MS PGothic"/>
        <a:cs typeface=""/>
      </a:majorFont>
      <a:minorFont>
        <a:latin typeface="Arial"/>
        <a:ea typeface="MS P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Arial" charset="0"/>
            <a:ea typeface="MS PGothic"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Arial" charset="0"/>
            <a:ea typeface="MS PGothic" pitchFamily="34" charset="-128"/>
          </a:defRPr>
        </a:defPPr>
      </a:lstStyle>
    </a:lnDef>
  </a:objectDefaults>
  <a:extraClrSchemeLst>
    <a:extraClrScheme>
      <a:clrScheme name="XOM 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XOM 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XOM 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XOM 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XOM 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XOM 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XOM 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XOM Blank Presentation 8">
        <a:dk1>
          <a:srgbClr val="000000"/>
        </a:dk1>
        <a:lt1>
          <a:srgbClr val="FFFFFF"/>
        </a:lt1>
        <a:dk2>
          <a:srgbClr val="0000FF"/>
        </a:dk2>
        <a:lt2>
          <a:srgbClr val="FFFFFF"/>
        </a:lt2>
        <a:accent1>
          <a:srgbClr val="99CCFF"/>
        </a:accent1>
        <a:accent2>
          <a:srgbClr val="FFFF99"/>
        </a:accent2>
        <a:accent3>
          <a:srgbClr val="AAAAFF"/>
        </a:accent3>
        <a:accent4>
          <a:srgbClr val="DADADA"/>
        </a:accent4>
        <a:accent5>
          <a:srgbClr val="CAE2FF"/>
        </a:accent5>
        <a:accent6>
          <a:srgbClr val="E7E78A"/>
        </a:accent6>
        <a:hlink>
          <a:srgbClr val="00CC99"/>
        </a:hlink>
        <a:folHlink>
          <a:srgbClr val="FF0000"/>
        </a:folHlink>
      </a:clrScheme>
      <a:clrMap bg1="dk2" tx1="lt1" bg2="dk1" tx2="lt2" accent1="accent1" accent2="accent2" accent3="accent3" accent4="accent4" accent5="accent5" accent6="accent6" hlink="hlink" folHlink="folHlink"/>
    </a:extraClrScheme>
    <a:extraClrScheme>
      <a:clrScheme name="XOM Blank Presentation 9">
        <a:dk1>
          <a:srgbClr val="000000"/>
        </a:dk1>
        <a:lt1>
          <a:srgbClr val="FFFFFF"/>
        </a:lt1>
        <a:dk2>
          <a:srgbClr val="000000"/>
        </a:dk2>
        <a:lt2>
          <a:srgbClr val="969696"/>
        </a:lt2>
        <a:accent1>
          <a:srgbClr val="99CCFF"/>
        </a:accent1>
        <a:accent2>
          <a:srgbClr val="FFFF99"/>
        </a:accent2>
        <a:accent3>
          <a:srgbClr val="FFFFFF"/>
        </a:accent3>
        <a:accent4>
          <a:srgbClr val="000000"/>
        </a:accent4>
        <a:accent5>
          <a:srgbClr val="CAE2FF"/>
        </a:accent5>
        <a:accent6>
          <a:srgbClr val="E7E78A"/>
        </a:accent6>
        <a:hlink>
          <a:srgbClr val="00CC99"/>
        </a:hlink>
        <a:folHlink>
          <a:srgbClr val="FF00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XOM Blank Presentation">
  <a:themeElements>
    <a:clrScheme name="XOM Blank Presentation 9">
      <a:dk1>
        <a:srgbClr val="000000"/>
      </a:dk1>
      <a:lt1>
        <a:srgbClr val="FFFFFF"/>
      </a:lt1>
      <a:dk2>
        <a:srgbClr val="000000"/>
      </a:dk2>
      <a:lt2>
        <a:srgbClr val="969696"/>
      </a:lt2>
      <a:accent1>
        <a:srgbClr val="99CCFF"/>
      </a:accent1>
      <a:accent2>
        <a:srgbClr val="FFFF99"/>
      </a:accent2>
      <a:accent3>
        <a:srgbClr val="FFFFFF"/>
      </a:accent3>
      <a:accent4>
        <a:srgbClr val="000000"/>
      </a:accent4>
      <a:accent5>
        <a:srgbClr val="CAE2FF"/>
      </a:accent5>
      <a:accent6>
        <a:srgbClr val="E7E78A"/>
      </a:accent6>
      <a:hlink>
        <a:srgbClr val="00CC99"/>
      </a:hlink>
      <a:folHlink>
        <a:srgbClr val="FF0000"/>
      </a:folHlink>
    </a:clrScheme>
    <a:fontScheme name="XOM Blank Presentation">
      <a:majorFont>
        <a:latin typeface="Arial"/>
        <a:ea typeface="MS PGothic"/>
        <a:cs typeface=""/>
      </a:majorFont>
      <a:minorFont>
        <a:latin typeface="Arial"/>
        <a:ea typeface="MS P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Arial" charset="0"/>
            <a:ea typeface="MS PGothic"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Arial" charset="0"/>
            <a:ea typeface="MS PGothic" pitchFamily="34" charset="-128"/>
          </a:defRPr>
        </a:defPPr>
      </a:lstStyle>
    </a:lnDef>
  </a:objectDefaults>
  <a:extraClrSchemeLst>
    <a:extraClrScheme>
      <a:clrScheme name="XOM 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XOM 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XOM 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XOM 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XOM 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XOM 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XOM 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XOM Blank Presentation 8">
        <a:dk1>
          <a:srgbClr val="000000"/>
        </a:dk1>
        <a:lt1>
          <a:srgbClr val="FFFFFF"/>
        </a:lt1>
        <a:dk2>
          <a:srgbClr val="0000FF"/>
        </a:dk2>
        <a:lt2>
          <a:srgbClr val="FFFFFF"/>
        </a:lt2>
        <a:accent1>
          <a:srgbClr val="99CCFF"/>
        </a:accent1>
        <a:accent2>
          <a:srgbClr val="FFFF99"/>
        </a:accent2>
        <a:accent3>
          <a:srgbClr val="AAAAFF"/>
        </a:accent3>
        <a:accent4>
          <a:srgbClr val="DADADA"/>
        </a:accent4>
        <a:accent5>
          <a:srgbClr val="CAE2FF"/>
        </a:accent5>
        <a:accent6>
          <a:srgbClr val="E7E78A"/>
        </a:accent6>
        <a:hlink>
          <a:srgbClr val="00CC99"/>
        </a:hlink>
        <a:folHlink>
          <a:srgbClr val="FF0000"/>
        </a:folHlink>
      </a:clrScheme>
      <a:clrMap bg1="dk2" tx1="lt1" bg2="dk1" tx2="lt2" accent1="accent1" accent2="accent2" accent3="accent3" accent4="accent4" accent5="accent5" accent6="accent6" hlink="hlink" folHlink="folHlink"/>
    </a:extraClrScheme>
    <a:extraClrScheme>
      <a:clrScheme name="XOM Blank Presentation 9">
        <a:dk1>
          <a:srgbClr val="000000"/>
        </a:dk1>
        <a:lt1>
          <a:srgbClr val="FFFFFF"/>
        </a:lt1>
        <a:dk2>
          <a:srgbClr val="000000"/>
        </a:dk2>
        <a:lt2>
          <a:srgbClr val="969696"/>
        </a:lt2>
        <a:accent1>
          <a:srgbClr val="99CCFF"/>
        </a:accent1>
        <a:accent2>
          <a:srgbClr val="FFFF99"/>
        </a:accent2>
        <a:accent3>
          <a:srgbClr val="FFFFFF"/>
        </a:accent3>
        <a:accent4>
          <a:srgbClr val="000000"/>
        </a:accent4>
        <a:accent5>
          <a:srgbClr val="CAE2FF"/>
        </a:accent5>
        <a:accent6>
          <a:srgbClr val="E7E78A"/>
        </a:accent6>
        <a:hlink>
          <a:srgbClr val="00CC99"/>
        </a:hlink>
        <a:folHlink>
          <a:srgbClr val="FF00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p:properties xmlns:p="http://schemas.microsoft.com/office/2006/metadata/properties" xmlns:xsi="http://www.w3.org/2001/XMLSchema-instance" xmlns:pc="http://schemas.microsoft.com/office/infopath/2007/PartnerControls">
  <documentManagement>
    <MPI_x005f_x0020_Classification xmlns="7ae014b6-d307-456a-8363-1ce15ed89c71">Not Classified</MPI_x005f_x0020_Classification>
  </documentManagement>
</p:properties>
</file>

<file path=customXml/item2.xml><?xml version="1.0" encoding="utf-8"?>
<ct:contentTypeSchema xmlns:ct="http://schemas.microsoft.com/office/2006/metadata/contentType" xmlns:ma="http://schemas.microsoft.com/office/2006/metadata/properties/metaAttributes" ct:_="" ma:_="" ma:contentTypeName="Default Document" ma:contentTypeID="0x0101008E2A78AE2DDD7C4494E2F8EB84825A6F0045A20F75C7146E44A5355838CE3D6ED0" ma:contentTypeVersion="4" ma:contentTypeDescription="Default ExxonMobil Document" ma:contentTypeScope="" ma:versionID="27e655a3e93d6c6d66d92bab4cffce34">
  <xsd:schema xmlns:xsd="http://www.w3.org/2001/XMLSchema" xmlns:xs="http://www.w3.org/2001/XMLSchema" xmlns:p="http://schemas.microsoft.com/office/2006/metadata/properties" xmlns:ns2="7ae014b6-d307-456a-8363-1ce15ed89c71" targetNamespace="http://schemas.microsoft.com/office/2006/metadata/properties" ma:root="true" ma:fieldsID="c9609c60079367146d955150d1f2ed5b" ns2:_="">
    <xsd:import namespace="7ae014b6-d307-456a-8363-1ce15ed89c71"/>
    <xsd:element name="properties">
      <xsd:complexType>
        <xsd:sequence>
          <xsd:element name="documentManagement">
            <xsd:complexType>
              <xsd:all>
                <xsd:element ref="ns2:MPI_x005f_x0020_Classification"/>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e014b6-d307-456a-8363-1ce15ed89c71" elementFormDefault="qualified">
    <xsd:import namespace="http://schemas.microsoft.com/office/2006/documentManagement/types"/>
    <xsd:import namespace="http://schemas.microsoft.com/office/infopath/2007/PartnerControls"/>
    <xsd:element name="MPI_x005f_x0020_Classification" ma:index="8" ma:displayName="MPI Classification" ma:default="Not Classified" ma:description="" ma:format="Dropdown" ma:internalName="MPI_x0020_Classification" ma:readOnly="false">
      <xsd:simpleType>
        <xsd:restriction base="dms:Choice">
          <xsd:enumeration value="Not Classified"/>
          <xsd:enumeration value="Proprietary"/>
          <xsd:enumeration value="Private"/>
          <xsd:enumeration value="Restricted Distribution"/>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ma:index="9"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308897B-2C9E-4D20-959C-E269EA052278}">
  <ds:schemaRefs>
    <ds:schemaRef ds:uri="http://schemas.microsoft.com/office/2006/metadata/properties"/>
    <ds:schemaRef ds:uri="http://schemas.microsoft.com/office/infopath/2007/PartnerControls"/>
    <ds:schemaRef ds:uri="7ae014b6-d307-456a-8363-1ce15ed89c71"/>
  </ds:schemaRefs>
</ds:datastoreItem>
</file>

<file path=customXml/itemProps2.xml><?xml version="1.0" encoding="utf-8"?>
<ds:datastoreItem xmlns:ds="http://schemas.openxmlformats.org/officeDocument/2006/customXml" ds:itemID="{E955D370-19F9-46FE-BCEF-26B7409F67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e014b6-d307-456a-8363-1ce15ed89c7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51851</TotalTime>
  <Words>4504</Words>
  <Application>Microsoft Office PowerPoint</Application>
  <PresentationFormat>Widescreen</PresentationFormat>
  <Paragraphs>685</Paragraphs>
  <Slides>45</Slides>
  <Notes>2</Notes>
  <HiddenSlides>0</HiddenSlides>
  <MMClips>0</MMClips>
  <ScaleCrop>false</ScaleCrop>
  <HeadingPairs>
    <vt:vector size="6" baseType="variant">
      <vt:variant>
        <vt:lpstr>Fonts Used</vt:lpstr>
      </vt:variant>
      <vt:variant>
        <vt:i4>10</vt:i4>
      </vt:variant>
      <vt:variant>
        <vt:lpstr>Theme</vt:lpstr>
      </vt:variant>
      <vt:variant>
        <vt:i4>4</vt:i4>
      </vt:variant>
      <vt:variant>
        <vt:lpstr>Slide Titles</vt:lpstr>
      </vt:variant>
      <vt:variant>
        <vt:i4>45</vt:i4>
      </vt:variant>
    </vt:vector>
  </HeadingPairs>
  <TitlesOfParts>
    <vt:vector size="59" baseType="lpstr">
      <vt:lpstr>72</vt:lpstr>
      <vt:lpstr>72 Black</vt:lpstr>
      <vt:lpstr>Arial</vt:lpstr>
      <vt:lpstr>Calibri Light</vt:lpstr>
      <vt:lpstr>Century Gothic</vt:lpstr>
      <vt:lpstr>EMprint</vt:lpstr>
      <vt:lpstr>EMprint Semibold</vt:lpstr>
      <vt:lpstr>Symbol</vt:lpstr>
      <vt:lpstr>Times New Roman</vt:lpstr>
      <vt:lpstr>Wingdings</vt:lpstr>
      <vt:lpstr>1_BLANK PRESENTATION</vt:lpstr>
      <vt:lpstr>XOM Blank Presentation</vt:lpstr>
      <vt:lpstr>1_XOM Blank Presentation</vt:lpstr>
      <vt:lpstr>Office Theme</vt:lpstr>
      <vt:lpstr>PowerPoint Presentation</vt:lpstr>
      <vt:lpstr>Ice Breaker: Turn on Annotations and mark all applicable to you!</vt:lpstr>
      <vt:lpstr>Topics</vt:lpstr>
      <vt:lpstr>PowerPoint Presentation</vt:lpstr>
      <vt:lpstr>PowerPoint Presentation</vt:lpstr>
      <vt:lpstr>Technical Career Stages</vt:lpstr>
      <vt:lpstr> Technical Career Stages</vt:lpstr>
      <vt:lpstr>Being a Successful Expert is not all about the Technical Skill</vt:lpstr>
      <vt:lpstr>Roles Across Bill’s Technical Career Path</vt:lpstr>
      <vt:lpstr>Before You Declare Yourself a Technical Expert… </vt:lpstr>
      <vt:lpstr>Relocations</vt:lpstr>
      <vt:lpstr>Central Engineering vs Manufacturing Assignments</vt:lpstr>
      <vt:lpstr>Setting and Accomplishing Development Goals </vt:lpstr>
      <vt:lpstr>Dimensions Of Development and Mentoring Focus</vt:lpstr>
      <vt:lpstr>Examples </vt:lpstr>
      <vt:lpstr>Crafting a Balanced Development Plan</vt:lpstr>
      <vt:lpstr>Communication &amp; Marketing</vt:lpstr>
      <vt:lpstr>Connections Matter - Start Building your Network Now</vt:lpstr>
      <vt:lpstr>Pro-tips for landing an offer</vt:lpstr>
      <vt:lpstr>Get your brand off to the right start</vt:lpstr>
      <vt:lpstr>Reference point matters</vt:lpstr>
      <vt:lpstr>Communicating a Vision is Not Easy</vt:lpstr>
      <vt:lpstr>Where Programs of Change Fail</vt:lpstr>
      <vt:lpstr>No idea sells itself</vt:lpstr>
      <vt:lpstr>Credit other contributors</vt:lpstr>
      <vt:lpstr>Mentoring Integration with Stage  Development</vt:lpstr>
      <vt:lpstr>Mentoring integral to Career Stage Model</vt:lpstr>
      <vt:lpstr>Mentoring Integration Across My Career</vt:lpstr>
      <vt:lpstr>Technical Career Path, Stage 3+</vt:lpstr>
      <vt:lpstr>“Sliced Bread”</vt:lpstr>
      <vt:lpstr>Building Strong Mentor Culture &amp; Network</vt:lpstr>
      <vt:lpstr>Avoiding “What You See is All There Is”</vt:lpstr>
      <vt:lpstr>GRad School Anyone ?</vt:lpstr>
      <vt:lpstr>Grad School Tips</vt:lpstr>
      <vt:lpstr>Stress Management</vt:lpstr>
      <vt:lpstr>What I was like before I learned Resilience</vt:lpstr>
      <vt:lpstr>Exercise and Meditation</vt:lpstr>
      <vt:lpstr>Work Management and Prioritization </vt:lpstr>
      <vt:lpstr>Downtime</vt:lpstr>
      <vt:lpstr>WRAPUP</vt:lpstr>
      <vt:lpstr>Summary</vt:lpstr>
      <vt:lpstr>Dr.Dr’s Suggested Reading</vt:lpstr>
      <vt:lpstr>Dr.Dr’s Tips and Tricks to Expert Development</vt:lpstr>
      <vt:lpstr>Thank YOU !</vt:lpstr>
      <vt:lpstr>Abstract</vt:lpstr>
    </vt:vector>
  </TitlesOfParts>
  <Company>Exxon Research and Engineering, Co.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William Docter</dc:creator>
  <cp:lastModifiedBy>William Docter</cp:lastModifiedBy>
  <cp:revision>925</cp:revision>
  <cp:lastPrinted>2019-02-18T15:11:36Z</cp:lastPrinted>
  <dcterms:created xsi:type="dcterms:W3CDTF">1998-03-23T19:34:04Z</dcterms:created>
  <dcterms:modified xsi:type="dcterms:W3CDTF">2026-08-19T07:27:54Z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-1445636588</vt:i4>
  </property>
  <property fmtid="{D5CDD505-2E9C-101B-9397-08002B2CF9AE}" pid="3" name="_NewReviewCycle">
    <vt:lpwstr/>
  </property>
  <property fmtid="{D5CDD505-2E9C-101B-9397-08002B2CF9AE}" pid="4" name="_EmailSubject">
    <vt:lpwstr>Dr Dr's Career development deck</vt:lpwstr>
  </property>
  <property fmtid="{D5CDD505-2E9C-101B-9397-08002B2CF9AE}" pid="5" name="_AuthorEmail">
    <vt:lpwstr>william.a.docter@exxonmobil.com</vt:lpwstr>
  </property>
  <property fmtid="{D5CDD505-2E9C-101B-9397-08002B2CF9AE}" pid="6" name="_AuthorEmailDisplayName">
    <vt:lpwstr>Docter, William A</vt:lpwstr>
  </property>
  <property fmtid="{D5CDD505-2E9C-101B-9397-08002B2CF9AE}" pid="7" name="_PreviousAdHocReviewCycleID">
    <vt:i4>194732023</vt:i4>
  </property>
</Properties>
</file>